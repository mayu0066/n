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348" r:id="rId5"/>
    <p:sldId id="352" r:id="rId6"/>
    <p:sldId id="285" r:id="rId7"/>
    <p:sldId id="296" r:id="rId8"/>
    <p:sldId id="298"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PICE抜粋" id="{F9C7E0A5-7180-4D72-88C6-3AB8B542E59B}">
          <p14:sldIdLst>
            <p14:sldId id="348"/>
            <p14:sldId id="352"/>
            <p14:sldId id="285"/>
            <p14:sldId id="296"/>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D78"/>
    <a:srgbClr val="009051"/>
    <a:srgbClr val="7A81FF"/>
    <a:srgbClr val="FFD579"/>
    <a:srgbClr val="FFCCA6"/>
    <a:srgbClr val="A7EA52"/>
    <a:srgbClr val="FFE6D3"/>
    <a:srgbClr val="7030A0"/>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3D1C7-C612-4547-BA11-3049DC01C97C}" v="983" dt="2026-01-30T08:20:34.85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20" autoAdjust="0"/>
    <p:restoredTop sz="96318" autoAdjust="0"/>
  </p:normalViewPr>
  <p:slideViewPr>
    <p:cSldViewPr snapToGrid="0">
      <p:cViewPr varScale="1">
        <p:scale>
          <a:sx n="128" d="100"/>
          <a:sy n="128" d="100"/>
        </p:scale>
        <p:origin x="6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 Ninagawa (蜷川 真優 GE)" userId="15d22be4-2d84-414d-ac66-ca09a50eae87" providerId="ADAL" clId="{5E599063-F5BB-49D4-A9DF-D59C17E5C422}"/>
    <pc:docChg chg="undo redo custSel addSld delSld modSld sldOrd modSection">
      <pc:chgData name="Mayu Ninagawa (蜷川 真優 GE)" userId="15d22be4-2d84-414d-ac66-ca09a50eae87" providerId="ADAL" clId="{5E599063-F5BB-49D4-A9DF-D59C17E5C422}" dt="2026-01-15T12:34:14.081" v="3669" actId="14100"/>
      <pc:docMkLst>
        <pc:docMk/>
      </pc:docMkLst>
      <pc:sldChg chg="modSp">
        <pc:chgData name="Mayu Ninagawa (蜷川 真優 GE)" userId="15d22be4-2d84-414d-ac66-ca09a50eae87" providerId="ADAL" clId="{5E599063-F5BB-49D4-A9DF-D59C17E5C422}" dt="2026-01-15T10:37:37.099" v="2967"/>
        <pc:sldMkLst>
          <pc:docMk/>
          <pc:sldMk cId="1009894157" sldId="271"/>
        </pc:sldMkLst>
        <pc:spChg chg="mod">
          <ac:chgData name="Mayu Ninagawa (蜷川 真優 GE)" userId="15d22be4-2d84-414d-ac66-ca09a50eae87" providerId="ADAL" clId="{5E599063-F5BB-49D4-A9DF-D59C17E5C422}" dt="2026-01-15T10:37:37.099" v="2967"/>
          <ac:spMkLst>
            <pc:docMk/>
            <pc:sldMk cId="1009894157" sldId="271"/>
            <ac:spMk id="6" creationId="{018FA713-72BA-F5BF-F5B2-428A0C13BAB3}"/>
          </ac:spMkLst>
        </pc:spChg>
      </pc:sldChg>
      <pc:sldChg chg="addSp delSp modSp add mod">
        <pc:chgData name="Mayu Ninagawa (蜷川 真優 GE)" userId="15d22be4-2d84-414d-ac66-ca09a50eae87" providerId="ADAL" clId="{5E599063-F5BB-49D4-A9DF-D59C17E5C422}" dt="2026-01-15T10:28:22.926" v="2958" actId="207"/>
        <pc:sldMkLst>
          <pc:docMk/>
          <pc:sldMk cId="3083871939" sldId="321"/>
        </pc:sldMkLst>
        <pc:spChg chg="add mod">
          <ac:chgData name="Mayu Ninagawa (蜷川 真優 GE)" userId="15d22be4-2d84-414d-ac66-ca09a50eae87" providerId="ADAL" clId="{5E599063-F5BB-49D4-A9DF-D59C17E5C422}" dt="2026-01-15T10:03:22.424" v="2741" actId="20577"/>
          <ac:spMkLst>
            <pc:docMk/>
            <pc:sldMk cId="3083871939" sldId="321"/>
            <ac:spMk id="9" creationId="{99AC13FF-A2A7-C1DA-CC14-7D8093AE1377}"/>
          </ac:spMkLst>
        </pc:spChg>
        <pc:spChg chg="add mod ord">
          <ac:chgData name="Mayu Ninagawa (蜷川 真優 GE)" userId="15d22be4-2d84-414d-ac66-ca09a50eae87" providerId="ADAL" clId="{5E599063-F5BB-49D4-A9DF-D59C17E5C422}" dt="2026-01-15T10:04:31.085" v="2755" actId="693"/>
          <ac:spMkLst>
            <pc:docMk/>
            <pc:sldMk cId="3083871939" sldId="321"/>
            <ac:spMk id="10" creationId="{AC3D7B60-6B77-A2F3-D5C2-4DEE2DF817FD}"/>
          </ac:spMkLst>
        </pc:spChg>
        <pc:graphicFrameChg chg="add mod modGraphic">
          <ac:chgData name="Mayu Ninagawa (蜷川 真優 GE)" userId="15d22be4-2d84-414d-ac66-ca09a50eae87" providerId="ADAL" clId="{5E599063-F5BB-49D4-A9DF-D59C17E5C422}" dt="2026-01-15T10:03:33.300" v="2746" actId="1076"/>
          <ac:graphicFrameMkLst>
            <pc:docMk/>
            <pc:sldMk cId="3083871939" sldId="321"/>
            <ac:graphicFrameMk id="6" creationId="{4B0A9D33-AE84-E7E6-0098-02CB3ABE8D9A}"/>
          </ac:graphicFrameMkLst>
        </pc:graphicFrameChg>
        <pc:graphicFrameChg chg="add mod ord modGraphic">
          <ac:chgData name="Mayu Ninagawa (蜷川 真優 GE)" userId="15d22be4-2d84-414d-ac66-ca09a50eae87" providerId="ADAL" clId="{5E599063-F5BB-49D4-A9DF-D59C17E5C422}" dt="2026-01-15T10:28:22.926" v="2958" actId="207"/>
          <ac:graphicFrameMkLst>
            <pc:docMk/>
            <pc:sldMk cId="3083871939" sldId="321"/>
            <ac:graphicFrameMk id="7" creationId="{6B58BBBF-DBCB-17D4-A619-9878F1CCA274}"/>
          </ac:graphicFrameMkLst>
        </pc:graphicFrameChg>
        <pc:graphicFrameChg chg="del">
          <ac:chgData name="Mayu Ninagawa (蜷川 真優 GE)" userId="15d22be4-2d84-414d-ac66-ca09a50eae87" providerId="ADAL" clId="{5E599063-F5BB-49D4-A9DF-D59C17E5C422}" dt="2026-01-15T08:57:52.942" v="1834" actId="478"/>
          <ac:graphicFrameMkLst>
            <pc:docMk/>
            <pc:sldMk cId="3083871939" sldId="321"/>
            <ac:graphicFrameMk id="8" creationId="{09FD96DD-ADC0-995B-F368-B5903BD86602}"/>
          </ac:graphicFrameMkLst>
        </pc:graphicFrameChg>
        <pc:graphicFrameChg chg="mod ord modGraphic">
          <ac:chgData name="Mayu Ninagawa (蜷川 真優 GE)" userId="15d22be4-2d84-414d-ac66-ca09a50eae87" providerId="ADAL" clId="{5E599063-F5BB-49D4-A9DF-D59C17E5C422}" dt="2026-01-15T10:28:19.510" v="2957" actId="207"/>
          <ac:graphicFrameMkLst>
            <pc:docMk/>
            <pc:sldMk cId="3083871939" sldId="321"/>
            <ac:graphicFrameMk id="47" creationId="{4E863408-904A-AA18-E7B6-292B8BECE2DB}"/>
          </ac:graphicFrameMkLst>
        </pc:graphicFrameChg>
        <pc:graphicFrameChg chg="del mod">
          <ac:chgData name="Mayu Ninagawa (蜷川 真優 GE)" userId="15d22be4-2d84-414d-ac66-ca09a50eae87" providerId="ADAL" clId="{5E599063-F5BB-49D4-A9DF-D59C17E5C422}" dt="2026-01-15T08:58:43.428" v="1854" actId="478"/>
          <ac:graphicFrameMkLst>
            <pc:docMk/>
            <pc:sldMk cId="3083871939" sldId="321"/>
            <ac:graphicFrameMk id="63" creationId="{44E21FCE-6C46-B10C-D822-C852B5895923}"/>
          </ac:graphicFrameMkLst>
        </pc:graphicFrameChg>
      </pc:sldChg>
      <pc:sldChg chg="modSp">
        <pc:chgData name="Mayu Ninagawa (蜷川 真優 GE)" userId="15d22be4-2d84-414d-ac66-ca09a50eae87" providerId="ADAL" clId="{5E599063-F5BB-49D4-A9DF-D59C17E5C422}" dt="2026-01-15T06:53:37.609" v="128"/>
        <pc:sldMkLst>
          <pc:docMk/>
          <pc:sldMk cId="947265390" sldId="325"/>
        </pc:sldMkLst>
        <pc:graphicFrameChg chg="mod">
          <ac:chgData name="Mayu Ninagawa (蜷川 真優 GE)" userId="15d22be4-2d84-414d-ac66-ca09a50eae87" providerId="ADAL" clId="{5E599063-F5BB-49D4-A9DF-D59C17E5C422}" dt="2026-01-15T06:53:37.609" v="128"/>
          <ac:graphicFrameMkLst>
            <pc:docMk/>
            <pc:sldMk cId="947265390" sldId="325"/>
            <ac:graphicFrameMk id="5" creationId="{1C03455A-0476-49A7-5BDB-6A7C028E2E87}"/>
          </ac:graphicFrameMkLst>
        </pc:graphicFrameChg>
      </pc:sldChg>
      <pc:sldChg chg="modSp mod">
        <pc:chgData name="Mayu Ninagawa (蜷川 真優 GE)" userId="15d22be4-2d84-414d-ac66-ca09a50eae87" providerId="ADAL" clId="{5E599063-F5BB-49D4-A9DF-D59C17E5C422}" dt="2026-01-15T11:02:35.401" v="3191"/>
        <pc:sldMkLst>
          <pc:docMk/>
          <pc:sldMk cId="3511408942" sldId="346"/>
        </pc:sldMkLst>
        <pc:spChg chg="mod">
          <ac:chgData name="Mayu Ninagawa (蜷川 真優 GE)" userId="15d22be4-2d84-414d-ac66-ca09a50eae87" providerId="ADAL" clId="{5E599063-F5BB-49D4-A9DF-D59C17E5C422}" dt="2026-01-15T10:55:23.993" v="3179" actId="113"/>
          <ac:spMkLst>
            <pc:docMk/>
            <pc:sldMk cId="3511408942" sldId="346"/>
            <ac:spMk id="3" creationId="{CC639382-D56C-20DC-6524-FD84F1701746}"/>
          </ac:spMkLst>
        </pc:spChg>
        <pc:graphicFrameChg chg="modGraphic">
          <ac:chgData name="Mayu Ninagawa (蜷川 真優 GE)" userId="15d22be4-2d84-414d-ac66-ca09a50eae87" providerId="ADAL" clId="{5E599063-F5BB-49D4-A9DF-D59C17E5C422}" dt="2026-01-15T11:02:35.401" v="3191"/>
          <ac:graphicFrameMkLst>
            <pc:docMk/>
            <pc:sldMk cId="3511408942" sldId="346"/>
            <ac:graphicFrameMk id="2" creationId="{651E5935-8463-2DBE-5BB3-72C741640F6D}"/>
          </ac:graphicFrameMkLst>
        </pc:graphicFrameChg>
      </pc:sldChg>
      <pc:sldChg chg="addSp delSp modSp mod">
        <pc:chgData name="Mayu Ninagawa (蜷川 真優 GE)" userId="15d22be4-2d84-414d-ac66-ca09a50eae87" providerId="ADAL" clId="{5E599063-F5BB-49D4-A9DF-D59C17E5C422}" dt="2026-01-15T10:37:37.099" v="2967"/>
        <pc:sldMkLst>
          <pc:docMk/>
          <pc:sldMk cId="1470444246" sldId="348"/>
        </pc:sldMkLst>
        <pc:spChg chg="mod">
          <ac:chgData name="Mayu Ninagawa (蜷川 真優 GE)" userId="15d22be4-2d84-414d-ac66-ca09a50eae87" providerId="ADAL" clId="{5E599063-F5BB-49D4-A9DF-D59C17E5C422}" dt="2026-01-15T10:37:37.099" v="2967"/>
          <ac:spMkLst>
            <pc:docMk/>
            <pc:sldMk cId="1470444246" sldId="348"/>
            <ac:spMk id="2" creationId="{26B698E3-2790-8874-E1C0-19D400F2CA46}"/>
          </ac:spMkLst>
        </pc:spChg>
        <pc:spChg chg="add mod ord">
          <ac:chgData name="Mayu Ninagawa (蜷川 真優 GE)" userId="15d22be4-2d84-414d-ac66-ca09a50eae87" providerId="ADAL" clId="{5E599063-F5BB-49D4-A9DF-D59C17E5C422}" dt="2026-01-15T08:48:50.056" v="1671" actId="164"/>
          <ac:spMkLst>
            <pc:docMk/>
            <pc:sldMk cId="1470444246" sldId="348"/>
            <ac:spMk id="3" creationId="{FC58CDDB-1529-18D7-C6E5-F5E1C454DCE4}"/>
          </ac:spMkLst>
        </pc:spChg>
        <pc:spChg chg="add mod ord">
          <ac:chgData name="Mayu Ninagawa (蜷川 真優 GE)" userId="15d22be4-2d84-414d-ac66-ca09a50eae87" providerId="ADAL" clId="{5E599063-F5BB-49D4-A9DF-D59C17E5C422}" dt="2026-01-15T08:48:50.056" v="1671" actId="164"/>
          <ac:spMkLst>
            <pc:docMk/>
            <pc:sldMk cId="1470444246" sldId="348"/>
            <ac:spMk id="4" creationId="{3ABE06E7-BA89-55CD-8080-5936AFF0012A}"/>
          </ac:spMkLst>
        </pc:spChg>
        <pc:spChg chg="add mod ord">
          <ac:chgData name="Mayu Ninagawa (蜷川 真優 GE)" userId="15d22be4-2d84-414d-ac66-ca09a50eae87" providerId="ADAL" clId="{5E599063-F5BB-49D4-A9DF-D59C17E5C422}" dt="2026-01-15T08:48:50.056" v="1671" actId="164"/>
          <ac:spMkLst>
            <pc:docMk/>
            <pc:sldMk cId="1470444246" sldId="348"/>
            <ac:spMk id="5" creationId="{ABF49F98-3ACF-8DE9-5535-94EC29F6FEEE}"/>
          </ac:spMkLst>
        </pc:spChg>
        <pc:spChg chg="add mod ord">
          <ac:chgData name="Mayu Ninagawa (蜷川 真優 GE)" userId="15d22be4-2d84-414d-ac66-ca09a50eae87" providerId="ADAL" clId="{5E599063-F5BB-49D4-A9DF-D59C17E5C422}" dt="2026-01-15T08:48:50.056" v="1671" actId="164"/>
          <ac:spMkLst>
            <pc:docMk/>
            <pc:sldMk cId="1470444246" sldId="348"/>
            <ac:spMk id="6" creationId="{D3BAEC26-B564-2941-029E-29CFDD887DD6}"/>
          </ac:spMkLst>
        </pc:spChg>
        <pc:spChg chg="add mod ord">
          <ac:chgData name="Mayu Ninagawa (蜷川 真優 GE)" userId="15d22be4-2d84-414d-ac66-ca09a50eae87" providerId="ADAL" clId="{5E599063-F5BB-49D4-A9DF-D59C17E5C422}" dt="2026-01-15T08:48:50.056" v="1671" actId="164"/>
          <ac:spMkLst>
            <pc:docMk/>
            <pc:sldMk cId="1470444246" sldId="348"/>
            <ac:spMk id="11" creationId="{30D3C1D2-F1C0-E821-FFD7-C2C677A7555D}"/>
          </ac:spMkLst>
        </pc:spChg>
        <pc:spChg chg="add mod ord">
          <ac:chgData name="Mayu Ninagawa (蜷川 真優 GE)" userId="15d22be4-2d84-414d-ac66-ca09a50eae87" providerId="ADAL" clId="{5E599063-F5BB-49D4-A9DF-D59C17E5C422}" dt="2026-01-15T08:48:50.056" v="1671" actId="164"/>
          <ac:spMkLst>
            <pc:docMk/>
            <pc:sldMk cId="1470444246" sldId="348"/>
            <ac:spMk id="12" creationId="{4F1355F2-D9DE-383D-6F09-79CEE3D7C623}"/>
          </ac:spMkLst>
        </pc:spChg>
        <pc:spChg chg="mod topLvl">
          <ac:chgData name="Mayu Ninagawa (蜷川 真優 GE)" userId="15d22be4-2d84-414d-ac66-ca09a50eae87" providerId="ADAL" clId="{5E599063-F5BB-49D4-A9DF-D59C17E5C422}" dt="2026-01-15T08:48:50.056" v="1671" actId="164"/>
          <ac:spMkLst>
            <pc:docMk/>
            <pc:sldMk cId="1470444246" sldId="348"/>
            <ac:spMk id="275" creationId="{1111E598-49DF-2C5A-0F8F-6CB0690B74D7}"/>
          </ac:spMkLst>
        </pc:spChg>
        <pc:spChg chg="mod ord topLvl">
          <ac:chgData name="Mayu Ninagawa (蜷川 真優 GE)" userId="15d22be4-2d84-414d-ac66-ca09a50eae87" providerId="ADAL" clId="{5E599063-F5BB-49D4-A9DF-D59C17E5C422}" dt="2026-01-15T08:48:50.056" v="1671" actId="164"/>
          <ac:spMkLst>
            <pc:docMk/>
            <pc:sldMk cId="1470444246" sldId="348"/>
            <ac:spMk id="276" creationId="{3C24FE01-B845-010B-45C1-5C4915ECE5E6}"/>
          </ac:spMkLst>
        </pc:spChg>
        <pc:spChg chg="mod ord topLvl">
          <ac:chgData name="Mayu Ninagawa (蜷川 真優 GE)" userId="15d22be4-2d84-414d-ac66-ca09a50eae87" providerId="ADAL" clId="{5E599063-F5BB-49D4-A9DF-D59C17E5C422}" dt="2026-01-15T08:48:50.056" v="1671" actId="164"/>
          <ac:spMkLst>
            <pc:docMk/>
            <pc:sldMk cId="1470444246" sldId="348"/>
            <ac:spMk id="277" creationId="{91D82368-6D00-081B-FA97-12C227E42359}"/>
          </ac:spMkLst>
        </pc:spChg>
        <pc:spChg chg="mod ord topLvl">
          <ac:chgData name="Mayu Ninagawa (蜷川 真優 GE)" userId="15d22be4-2d84-414d-ac66-ca09a50eae87" providerId="ADAL" clId="{5E599063-F5BB-49D4-A9DF-D59C17E5C422}" dt="2026-01-15T08:48:50.056" v="1671" actId="164"/>
          <ac:spMkLst>
            <pc:docMk/>
            <pc:sldMk cId="1470444246" sldId="348"/>
            <ac:spMk id="278" creationId="{A882C0F0-44FE-7E23-749B-D2704415F770}"/>
          </ac:spMkLst>
        </pc:spChg>
        <pc:spChg chg="mod topLvl">
          <ac:chgData name="Mayu Ninagawa (蜷川 真優 GE)" userId="15d22be4-2d84-414d-ac66-ca09a50eae87" providerId="ADAL" clId="{5E599063-F5BB-49D4-A9DF-D59C17E5C422}" dt="2026-01-15T08:48:50.056" v="1671" actId="164"/>
          <ac:spMkLst>
            <pc:docMk/>
            <pc:sldMk cId="1470444246" sldId="348"/>
            <ac:spMk id="279" creationId="{F602F031-6BB9-52A3-4940-1CF49FAC3D23}"/>
          </ac:spMkLst>
        </pc:spChg>
        <pc:spChg chg="mod topLvl">
          <ac:chgData name="Mayu Ninagawa (蜷川 真優 GE)" userId="15d22be4-2d84-414d-ac66-ca09a50eae87" providerId="ADAL" clId="{5E599063-F5BB-49D4-A9DF-D59C17E5C422}" dt="2026-01-15T08:48:50.056" v="1671" actId="164"/>
          <ac:spMkLst>
            <pc:docMk/>
            <pc:sldMk cId="1470444246" sldId="348"/>
            <ac:spMk id="280" creationId="{09D4C79C-56FD-7E47-4519-BFEE24C415D0}"/>
          </ac:spMkLst>
        </pc:spChg>
        <pc:spChg chg="mod topLvl">
          <ac:chgData name="Mayu Ninagawa (蜷川 真優 GE)" userId="15d22be4-2d84-414d-ac66-ca09a50eae87" providerId="ADAL" clId="{5E599063-F5BB-49D4-A9DF-D59C17E5C422}" dt="2026-01-15T08:48:50.056" v="1671" actId="164"/>
          <ac:spMkLst>
            <pc:docMk/>
            <pc:sldMk cId="1470444246" sldId="348"/>
            <ac:spMk id="281" creationId="{2F360331-7423-1515-9249-16C6685DAA66}"/>
          </ac:spMkLst>
        </pc:spChg>
        <pc:spChg chg="mod topLvl">
          <ac:chgData name="Mayu Ninagawa (蜷川 真優 GE)" userId="15d22be4-2d84-414d-ac66-ca09a50eae87" providerId="ADAL" clId="{5E599063-F5BB-49D4-A9DF-D59C17E5C422}" dt="2026-01-15T08:48:50.056" v="1671" actId="164"/>
          <ac:spMkLst>
            <pc:docMk/>
            <pc:sldMk cId="1470444246" sldId="348"/>
            <ac:spMk id="282" creationId="{093209B7-3988-53D4-1E80-F27B35F47183}"/>
          </ac:spMkLst>
        </pc:spChg>
        <pc:spChg chg="mod topLvl">
          <ac:chgData name="Mayu Ninagawa (蜷川 真優 GE)" userId="15d22be4-2d84-414d-ac66-ca09a50eae87" providerId="ADAL" clId="{5E599063-F5BB-49D4-A9DF-D59C17E5C422}" dt="2026-01-15T08:48:50.056" v="1671" actId="164"/>
          <ac:spMkLst>
            <pc:docMk/>
            <pc:sldMk cId="1470444246" sldId="348"/>
            <ac:spMk id="283" creationId="{B3F91808-AFEC-E688-4D2F-C0A7C118E913}"/>
          </ac:spMkLst>
        </pc:spChg>
        <pc:spChg chg="mod topLvl">
          <ac:chgData name="Mayu Ninagawa (蜷川 真優 GE)" userId="15d22be4-2d84-414d-ac66-ca09a50eae87" providerId="ADAL" clId="{5E599063-F5BB-49D4-A9DF-D59C17E5C422}" dt="2026-01-15T08:48:50.056" v="1671" actId="164"/>
          <ac:spMkLst>
            <pc:docMk/>
            <pc:sldMk cId="1470444246" sldId="348"/>
            <ac:spMk id="284" creationId="{F452ECA3-B384-78A5-94DF-78F49C05DB6D}"/>
          </ac:spMkLst>
        </pc:spChg>
        <pc:spChg chg="mod topLvl">
          <ac:chgData name="Mayu Ninagawa (蜷川 真優 GE)" userId="15d22be4-2d84-414d-ac66-ca09a50eae87" providerId="ADAL" clId="{5E599063-F5BB-49D4-A9DF-D59C17E5C422}" dt="2026-01-15T08:48:50.056" v="1671" actId="164"/>
          <ac:spMkLst>
            <pc:docMk/>
            <pc:sldMk cId="1470444246" sldId="348"/>
            <ac:spMk id="285" creationId="{9345D24E-0E64-21AE-6DB5-B9AFB926EE1D}"/>
          </ac:spMkLst>
        </pc:spChg>
        <pc:spChg chg="mod topLvl">
          <ac:chgData name="Mayu Ninagawa (蜷川 真優 GE)" userId="15d22be4-2d84-414d-ac66-ca09a50eae87" providerId="ADAL" clId="{5E599063-F5BB-49D4-A9DF-D59C17E5C422}" dt="2026-01-15T08:48:50.056" v="1671" actId="164"/>
          <ac:spMkLst>
            <pc:docMk/>
            <pc:sldMk cId="1470444246" sldId="348"/>
            <ac:spMk id="286" creationId="{113FC298-8B68-974E-8F0D-9B297323FF1D}"/>
          </ac:spMkLst>
        </pc:spChg>
        <pc:spChg chg="mod topLvl">
          <ac:chgData name="Mayu Ninagawa (蜷川 真優 GE)" userId="15d22be4-2d84-414d-ac66-ca09a50eae87" providerId="ADAL" clId="{5E599063-F5BB-49D4-A9DF-D59C17E5C422}" dt="2026-01-15T08:48:50.056" v="1671" actId="164"/>
          <ac:spMkLst>
            <pc:docMk/>
            <pc:sldMk cId="1470444246" sldId="348"/>
            <ac:spMk id="287" creationId="{AD8D2CC2-FC3A-8397-5A6F-0B3B545A436A}"/>
          </ac:spMkLst>
        </pc:spChg>
        <pc:spChg chg="mod topLvl">
          <ac:chgData name="Mayu Ninagawa (蜷川 真優 GE)" userId="15d22be4-2d84-414d-ac66-ca09a50eae87" providerId="ADAL" clId="{5E599063-F5BB-49D4-A9DF-D59C17E5C422}" dt="2026-01-15T08:48:50.056" v="1671" actId="164"/>
          <ac:spMkLst>
            <pc:docMk/>
            <pc:sldMk cId="1470444246" sldId="348"/>
            <ac:spMk id="288" creationId="{404BB832-8223-4829-4FED-0B1F2732A503}"/>
          </ac:spMkLst>
        </pc:spChg>
        <pc:spChg chg="mod topLvl">
          <ac:chgData name="Mayu Ninagawa (蜷川 真優 GE)" userId="15d22be4-2d84-414d-ac66-ca09a50eae87" providerId="ADAL" clId="{5E599063-F5BB-49D4-A9DF-D59C17E5C422}" dt="2026-01-15T08:48:50.056" v="1671" actId="164"/>
          <ac:spMkLst>
            <pc:docMk/>
            <pc:sldMk cId="1470444246" sldId="348"/>
            <ac:spMk id="289" creationId="{1D8F6C05-4252-6329-CF40-16A7DF3C0786}"/>
          </ac:spMkLst>
        </pc:spChg>
        <pc:spChg chg="mod topLvl">
          <ac:chgData name="Mayu Ninagawa (蜷川 真優 GE)" userId="15d22be4-2d84-414d-ac66-ca09a50eae87" providerId="ADAL" clId="{5E599063-F5BB-49D4-A9DF-D59C17E5C422}" dt="2026-01-15T08:48:50.056" v="1671" actId="164"/>
          <ac:spMkLst>
            <pc:docMk/>
            <pc:sldMk cId="1470444246" sldId="348"/>
            <ac:spMk id="290" creationId="{F955CBF7-C722-0025-CC21-43CDD64F2847}"/>
          </ac:spMkLst>
        </pc:spChg>
        <pc:spChg chg="mod topLvl">
          <ac:chgData name="Mayu Ninagawa (蜷川 真優 GE)" userId="15d22be4-2d84-414d-ac66-ca09a50eae87" providerId="ADAL" clId="{5E599063-F5BB-49D4-A9DF-D59C17E5C422}" dt="2026-01-15T08:48:50.056" v="1671" actId="164"/>
          <ac:spMkLst>
            <pc:docMk/>
            <pc:sldMk cId="1470444246" sldId="348"/>
            <ac:spMk id="291" creationId="{E5E76E52-5A69-DE6C-99BA-C097A924E09D}"/>
          </ac:spMkLst>
        </pc:spChg>
        <pc:spChg chg="mod topLvl">
          <ac:chgData name="Mayu Ninagawa (蜷川 真優 GE)" userId="15d22be4-2d84-414d-ac66-ca09a50eae87" providerId="ADAL" clId="{5E599063-F5BB-49D4-A9DF-D59C17E5C422}" dt="2026-01-15T08:48:50.056" v="1671" actId="164"/>
          <ac:spMkLst>
            <pc:docMk/>
            <pc:sldMk cId="1470444246" sldId="348"/>
            <ac:spMk id="292" creationId="{027F28BD-12B9-AA3F-1964-7D83693F2E5A}"/>
          </ac:spMkLst>
        </pc:spChg>
        <pc:spChg chg="mod topLvl">
          <ac:chgData name="Mayu Ninagawa (蜷川 真優 GE)" userId="15d22be4-2d84-414d-ac66-ca09a50eae87" providerId="ADAL" clId="{5E599063-F5BB-49D4-A9DF-D59C17E5C422}" dt="2026-01-15T08:48:50.056" v="1671" actId="164"/>
          <ac:spMkLst>
            <pc:docMk/>
            <pc:sldMk cId="1470444246" sldId="348"/>
            <ac:spMk id="293" creationId="{E86273B3-9FB9-5EA2-A85F-DFA40CCAD9D5}"/>
          </ac:spMkLst>
        </pc:spChg>
        <pc:spChg chg="mod topLvl">
          <ac:chgData name="Mayu Ninagawa (蜷川 真優 GE)" userId="15d22be4-2d84-414d-ac66-ca09a50eae87" providerId="ADAL" clId="{5E599063-F5BB-49D4-A9DF-D59C17E5C422}" dt="2026-01-15T08:48:50.056" v="1671" actId="164"/>
          <ac:spMkLst>
            <pc:docMk/>
            <pc:sldMk cId="1470444246" sldId="348"/>
            <ac:spMk id="294" creationId="{83C0E6B6-8CA6-9111-38E4-ED6004487FE6}"/>
          </ac:spMkLst>
        </pc:spChg>
        <pc:spChg chg="mod topLvl">
          <ac:chgData name="Mayu Ninagawa (蜷川 真優 GE)" userId="15d22be4-2d84-414d-ac66-ca09a50eae87" providerId="ADAL" clId="{5E599063-F5BB-49D4-A9DF-D59C17E5C422}" dt="2026-01-15T08:48:50.056" v="1671" actId="164"/>
          <ac:spMkLst>
            <pc:docMk/>
            <pc:sldMk cId="1470444246" sldId="348"/>
            <ac:spMk id="295" creationId="{A96CA1C1-51F1-764D-9D07-CCB5B6251E4F}"/>
          </ac:spMkLst>
        </pc:spChg>
        <pc:spChg chg="mod topLvl">
          <ac:chgData name="Mayu Ninagawa (蜷川 真優 GE)" userId="15d22be4-2d84-414d-ac66-ca09a50eae87" providerId="ADAL" clId="{5E599063-F5BB-49D4-A9DF-D59C17E5C422}" dt="2026-01-15T08:48:50.056" v="1671" actId="164"/>
          <ac:spMkLst>
            <pc:docMk/>
            <pc:sldMk cId="1470444246" sldId="348"/>
            <ac:spMk id="296" creationId="{9AC42A1D-B228-C300-FC11-49AE4E27BB17}"/>
          </ac:spMkLst>
        </pc:spChg>
        <pc:spChg chg="mod topLvl">
          <ac:chgData name="Mayu Ninagawa (蜷川 真優 GE)" userId="15d22be4-2d84-414d-ac66-ca09a50eae87" providerId="ADAL" clId="{5E599063-F5BB-49D4-A9DF-D59C17E5C422}" dt="2026-01-15T08:48:50.056" v="1671" actId="164"/>
          <ac:spMkLst>
            <pc:docMk/>
            <pc:sldMk cId="1470444246" sldId="348"/>
            <ac:spMk id="297" creationId="{4309494A-D30A-2E34-B11A-DDA01C7A71EC}"/>
          </ac:spMkLst>
        </pc:spChg>
        <pc:spChg chg="mod topLvl">
          <ac:chgData name="Mayu Ninagawa (蜷川 真優 GE)" userId="15d22be4-2d84-414d-ac66-ca09a50eae87" providerId="ADAL" clId="{5E599063-F5BB-49D4-A9DF-D59C17E5C422}" dt="2026-01-15T08:48:50.056" v="1671" actId="164"/>
          <ac:spMkLst>
            <pc:docMk/>
            <pc:sldMk cId="1470444246" sldId="348"/>
            <ac:spMk id="298" creationId="{5E73E94A-763D-7F00-7F9B-A0AC4409FA9B}"/>
          </ac:spMkLst>
        </pc:spChg>
        <pc:spChg chg="mod topLvl">
          <ac:chgData name="Mayu Ninagawa (蜷川 真優 GE)" userId="15d22be4-2d84-414d-ac66-ca09a50eae87" providerId="ADAL" clId="{5E599063-F5BB-49D4-A9DF-D59C17E5C422}" dt="2026-01-15T08:48:50.056" v="1671" actId="164"/>
          <ac:spMkLst>
            <pc:docMk/>
            <pc:sldMk cId="1470444246" sldId="348"/>
            <ac:spMk id="299" creationId="{571DF0B4-E2D4-D71C-F18C-0FA6EAB64F8D}"/>
          </ac:spMkLst>
        </pc:spChg>
        <pc:spChg chg="mod topLvl">
          <ac:chgData name="Mayu Ninagawa (蜷川 真優 GE)" userId="15d22be4-2d84-414d-ac66-ca09a50eae87" providerId="ADAL" clId="{5E599063-F5BB-49D4-A9DF-D59C17E5C422}" dt="2026-01-15T08:48:50.056" v="1671" actId="164"/>
          <ac:spMkLst>
            <pc:docMk/>
            <pc:sldMk cId="1470444246" sldId="348"/>
            <ac:spMk id="300" creationId="{D1AA2F52-0ED0-69E4-41AF-4BD424FC6801}"/>
          </ac:spMkLst>
        </pc:spChg>
        <pc:spChg chg="mod topLvl">
          <ac:chgData name="Mayu Ninagawa (蜷川 真優 GE)" userId="15d22be4-2d84-414d-ac66-ca09a50eae87" providerId="ADAL" clId="{5E599063-F5BB-49D4-A9DF-D59C17E5C422}" dt="2026-01-15T08:48:50.056" v="1671" actId="164"/>
          <ac:spMkLst>
            <pc:docMk/>
            <pc:sldMk cId="1470444246" sldId="348"/>
            <ac:spMk id="301" creationId="{70122701-72CF-CECA-7BA7-AF588E06573E}"/>
          </ac:spMkLst>
        </pc:spChg>
        <pc:spChg chg="mod topLvl">
          <ac:chgData name="Mayu Ninagawa (蜷川 真優 GE)" userId="15d22be4-2d84-414d-ac66-ca09a50eae87" providerId="ADAL" clId="{5E599063-F5BB-49D4-A9DF-D59C17E5C422}" dt="2026-01-15T08:48:50.056" v="1671" actId="164"/>
          <ac:spMkLst>
            <pc:docMk/>
            <pc:sldMk cId="1470444246" sldId="348"/>
            <ac:spMk id="302" creationId="{F9F10A81-0469-68E2-14A9-E5C293904BB4}"/>
          </ac:spMkLst>
        </pc:spChg>
        <pc:spChg chg="mod topLvl">
          <ac:chgData name="Mayu Ninagawa (蜷川 真優 GE)" userId="15d22be4-2d84-414d-ac66-ca09a50eae87" providerId="ADAL" clId="{5E599063-F5BB-49D4-A9DF-D59C17E5C422}" dt="2026-01-15T08:48:50.056" v="1671" actId="164"/>
          <ac:spMkLst>
            <pc:docMk/>
            <pc:sldMk cId="1470444246" sldId="348"/>
            <ac:spMk id="303" creationId="{75ED1F22-B706-C996-B04A-76E1C8FDDE36}"/>
          </ac:spMkLst>
        </pc:spChg>
        <pc:spChg chg="mod topLvl">
          <ac:chgData name="Mayu Ninagawa (蜷川 真優 GE)" userId="15d22be4-2d84-414d-ac66-ca09a50eae87" providerId="ADAL" clId="{5E599063-F5BB-49D4-A9DF-D59C17E5C422}" dt="2026-01-15T08:48:50.056" v="1671" actId="164"/>
          <ac:spMkLst>
            <pc:docMk/>
            <pc:sldMk cId="1470444246" sldId="348"/>
            <ac:spMk id="304" creationId="{D79F0CCB-914F-4778-FA35-A213DAF019A1}"/>
          </ac:spMkLst>
        </pc:spChg>
        <pc:spChg chg="mod topLvl">
          <ac:chgData name="Mayu Ninagawa (蜷川 真優 GE)" userId="15d22be4-2d84-414d-ac66-ca09a50eae87" providerId="ADAL" clId="{5E599063-F5BB-49D4-A9DF-D59C17E5C422}" dt="2026-01-15T08:48:50.056" v="1671" actId="164"/>
          <ac:spMkLst>
            <pc:docMk/>
            <pc:sldMk cId="1470444246" sldId="348"/>
            <ac:spMk id="305" creationId="{D7142297-B878-0399-3410-81C95929652D}"/>
          </ac:spMkLst>
        </pc:spChg>
        <pc:spChg chg="mod topLvl">
          <ac:chgData name="Mayu Ninagawa (蜷川 真優 GE)" userId="15d22be4-2d84-414d-ac66-ca09a50eae87" providerId="ADAL" clId="{5E599063-F5BB-49D4-A9DF-D59C17E5C422}" dt="2026-01-15T08:48:50.056" v="1671" actId="164"/>
          <ac:spMkLst>
            <pc:docMk/>
            <pc:sldMk cId="1470444246" sldId="348"/>
            <ac:spMk id="306" creationId="{14BF69D0-D598-9D97-86E0-9582BFE49B96}"/>
          </ac:spMkLst>
        </pc:spChg>
        <pc:spChg chg="mod topLvl">
          <ac:chgData name="Mayu Ninagawa (蜷川 真優 GE)" userId="15d22be4-2d84-414d-ac66-ca09a50eae87" providerId="ADAL" clId="{5E599063-F5BB-49D4-A9DF-D59C17E5C422}" dt="2026-01-15T08:48:50.056" v="1671" actId="164"/>
          <ac:spMkLst>
            <pc:docMk/>
            <pc:sldMk cId="1470444246" sldId="348"/>
            <ac:spMk id="307" creationId="{CE007487-311C-E99E-6C07-46C3AF5902B4}"/>
          </ac:spMkLst>
        </pc:spChg>
        <pc:spChg chg="mod topLvl">
          <ac:chgData name="Mayu Ninagawa (蜷川 真優 GE)" userId="15d22be4-2d84-414d-ac66-ca09a50eae87" providerId="ADAL" clId="{5E599063-F5BB-49D4-A9DF-D59C17E5C422}" dt="2026-01-15T08:48:50.056" v="1671" actId="164"/>
          <ac:spMkLst>
            <pc:docMk/>
            <pc:sldMk cId="1470444246" sldId="348"/>
            <ac:spMk id="308" creationId="{9B878C74-7093-8153-1F44-8BD50A574C62}"/>
          </ac:spMkLst>
        </pc:spChg>
        <pc:spChg chg="mod topLvl">
          <ac:chgData name="Mayu Ninagawa (蜷川 真優 GE)" userId="15d22be4-2d84-414d-ac66-ca09a50eae87" providerId="ADAL" clId="{5E599063-F5BB-49D4-A9DF-D59C17E5C422}" dt="2026-01-15T08:48:50.056" v="1671" actId="164"/>
          <ac:spMkLst>
            <pc:docMk/>
            <pc:sldMk cId="1470444246" sldId="348"/>
            <ac:spMk id="309" creationId="{38133D5D-5DEB-5FF0-8E21-6B3F79D09438}"/>
          </ac:spMkLst>
        </pc:spChg>
        <pc:spChg chg="mod topLvl">
          <ac:chgData name="Mayu Ninagawa (蜷川 真優 GE)" userId="15d22be4-2d84-414d-ac66-ca09a50eae87" providerId="ADAL" clId="{5E599063-F5BB-49D4-A9DF-D59C17E5C422}" dt="2026-01-15T08:48:50.056" v="1671" actId="164"/>
          <ac:spMkLst>
            <pc:docMk/>
            <pc:sldMk cId="1470444246" sldId="348"/>
            <ac:spMk id="310" creationId="{4C239F79-FDE8-6426-4AE4-06F3F01C1A71}"/>
          </ac:spMkLst>
        </pc:spChg>
        <pc:spChg chg="mod topLvl">
          <ac:chgData name="Mayu Ninagawa (蜷川 真優 GE)" userId="15d22be4-2d84-414d-ac66-ca09a50eae87" providerId="ADAL" clId="{5E599063-F5BB-49D4-A9DF-D59C17E5C422}" dt="2026-01-15T08:48:50.056" v="1671" actId="164"/>
          <ac:spMkLst>
            <pc:docMk/>
            <pc:sldMk cId="1470444246" sldId="348"/>
            <ac:spMk id="311" creationId="{40C247FC-585C-A00A-115A-EF0346FDA56F}"/>
          </ac:spMkLst>
        </pc:spChg>
        <pc:spChg chg="mod topLvl">
          <ac:chgData name="Mayu Ninagawa (蜷川 真優 GE)" userId="15d22be4-2d84-414d-ac66-ca09a50eae87" providerId="ADAL" clId="{5E599063-F5BB-49D4-A9DF-D59C17E5C422}" dt="2026-01-15T08:48:50.056" v="1671" actId="164"/>
          <ac:spMkLst>
            <pc:docMk/>
            <pc:sldMk cId="1470444246" sldId="348"/>
            <ac:spMk id="312" creationId="{16190902-F957-FA5A-3016-E31351257E9E}"/>
          </ac:spMkLst>
        </pc:spChg>
        <pc:spChg chg="mod topLvl">
          <ac:chgData name="Mayu Ninagawa (蜷川 真優 GE)" userId="15d22be4-2d84-414d-ac66-ca09a50eae87" providerId="ADAL" clId="{5E599063-F5BB-49D4-A9DF-D59C17E5C422}" dt="2026-01-15T08:48:50.056" v="1671" actId="164"/>
          <ac:spMkLst>
            <pc:docMk/>
            <pc:sldMk cId="1470444246" sldId="348"/>
            <ac:spMk id="313" creationId="{06253BCA-D331-F0DF-D143-9239CC47F985}"/>
          </ac:spMkLst>
        </pc:spChg>
        <pc:spChg chg="mod topLvl">
          <ac:chgData name="Mayu Ninagawa (蜷川 真優 GE)" userId="15d22be4-2d84-414d-ac66-ca09a50eae87" providerId="ADAL" clId="{5E599063-F5BB-49D4-A9DF-D59C17E5C422}" dt="2026-01-15T08:48:50.056" v="1671" actId="164"/>
          <ac:spMkLst>
            <pc:docMk/>
            <pc:sldMk cId="1470444246" sldId="348"/>
            <ac:spMk id="314" creationId="{4ACEF7A8-D558-C2B7-3157-67460FBE2CE3}"/>
          </ac:spMkLst>
        </pc:spChg>
        <pc:spChg chg="mod topLvl">
          <ac:chgData name="Mayu Ninagawa (蜷川 真優 GE)" userId="15d22be4-2d84-414d-ac66-ca09a50eae87" providerId="ADAL" clId="{5E599063-F5BB-49D4-A9DF-D59C17E5C422}" dt="2026-01-15T08:48:50.056" v="1671" actId="164"/>
          <ac:spMkLst>
            <pc:docMk/>
            <pc:sldMk cId="1470444246" sldId="348"/>
            <ac:spMk id="315" creationId="{E7B0A6B5-545F-7A5D-9CBC-C178382108BC}"/>
          </ac:spMkLst>
        </pc:spChg>
        <pc:spChg chg="mod topLvl">
          <ac:chgData name="Mayu Ninagawa (蜷川 真優 GE)" userId="15d22be4-2d84-414d-ac66-ca09a50eae87" providerId="ADAL" clId="{5E599063-F5BB-49D4-A9DF-D59C17E5C422}" dt="2026-01-15T08:48:50.056" v="1671" actId="164"/>
          <ac:spMkLst>
            <pc:docMk/>
            <pc:sldMk cId="1470444246" sldId="348"/>
            <ac:spMk id="316" creationId="{6F4719B8-623B-99A6-6283-7C6D60CEA4D0}"/>
          </ac:spMkLst>
        </pc:spChg>
        <pc:spChg chg="mod topLvl">
          <ac:chgData name="Mayu Ninagawa (蜷川 真優 GE)" userId="15d22be4-2d84-414d-ac66-ca09a50eae87" providerId="ADAL" clId="{5E599063-F5BB-49D4-A9DF-D59C17E5C422}" dt="2026-01-15T08:48:50.056" v="1671" actId="164"/>
          <ac:spMkLst>
            <pc:docMk/>
            <pc:sldMk cId="1470444246" sldId="348"/>
            <ac:spMk id="317" creationId="{16D5DA6A-C3C2-8174-743B-68F4DD120CE8}"/>
          </ac:spMkLst>
        </pc:spChg>
        <pc:spChg chg="mod topLvl">
          <ac:chgData name="Mayu Ninagawa (蜷川 真優 GE)" userId="15d22be4-2d84-414d-ac66-ca09a50eae87" providerId="ADAL" clId="{5E599063-F5BB-49D4-A9DF-D59C17E5C422}" dt="2026-01-15T08:48:50.056" v="1671" actId="164"/>
          <ac:spMkLst>
            <pc:docMk/>
            <pc:sldMk cId="1470444246" sldId="348"/>
            <ac:spMk id="318" creationId="{3BC1AD64-4D41-3565-3829-DD6CA88B2254}"/>
          </ac:spMkLst>
        </pc:spChg>
        <pc:spChg chg="mod topLvl">
          <ac:chgData name="Mayu Ninagawa (蜷川 真優 GE)" userId="15d22be4-2d84-414d-ac66-ca09a50eae87" providerId="ADAL" clId="{5E599063-F5BB-49D4-A9DF-D59C17E5C422}" dt="2026-01-15T08:48:50.056" v="1671" actId="164"/>
          <ac:spMkLst>
            <pc:docMk/>
            <pc:sldMk cId="1470444246" sldId="348"/>
            <ac:spMk id="319" creationId="{E11A183F-8839-F43A-31E6-0A0E9999B312}"/>
          </ac:spMkLst>
        </pc:spChg>
        <pc:spChg chg="mod topLvl">
          <ac:chgData name="Mayu Ninagawa (蜷川 真優 GE)" userId="15d22be4-2d84-414d-ac66-ca09a50eae87" providerId="ADAL" clId="{5E599063-F5BB-49D4-A9DF-D59C17E5C422}" dt="2026-01-15T08:48:50.056" v="1671" actId="164"/>
          <ac:spMkLst>
            <pc:docMk/>
            <pc:sldMk cId="1470444246" sldId="348"/>
            <ac:spMk id="320" creationId="{C03DD2DB-5704-CC6B-9C74-96DB987AD52D}"/>
          </ac:spMkLst>
        </pc:spChg>
        <pc:grpChg chg="del mod">
          <ac:chgData name="Mayu Ninagawa (蜷川 真優 GE)" userId="15d22be4-2d84-414d-ac66-ca09a50eae87" providerId="ADAL" clId="{5E599063-F5BB-49D4-A9DF-D59C17E5C422}" dt="2026-01-15T08:48:28.052" v="1668" actId="165"/>
          <ac:grpSpMkLst>
            <pc:docMk/>
            <pc:sldMk cId="1470444246" sldId="348"/>
            <ac:grpSpMk id="8" creationId="{5C967C5C-9544-DCDD-5F28-7E38A6AE6C67}"/>
          </ac:grpSpMkLst>
        </pc:grpChg>
        <pc:grpChg chg="add mod">
          <ac:chgData name="Mayu Ninagawa (蜷川 真優 GE)" userId="15d22be4-2d84-414d-ac66-ca09a50eae87" providerId="ADAL" clId="{5E599063-F5BB-49D4-A9DF-D59C17E5C422}" dt="2026-01-15T08:48:50.056" v="1671" actId="164"/>
          <ac:grpSpMkLst>
            <pc:docMk/>
            <pc:sldMk cId="1470444246" sldId="348"/>
            <ac:grpSpMk id="13" creationId="{BCF8F5F6-1C89-7E4C-0CCA-53F4DDF2660E}"/>
          </ac:grpSpMkLst>
        </pc:grpChg>
      </pc:sldChg>
      <pc:sldChg chg="modSp">
        <pc:chgData name="Mayu Ninagawa (蜷川 真優 GE)" userId="15d22be4-2d84-414d-ac66-ca09a50eae87" providerId="ADAL" clId="{5E599063-F5BB-49D4-A9DF-D59C17E5C422}" dt="2026-01-15T10:37:37.099" v="2967"/>
        <pc:sldMkLst>
          <pc:docMk/>
          <pc:sldMk cId="787992016" sldId="352"/>
        </pc:sldMkLst>
        <pc:spChg chg="mod">
          <ac:chgData name="Mayu Ninagawa (蜷川 真優 GE)" userId="15d22be4-2d84-414d-ac66-ca09a50eae87" providerId="ADAL" clId="{5E599063-F5BB-49D4-A9DF-D59C17E5C422}" dt="2026-01-15T10:37:37.099" v="2967"/>
          <ac:spMkLst>
            <pc:docMk/>
            <pc:sldMk cId="787992016" sldId="352"/>
            <ac:spMk id="2" creationId="{26B698E3-2790-8874-E1C0-19D400F2CA46}"/>
          </ac:spMkLst>
        </pc:spChg>
      </pc:sldChg>
      <pc:sldChg chg="addSp modSp mod">
        <pc:chgData name="Mayu Ninagawa (蜷川 真優 GE)" userId="15d22be4-2d84-414d-ac66-ca09a50eae87" providerId="ADAL" clId="{5E599063-F5BB-49D4-A9DF-D59C17E5C422}" dt="2026-01-15T08:50:36.071" v="1705" actId="17032"/>
        <pc:sldMkLst>
          <pc:docMk/>
          <pc:sldMk cId="1055752041" sldId="354"/>
        </pc:sldMkLst>
        <pc:spChg chg="add mod">
          <ac:chgData name="Mayu Ninagawa (蜷川 真優 GE)" userId="15d22be4-2d84-414d-ac66-ca09a50eae87" providerId="ADAL" clId="{5E599063-F5BB-49D4-A9DF-D59C17E5C422}" dt="2026-01-15T08:50:36.071" v="1705" actId="17032"/>
          <ac:spMkLst>
            <pc:docMk/>
            <pc:sldMk cId="1055752041" sldId="354"/>
            <ac:spMk id="3" creationId="{BFFD5ED5-5A19-41B7-486C-18EEE8684DF0}"/>
          </ac:spMkLst>
        </pc:spChg>
      </pc:sldChg>
      <pc:sldChg chg="modSp">
        <pc:chgData name="Mayu Ninagawa (蜷川 真優 GE)" userId="15d22be4-2d84-414d-ac66-ca09a50eae87" providerId="ADAL" clId="{5E599063-F5BB-49D4-A9DF-D59C17E5C422}" dt="2026-01-15T10:37:37.099" v="2967"/>
        <pc:sldMkLst>
          <pc:docMk/>
          <pc:sldMk cId="3694078035" sldId="355"/>
        </pc:sldMkLst>
        <pc:graphicFrameChg chg="mod">
          <ac:chgData name="Mayu Ninagawa (蜷川 真優 GE)" userId="15d22be4-2d84-414d-ac66-ca09a50eae87" providerId="ADAL" clId="{5E599063-F5BB-49D4-A9DF-D59C17E5C422}" dt="2026-01-15T10:37:37.099" v="2967"/>
          <ac:graphicFrameMkLst>
            <pc:docMk/>
            <pc:sldMk cId="3694078035" sldId="355"/>
            <ac:graphicFrameMk id="3" creationId="{2D93A861-CE32-3248-78D8-A30F9FBDC11D}"/>
          </ac:graphicFrameMkLst>
        </pc:graphicFrameChg>
      </pc:sldChg>
      <pc:sldChg chg="addSp delSp modSp mod ord">
        <pc:chgData name="Mayu Ninagawa (蜷川 真優 GE)" userId="15d22be4-2d84-414d-ac66-ca09a50eae87" providerId="ADAL" clId="{5E599063-F5BB-49D4-A9DF-D59C17E5C422}" dt="2026-01-15T12:34:14.081" v="3669" actId="14100"/>
        <pc:sldMkLst>
          <pc:docMk/>
          <pc:sldMk cId="1925714285" sldId="366"/>
        </pc:sldMkLst>
        <pc:spChg chg="add mod">
          <ac:chgData name="Mayu Ninagawa (蜷川 真優 GE)" userId="15d22be4-2d84-414d-ac66-ca09a50eae87" providerId="ADAL" clId="{5E599063-F5BB-49D4-A9DF-D59C17E5C422}" dt="2026-01-15T12:34:14.081" v="3669" actId="14100"/>
          <ac:spMkLst>
            <pc:docMk/>
            <pc:sldMk cId="1925714285" sldId="366"/>
            <ac:spMk id="5" creationId="{A1945229-42AB-9323-34ED-F444A7E2AEE6}"/>
          </ac:spMkLst>
        </pc:spChg>
        <pc:spChg chg="add del">
          <ac:chgData name="Mayu Ninagawa (蜷川 真優 GE)" userId="15d22be4-2d84-414d-ac66-ca09a50eae87" providerId="ADAL" clId="{5E599063-F5BB-49D4-A9DF-D59C17E5C422}" dt="2026-01-15T06:41:34.485" v="49" actId="22"/>
          <ac:spMkLst>
            <pc:docMk/>
            <pc:sldMk cId="1925714285" sldId="366"/>
            <ac:spMk id="68" creationId="{7AE44306-13E4-E60C-02B0-213BB12F5D2A}"/>
          </ac:spMkLst>
        </pc:spChg>
        <pc:grpChg chg="del">
          <ac:chgData name="Mayu Ninagawa (蜷川 真優 GE)" userId="15d22be4-2d84-414d-ac66-ca09a50eae87" providerId="ADAL" clId="{5E599063-F5BB-49D4-A9DF-D59C17E5C422}" dt="2026-01-15T08:16:05.108" v="540" actId="478"/>
          <ac:grpSpMkLst>
            <pc:docMk/>
            <pc:sldMk cId="1925714285" sldId="366"/>
            <ac:grpSpMk id="5" creationId="{A53D7831-AC5D-845E-2BEC-16983A2194A8}"/>
          </ac:grpSpMkLst>
        </pc:grpChg>
        <pc:grpChg chg="del">
          <ac:chgData name="Mayu Ninagawa (蜷川 真優 GE)" userId="15d22be4-2d84-414d-ac66-ca09a50eae87" providerId="ADAL" clId="{5E599063-F5BB-49D4-A9DF-D59C17E5C422}" dt="2026-01-15T08:16:07.561" v="541" actId="478"/>
          <ac:grpSpMkLst>
            <pc:docMk/>
            <pc:sldMk cId="1925714285" sldId="366"/>
            <ac:grpSpMk id="147" creationId="{FDE5E993-FCE7-1A2B-B719-80ADD2FA4140}"/>
          </ac:grpSpMkLst>
        </pc:grpChg>
        <pc:grpChg chg="del">
          <ac:chgData name="Mayu Ninagawa (蜷川 真優 GE)" userId="15d22be4-2d84-414d-ac66-ca09a50eae87" providerId="ADAL" clId="{5E599063-F5BB-49D4-A9DF-D59C17E5C422}" dt="2026-01-15T08:16:05.108" v="540" actId="478"/>
          <ac:grpSpMkLst>
            <pc:docMk/>
            <pc:sldMk cId="1925714285" sldId="366"/>
            <ac:grpSpMk id="345" creationId="{CEBE51AF-F8D9-CAD0-5265-FD9746CDD91F}"/>
          </ac:grpSpMkLst>
        </pc:grpChg>
        <pc:graphicFrameChg chg="mod modGraphic">
          <ac:chgData name="Mayu Ninagawa (蜷川 真優 GE)" userId="15d22be4-2d84-414d-ac66-ca09a50eae87" providerId="ADAL" clId="{5E599063-F5BB-49D4-A9DF-D59C17E5C422}" dt="2026-01-15T10:11:40.208" v="2804" actId="20577"/>
          <ac:graphicFrameMkLst>
            <pc:docMk/>
            <pc:sldMk cId="1925714285" sldId="366"/>
            <ac:graphicFrameMk id="4" creationId="{705EF53B-5047-6A33-7DE0-051B9A66CED6}"/>
          </ac:graphicFrameMkLst>
        </pc:graphicFrameChg>
        <pc:graphicFrameChg chg="del mod modGraphic">
          <ac:chgData name="Mayu Ninagawa (蜷川 真優 GE)" userId="15d22be4-2d84-414d-ac66-ca09a50eae87" providerId="ADAL" clId="{5E599063-F5BB-49D4-A9DF-D59C17E5C422}" dt="2026-01-15T06:46:17.222" v="84" actId="478"/>
          <ac:graphicFrameMkLst>
            <pc:docMk/>
            <pc:sldMk cId="1925714285" sldId="366"/>
            <ac:graphicFrameMk id="66" creationId="{21EDDB92-8164-36AB-EF40-20AA6303C4B7}"/>
          </ac:graphicFrameMkLst>
        </pc:graphicFrameChg>
        <pc:graphicFrameChg chg="add del mod modGraphic">
          <ac:chgData name="Mayu Ninagawa (蜷川 真優 GE)" userId="15d22be4-2d84-414d-ac66-ca09a50eae87" providerId="ADAL" clId="{5E599063-F5BB-49D4-A9DF-D59C17E5C422}" dt="2026-01-15T08:15:35.643" v="529" actId="478"/>
          <ac:graphicFrameMkLst>
            <pc:docMk/>
            <pc:sldMk cId="1925714285" sldId="366"/>
            <ac:graphicFrameMk id="66" creationId="{A7E76A3B-8051-8AAC-12E6-710594A5E2CC}"/>
          </ac:graphicFrameMkLst>
        </pc:graphicFrameChg>
        <pc:graphicFrameChg chg="add del mod">
          <ac:chgData name="Mayu Ninagawa (蜷川 真優 GE)" userId="15d22be4-2d84-414d-ac66-ca09a50eae87" providerId="ADAL" clId="{5E599063-F5BB-49D4-A9DF-D59C17E5C422}" dt="2026-01-15T08:31:40.941" v="755"/>
          <ac:graphicFrameMkLst>
            <pc:docMk/>
            <pc:sldMk cId="1925714285" sldId="366"/>
            <ac:graphicFrameMk id="67" creationId="{681B7FF5-E203-E944-B3AC-784062E312AF}"/>
          </ac:graphicFrameMkLst>
        </pc:graphicFrameChg>
        <pc:graphicFrameChg chg="add del mod">
          <ac:chgData name="Mayu Ninagawa (蜷川 真優 GE)" userId="15d22be4-2d84-414d-ac66-ca09a50eae87" providerId="ADAL" clId="{5E599063-F5BB-49D4-A9DF-D59C17E5C422}" dt="2026-01-15T08:31:40.941" v="755"/>
          <ac:graphicFrameMkLst>
            <pc:docMk/>
            <pc:sldMk cId="1925714285" sldId="366"/>
            <ac:graphicFrameMk id="68" creationId="{16C4C84A-624D-0787-3F7B-C988D3840B4D}"/>
          </ac:graphicFrameMkLst>
        </pc:graphicFrameChg>
        <pc:graphicFrameChg chg="add del mod">
          <ac:chgData name="Mayu Ninagawa (蜷川 真優 GE)" userId="15d22be4-2d84-414d-ac66-ca09a50eae87" providerId="ADAL" clId="{5E599063-F5BB-49D4-A9DF-D59C17E5C422}" dt="2026-01-15T08:31:40.941" v="755"/>
          <ac:graphicFrameMkLst>
            <pc:docMk/>
            <pc:sldMk cId="1925714285" sldId="366"/>
            <ac:graphicFrameMk id="69" creationId="{0535101D-C7A8-542F-A8DE-30722ADFEE8D}"/>
          </ac:graphicFrameMkLst>
        </pc:graphicFrameChg>
        <pc:graphicFrameChg chg="add del mod">
          <ac:chgData name="Mayu Ninagawa (蜷川 真優 GE)" userId="15d22be4-2d84-414d-ac66-ca09a50eae87" providerId="ADAL" clId="{5E599063-F5BB-49D4-A9DF-D59C17E5C422}" dt="2026-01-15T06:58:14.522" v="263" actId="478"/>
          <ac:graphicFrameMkLst>
            <pc:docMk/>
            <pc:sldMk cId="1925714285" sldId="366"/>
            <ac:graphicFrameMk id="69" creationId="{9E2BA779-62F7-7E6C-F6B8-693B83222637}"/>
          </ac:graphicFrameMkLst>
        </pc:graphicFrameChg>
        <pc:graphicFrameChg chg="add del mod">
          <ac:chgData name="Mayu Ninagawa (蜷川 真優 GE)" userId="15d22be4-2d84-414d-ac66-ca09a50eae87" providerId="ADAL" clId="{5E599063-F5BB-49D4-A9DF-D59C17E5C422}" dt="2026-01-15T08:31:43.513" v="757" actId="478"/>
          <ac:graphicFrameMkLst>
            <pc:docMk/>
            <pc:sldMk cId="1925714285" sldId="366"/>
            <ac:graphicFrameMk id="70" creationId="{723B5A38-122F-F4E2-C4AF-BC5460916C12}"/>
          </ac:graphicFrameMkLst>
        </pc:graphicFrameChg>
        <pc:graphicFrameChg chg="add del mod">
          <ac:chgData name="Mayu Ninagawa (蜷川 真優 GE)" userId="15d22be4-2d84-414d-ac66-ca09a50eae87" providerId="ADAL" clId="{5E599063-F5BB-49D4-A9DF-D59C17E5C422}" dt="2026-01-15T06:56:17.604" v="236"/>
          <ac:graphicFrameMkLst>
            <pc:docMk/>
            <pc:sldMk cId="1925714285" sldId="366"/>
            <ac:graphicFrameMk id="70" creationId="{E7CE87CD-E082-71F5-CA47-A0C5156863C8}"/>
          </ac:graphicFrameMkLst>
        </pc:graphicFrameChg>
        <pc:graphicFrameChg chg="add del mod modGraphic">
          <ac:chgData name="Mayu Ninagawa (蜷川 真優 GE)" userId="15d22be4-2d84-414d-ac66-ca09a50eae87" providerId="ADAL" clId="{5E599063-F5BB-49D4-A9DF-D59C17E5C422}" dt="2026-01-15T08:41:10.577" v="846" actId="478"/>
          <ac:graphicFrameMkLst>
            <pc:docMk/>
            <pc:sldMk cId="1925714285" sldId="366"/>
            <ac:graphicFrameMk id="71" creationId="{F9DBBD68-EB5D-588F-E2FC-11395FFABECD}"/>
          </ac:graphicFrameMkLst>
        </pc:graphicFrameChg>
        <pc:graphicFrameChg chg="add del mod modGraphic">
          <ac:chgData name="Mayu Ninagawa (蜷川 真優 GE)" userId="15d22be4-2d84-414d-ac66-ca09a50eae87" providerId="ADAL" clId="{5E599063-F5BB-49D4-A9DF-D59C17E5C422}" dt="2026-01-15T08:41:10.577" v="846" actId="478"/>
          <ac:graphicFrameMkLst>
            <pc:docMk/>
            <pc:sldMk cId="1925714285" sldId="366"/>
            <ac:graphicFrameMk id="72" creationId="{60BF6AAA-B8A7-DECA-5A11-4D641D5708DE}"/>
          </ac:graphicFrameMkLst>
        </pc:graphicFrameChg>
        <pc:graphicFrameChg chg="add del mod modGraphic">
          <ac:chgData name="Mayu Ninagawa (蜷川 真優 GE)" userId="15d22be4-2d84-414d-ac66-ca09a50eae87" providerId="ADAL" clId="{5E599063-F5BB-49D4-A9DF-D59C17E5C422}" dt="2026-01-15T08:54:18.632" v="1744" actId="478"/>
          <ac:graphicFrameMkLst>
            <pc:docMk/>
            <pc:sldMk cId="1925714285" sldId="366"/>
            <ac:graphicFrameMk id="73" creationId="{57F336DD-A60E-2E37-5D19-02D13BBFD458}"/>
          </ac:graphicFrameMkLst>
        </pc:graphicFrameChg>
        <pc:graphicFrameChg chg="add del mod">
          <ac:chgData name="Mayu Ninagawa (蜷川 真優 GE)" userId="15d22be4-2d84-414d-ac66-ca09a50eae87" providerId="ADAL" clId="{5E599063-F5BB-49D4-A9DF-D59C17E5C422}" dt="2026-01-15T09:35:18.059" v="2287" actId="478"/>
          <ac:graphicFrameMkLst>
            <pc:docMk/>
            <pc:sldMk cId="1925714285" sldId="366"/>
            <ac:graphicFrameMk id="74" creationId="{BEE6D3AB-67EE-A22F-D811-FD9BECD74B97}"/>
          </ac:graphicFrameMkLst>
        </pc:graphicFrameChg>
        <pc:graphicFrameChg chg="add del mod">
          <ac:chgData name="Mayu Ninagawa (蜷川 真優 GE)" userId="15d22be4-2d84-414d-ac66-ca09a50eae87" providerId="ADAL" clId="{5E599063-F5BB-49D4-A9DF-D59C17E5C422}" dt="2026-01-15T09:35:18.059" v="2287" actId="478"/>
          <ac:graphicFrameMkLst>
            <pc:docMk/>
            <pc:sldMk cId="1925714285" sldId="366"/>
            <ac:graphicFrameMk id="75" creationId="{9021568F-8276-3035-66B9-24821AD009E7}"/>
          </ac:graphicFrameMkLst>
        </pc:graphicFrameChg>
        <pc:graphicFrameChg chg="add del mod">
          <ac:chgData name="Mayu Ninagawa (蜷川 真優 GE)" userId="15d22be4-2d84-414d-ac66-ca09a50eae87" providerId="ADAL" clId="{5E599063-F5BB-49D4-A9DF-D59C17E5C422}" dt="2026-01-15T09:53:07.751" v="2554" actId="478"/>
          <ac:graphicFrameMkLst>
            <pc:docMk/>
            <pc:sldMk cId="1925714285" sldId="366"/>
            <ac:graphicFrameMk id="76" creationId="{157E3A59-5037-45B5-2852-818DD9C76396}"/>
          </ac:graphicFrameMkLst>
        </pc:graphicFrameChg>
        <pc:picChg chg="del">
          <ac:chgData name="Mayu Ninagawa (蜷川 真優 GE)" userId="15d22be4-2d84-414d-ac66-ca09a50eae87" providerId="ADAL" clId="{5E599063-F5BB-49D4-A9DF-D59C17E5C422}" dt="2026-01-15T08:16:05.108" v="540" actId="478"/>
          <ac:picMkLst>
            <pc:docMk/>
            <pc:sldMk cId="1925714285" sldId="366"/>
            <ac:picMk id="242" creationId="{BE6FD721-5080-0372-49BA-1BD7AB33E526}"/>
          </ac:picMkLst>
        </pc:picChg>
        <pc:cxnChg chg="mod">
          <ac:chgData name="Mayu Ninagawa (蜷川 真優 GE)" userId="15d22be4-2d84-414d-ac66-ca09a50eae87" providerId="ADAL" clId="{5E599063-F5BB-49D4-A9DF-D59C17E5C422}" dt="2026-01-15T08:16:05.108" v="540" actId="478"/>
          <ac:cxnSpMkLst>
            <pc:docMk/>
            <pc:sldMk cId="1925714285" sldId="366"/>
            <ac:cxnSpMk id="348" creationId="{AF40F37E-9FDD-D8CD-748C-730AA3EB1F25}"/>
          </ac:cxnSpMkLst>
        </pc:cxnChg>
      </pc:sldChg>
      <pc:sldChg chg="modSp mod">
        <pc:chgData name="Mayu Ninagawa (蜷川 真優 GE)" userId="15d22be4-2d84-414d-ac66-ca09a50eae87" providerId="ADAL" clId="{5E599063-F5BB-49D4-A9DF-D59C17E5C422}" dt="2026-01-15T10:39:46.995" v="3058" actId="14100"/>
        <pc:sldMkLst>
          <pc:docMk/>
          <pc:sldMk cId="2708797565" sldId="367"/>
        </pc:sldMkLst>
        <pc:spChg chg="mod">
          <ac:chgData name="Mayu Ninagawa (蜷川 真優 GE)" userId="15d22be4-2d84-414d-ac66-ca09a50eae87" providerId="ADAL" clId="{5E599063-F5BB-49D4-A9DF-D59C17E5C422}" dt="2026-01-15T10:39:46.995" v="3058" actId="14100"/>
          <ac:spMkLst>
            <pc:docMk/>
            <pc:sldMk cId="2708797565" sldId="367"/>
            <ac:spMk id="5" creationId="{8579CE06-2BE3-AA75-40E7-4CAF20AC34CD}"/>
          </ac:spMkLst>
        </pc:spChg>
        <pc:graphicFrameChg chg="mod modGraphic">
          <ac:chgData name="Mayu Ninagawa (蜷川 真優 GE)" userId="15d22be4-2d84-414d-ac66-ca09a50eae87" providerId="ADAL" clId="{5E599063-F5BB-49D4-A9DF-D59C17E5C422}" dt="2026-01-15T10:39:27.055" v="3057" actId="20577"/>
          <ac:graphicFrameMkLst>
            <pc:docMk/>
            <pc:sldMk cId="2708797565" sldId="367"/>
            <ac:graphicFrameMk id="3" creationId="{4B61374B-AC1E-670C-F46B-CA5EFBF10793}"/>
          </ac:graphicFrameMkLst>
        </pc:graphicFrameChg>
      </pc:sldChg>
      <pc:sldChg chg="del">
        <pc:chgData name="Mayu Ninagawa (蜷川 真優 GE)" userId="15d22be4-2d84-414d-ac66-ca09a50eae87" providerId="ADAL" clId="{5E599063-F5BB-49D4-A9DF-D59C17E5C422}" dt="2026-01-15T08:54:39.722" v="1746" actId="47"/>
        <pc:sldMkLst>
          <pc:docMk/>
          <pc:sldMk cId="1436757432" sldId="370"/>
        </pc:sldMkLst>
      </pc:sldChg>
      <pc:sldChg chg="modSp add mod modShow">
        <pc:chgData name="Mayu Ninagawa (蜷川 真優 GE)" userId="15d22be4-2d84-414d-ac66-ca09a50eae87" providerId="ADAL" clId="{5E599063-F5BB-49D4-A9DF-D59C17E5C422}" dt="2026-01-15T10:10:47.247" v="2795" actId="20577"/>
        <pc:sldMkLst>
          <pc:docMk/>
          <pc:sldMk cId="4161718202" sldId="370"/>
        </pc:sldMkLst>
        <pc:graphicFrameChg chg="modGraphic">
          <ac:chgData name="Mayu Ninagawa (蜷川 真優 GE)" userId="15d22be4-2d84-414d-ac66-ca09a50eae87" providerId="ADAL" clId="{5E599063-F5BB-49D4-A9DF-D59C17E5C422}" dt="2026-01-15T10:10:44.009" v="2792" actId="20577"/>
          <ac:graphicFrameMkLst>
            <pc:docMk/>
            <pc:sldMk cId="4161718202" sldId="370"/>
            <ac:graphicFrameMk id="6" creationId="{1BE6163E-1C57-223C-4EDD-B15C81E3D7A9}"/>
          </ac:graphicFrameMkLst>
        </pc:graphicFrameChg>
        <pc:graphicFrameChg chg="mod modGraphic">
          <ac:chgData name="Mayu Ninagawa (蜷川 真優 GE)" userId="15d22be4-2d84-414d-ac66-ca09a50eae87" providerId="ADAL" clId="{5E599063-F5BB-49D4-A9DF-D59C17E5C422}" dt="2026-01-15T10:10:47.247" v="2795" actId="20577"/>
          <ac:graphicFrameMkLst>
            <pc:docMk/>
            <pc:sldMk cId="4161718202" sldId="370"/>
            <ac:graphicFrameMk id="8" creationId="{09FD96DD-ADC0-995B-F368-B5903BD86602}"/>
          </ac:graphicFrameMkLst>
        </pc:graphicFrameChg>
      </pc:sldChg>
      <pc:sldChg chg="addSp delSp modSp mod">
        <pc:chgData name="Mayu Ninagawa (蜷川 真優 GE)" userId="15d22be4-2d84-414d-ac66-ca09a50eae87" providerId="ADAL" clId="{5E599063-F5BB-49D4-A9DF-D59C17E5C422}" dt="2026-01-15T12:25:13.058" v="3665" actId="20577"/>
        <pc:sldMkLst>
          <pc:docMk/>
          <pc:sldMk cId="2498319697" sldId="371"/>
        </pc:sldMkLst>
        <pc:spChg chg="add mod">
          <ac:chgData name="Mayu Ninagawa (蜷川 真優 GE)" userId="15d22be4-2d84-414d-ac66-ca09a50eae87" providerId="ADAL" clId="{5E599063-F5BB-49D4-A9DF-D59C17E5C422}" dt="2026-01-15T12:25:13.058" v="3665" actId="20577"/>
          <ac:spMkLst>
            <pc:docMk/>
            <pc:sldMk cId="2498319697" sldId="371"/>
            <ac:spMk id="4" creationId="{DFAB56DE-8607-3F4B-764C-1059C94762AA}"/>
          </ac:spMkLst>
        </pc:spChg>
        <pc:spChg chg="add del">
          <ac:chgData name="Mayu Ninagawa (蜷川 真優 GE)" userId="15d22be4-2d84-414d-ac66-ca09a50eae87" providerId="ADAL" clId="{5E599063-F5BB-49D4-A9DF-D59C17E5C422}" dt="2026-01-15T06:51:28.701" v="118" actId="22"/>
          <ac:spMkLst>
            <pc:docMk/>
            <pc:sldMk cId="2498319697" sldId="371"/>
            <ac:spMk id="7" creationId="{EB5DCED8-7DCE-40AD-3E0C-CA7A3ACC4C79}"/>
          </ac:spMkLst>
        </pc:spChg>
        <pc:graphicFrameChg chg="add del mod">
          <ac:chgData name="Mayu Ninagawa (蜷川 真優 GE)" userId="15d22be4-2d84-414d-ac66-ca09a50eae87" providerId="ADAL" clId="{5E599063-F5BB-49D4-A9DF-D59C17E5C422}" dt="2026-01-15T06:55:21.303" v="202" actId="21"/>
          <ac:graphicFrameMkLst>
            <pc:docMk/>
            <pc:sldMk cId="2498319697" sldId="371"/>
            <ac:graphicFrameMk id="4" creationId="{4B0E7519-F221-A95B-715F-32C4605E1514}"/>
          </ac:graphicFrameMkLst>
        </pc:graphicFrameChg>
        <pc:graphicFrameChg chg="add del mod modGraphic">
          <ac:chgData name="Mayu Ninagawa (蜷川 真優 GE)" userId="15d22be4-2d84-414d-ac66-ca09a50eae87" providerId="ADAL" clId="{5E599063-F5BB-49D4-A9DF-D59C17E5C422}" dt="2026-01-15T08:21:34.467" v="660" actId="478"/>
          <ac:graphicFrameMkLst>
            <pc:docMk/>
            <pc:sldMk cId="2498319697" sldId="371"/>
            <ac:graphicFrameMk id="4" creationId="{9BD3D552-943B-1526-36DA-DE087522D9AE}"/>
          </ac:graphicFrameMkLst>
        </pc:graphicFrameChg>
        <pc:graphicFrameChg chg="add del mod modGraphic">
          <ac:chgData name="Mayu Ninagawa (蜷川 真優 GE)" userId="15d22be4-2d84-414d-ac66-ca09a50eae87" providerId="ADAL" clId="{5E599063-F5BB-49D4-A9DF-D59C17E5C422}" dt="2026-01-15T08:50:41.660" v="1706" actId="478"/>
          <ac:graphicFrameMkLst>
            <pc:docMk/>
            <pc:sldMk cId="2498319697" sldId="371"/>
            <ac:graphicFrameMk id="5" creationId="{9DFDA3AE-F51A-EF09-F53D-EFEB7859FD1F}"/>
          </ac:graphicFrameMkLst>
        </pc:graphicFrameChg>
        <pc:graphicFrameChg chg="mod modGraphic">
          <ac:chgData name="Mayu Ninagawa (蜷川 真優 GE)" userId="15d22be4-2d84-414d-ac66-ca09a50eae87" providerId="ADAL" clId="{5E599063-F5BB-49D4-A9DF-D59C17E5C422}" dt="2026-01-15T10:22:11.951" v="2946"/>
          <ac:graphicFrameMkLst>
            <pc:docMk/>
            <pc:sldMk cId="2498319697" sldId="371"/>
            <ac:graphicFrameMk id="6" creationId="{8DEFC60D-E6A7-F4D6-69A0-6AC95A7D618B}"/>
          </ac:graphicFrameMkLst>
        </pc:graphicFrameChg>
        <pc:graphicFrameChg chg="add del mod modGraphic">
          <ac:chgData name="Mayu Ninagawa (蜷川 真優 GE)" userId="15d22be4-2d84-414d-ac66-ca09a50eae87" providerId="ADAL" clId="{5E599063-F5BB-49D4-A9DF-D59C17E5C422}" dt="2026-01-15T08:51:20.570" v="1715" actId="478"/>
          <ac:graphicFrameMkLst>
            <pc:docMk/>
            <pc:sldMk cId="2498319697" sldId="371"/>
            <ac:graphicFrameMk id="7" creationId="{9DCB79F5-66C4-5BB8-64CA-9DC82222F6CB}"/>
          </ac:graphicFrameMkLst>
        </pc:graphicFrameChg>
        <pc:graphicFrameChg chg="add del mod">
          <ac:chgData name="Mayu Ninagawa (蜷川 真優 GE)" userId="15d22be4-2d84-414d-ac66-ca09a50eae87" providerId="ADAL" clId="{5E599063-F5BB-49D4-A9DF-D59C17E5C422}" dt="2026-01-15T08:52:11.639" v="1719" actId="21"/>
          <ac:graphicFrameMkLst>
            <pc:docMk/>
            <pc:sldMk cId="2498319697" sldId="371"/>
            <ac:graphicFrameMk id="8" creationId="{646392F8-7D37-4180-390E-E72E2A52336E}"/>
          </ac:graphicFrameMkLst>
        </pc:graphicFrameChg>
        <pc:graphicFrameChg chg="add del mod modGraphic">
          <ac:chgData name="Mayu Ninagawa (蜷川 真優 GE)" userId="15d22be4-2d84-414d-ac66-ca09a50eae87" providerId="ADAL" clId="{5E599063-F5BB-49D4-A9DF-D59C17E5C422}" dt="2026-01-15T09:32:01.781" v="2223" actId="21"/>
          <ac:graphicFrameMkLst>
            <pc:docMk/>
            <pc:sldMk cId="2498319697" sldId="371"/>
            <ac:graphicFrameMk id="9" creationId="{F46C553D-C38B-E067-EE6C-296B6DEAAF98}"/>
          </ac:graphicFrameMkLst>
        </pc:graphicFrameChg>
        <pc:graphicFrameChg chg="add del mod">
          <ac:chgData name="Mayu Ninagawa (蜷川 真優 GE)" userId="15d22be4-2d84-414d-ac66-ca09a50eae87" providerId="ADAL" clId="{5E599063-F5BB-49D4-A9DF-D59C17E5C422}" dt="2026-01-15T09:32:01.781" v="2223" actId="21"/>
          <ac:graphicFrameMkLst>
            <pc:docMk/>
            <pc:sldMk cId="2498319697" sldId="371"/>
            <ac:graphicFrameMk id="10" creationId="{7A80AF44-5555-4A55-C4E7-69D6E6194A3B}"/>
          </ac:graphicFrameMkLst>
        </pc:graphicFrameChg>
        <pc:graphicFrameChg chg="add del mod">
          <ac:chgData name="Mayu Ninagawa (蜷川 真優 GE)" userId="15d22be4-2d84-414d-ac66-ca09a50eae87" providerId="ADAL" clId="{5E599063-F5BB-49D4-A9DF-D59C17E5C422}" dt="2026-01-15T09:39:46.103" v="2375" actId="21"/>
          <ac:graphicFrameMkLst>
            <pc:docMk/>
            <pc:sldMk cId="2498319697" sldId="371"/>
            <ac:graphicFrameMk id="11" creationId="{1F23040B-8427-42F4-3050-B0576C8CCD08}"/>
          </ac:graphicFrameMkLst>
        </pc:graphicFrameChg>
      </pc:sldChg>
      <pc:sldChg chg="addSp modSp mod">
        <pc:chgData name="Mayu Ninagawa (蜷川 真優 GE)" userId="15d22be4-2d84-414d-ac66-ca09a50eae87" providerId="ADAL" clId="{5E599063-F5BB-49D4-A9DF-D59C17E5C422}" dt="2026-01-15T10:54:44.312" v="3148" actId="1076"/>
        <pc:sldMkLst>
          <pc:docMk/>
          <pc:sldMk cId="2885507277" sldId="374"/>
        </pc:sldMkLst>
        <pc:spChg chg="mod">
          <ac:chgData name="Mayu Ninagawa (蜷川 真優 GE)" userId="15d22be4-2d84-414d-ac66-ca09a50eae87" providerId="ADAL" clId="{5E599063-F5BB-49D4-A9DF-D59C17E5C422}" dt="2026-01-15T10:53:52.275" v="3128" actId="20577"/>
          <ac:spMkLst>
            <pc:docMk/>
            <pc:sldMk cId="2885507277" sldId="374"/>
            <ac:spMk id="3" creationId="{D019A5A1-3327-4AB3-94B4-238CB556A6B5}"/>
          </ac:spMkLst>
        </pc:spChg>
        <pc:spChg chg="add mod">
          <ac:chgData name="Mayu Ninagawa (蜷川 真優 GE)" userId="15d22be4-2d84-414d-ac66-ca09a50eae87" providerId="ADAL" clId="{5E599063-F5BB-49D4-A9DF-D59C17E5C422}" dt="2026-01-15T10:54:38.634" v="3146" actId="1076"/>
          <ac:spMkLst>
            <pc:docMk/>
            <pc:sldMk cId="2885507277" sldId="374"/>
            <ac:spMk id="7" creationId="{141A7AA5-8F37-A89A-4D5D-5AAA2900B25C}"/>
          </ac:spMkLst>
        </pc:spChg>
        <pc:spChg chg="add mod">
          <ac:chgData name="Mayu Ninagawa (蜷川 真優 GE)" userId="15d22be4-2d84-414d-ac66-ca09a50eae87" providerId="ADAL" clId="{5E599063-F5BB-49D4-A9DF-D59C17E5C422}" dt="2026-01-15T10:54:44.312" v="3148" actId="1076"/>
          <ac:spMkLst>
            <pc:docMk/>
            <pc:sldMk cId="2885507277" sldId="374"/>
            <ac:spMk id="8" creationId="{7EFDD5F7-E364-A65E-85E1-8D80D33DD8EF}"/>
          </ac:spMkLst>
        </pc:spChg>
        <pc:spChg chg="mod">
          <ac:chgData name="Mayu Ninagawa (蜷川 真優 GE)" userId="15d22be4-2d84-414d-ac66-ca09a50eae87" providerId="ADAL" clId="{5E599063-F5BB-49D4-A9DF-D59C17E5C422}" dt="2026-01-15T10:54:40.758" v="3147" actId="1076"/>
          <ac:spMkLst>
            <pc:docMk/>
            <pc:sldMk cId="2885507277" sldId="374"/>
            <ac:spMk id="11" creationId="{3FD2E6C6-87DA-1141-00DA-21D6031E7D50}"/>
          </ac:spMkLst>
        </pc:spChg>
        <pc:spChg chg="mod">
          <ac:chgData name="Mayu Ninagawa (蜷川 真優 GE)" userId="15d22be4-2d84-414d-ac66-ca09a50eae87" providerId="ADAL" clId="{5E599063-F5BB-49D4-A9DF-D59C17E5C422}" dt="2026-01-15T10:54:44.312" v="3148" actId="1076"/>
          <ac:spMkLst>
            <pc:docMk/>
            <pc:sldMk cId="2885507277" sldId="374"/>
            <ac:spMk id="40" creationId="{45FDB3CC-BDAD-5A86-EE36-EC0F7BE457E9}"/>
          </ac:spMkLst>
        </pc:spChg>
        <pc:spChg chg="mod">
          <ac:chgData name="Mayu Ninagawa (蜷川 真優 GE)" userId="15d22be4-2d84-414d-ac66-ca09a50eae87" providerId="ADAL" clId="{5E599063-F5BB-49D4-A9DF-D59C17E5C422}" dt="2026-01-15T10:54:44.312" v="3148" actId="1076"/>
          <ac:spMkLst>
            <pc:docMk/>
            <pc:sldMk cId="2885507277" sldId="374"/>
            <ac:spMk id="42" creationId="{5DC51EA1-CCD7-96A1-AE02-1AD611FE951D}"/>
          </ac:spMkLst>
        </pc:spChg>
        <pc:spChg chg="mod">
          <ac:chgData name="Mayu Ninagawa (蜷川 真優 GE)" userId="15d22be4-2d84-414d-ac66-ca09a50eae87" providerId="ADAL" clId="{5E599063-F5BB-49D4-A9DF-D59C17E5C422}" dt="2026-01-15T10:54:17.646" v="3137" actId="1076"/>
          <ac:spMkLst>
            <pc:docMk/>
            <pc:sldMk cId="2885507277" sldId="374"/>
            <ac:spMk id="43" creationId="{C0762E4F-D01C-63E6-4B22-66BE4FCA804E}"/>
          </ac:spMkLst>
        </pc:spChg>
        <pc:picChg chg="mod">
          <ac:chgData name="Mayu Ninagawa (蜷川 真優 GE)" userId="15d22be4-2d84-414d-ac66-ca09a50eae87" providerId="ADAL" clId="{5E599063-F5BB-49D4-A9DF-D59C17E5C422}" dt="2026-01-15T10:54:44.312" v="3148" actId="1076"/>
          <ac:picMkLst>
            <pc:docMk/>
            <pc:sldMk cId="2885507277" sldId="374"/>
            <ac:picMk id="409" creationId="{A1B24E57-B0FC-14B8-900D-B8BD98EBC556}"/>
          </ac:picMkLst>
        </pc:picChg>
      </pc:sldChg>
      <pc:sldChg chg="addSp delSp modSp mod">
        <pc:chgData name="Mayu Ninagawa (蜷川 真優 GE)" userId="15d22be4-2d84-414d-ac66-ca09a50eae87" providerId="ADAL" clId="{5E599063-F5BB-49D4-A9DF-D59C17E5C422}" dt="2026-01-15T12:24:36.257" v="3608" actId="21"/>
        <pc:sldMkLst>
          <pc:docMk/>
          <pc:sldMk cId="3236907999" sldId="378"/>
        </pc:sldMkLst>
        <pc:spChg chg="add mod">
          <ac:chgData name="Mayu Ninagawa (蜷川 真優 GE)" userId="15d22be4-2d84-414d-ac66-ca09a50eae87" providerId="ADAL" clId="{5E599063-F5BB-49D4-A9DF-D59C17E5C422}" dt="2026-01-15T11:06:26.615" v="3246" actId="20577"/>
          <ac:spMkLst>
            <pc:docMk/>
            <pc:sldMk cId="3236907999" sldId="378"/>
            <ac:spMk id="2" creationId="{66E0E722-DA10-819B-46A3-FDD2103F590E}"/>
          </ac:spMkLst>
        </pc:spChg>
        <pc:spChg chg="add del mod">
          <ac:chgData name="Mayu Ninagawa (蜷川 真優 GE)" userId="15d22be4-2d84-414d-ac66-ca09a50eae87" providerId="ADAL" clId="{5E599063-F5BB-49D4-A9DF-D59C17E5C422}" dt="2026-01-15T12:24:36.257" v="3608" actId="21"/>
          <ac:spMkLst>
            <pc:docMk/>
            <pc:sldMk cId="3236907999" sldId="378"/>
            <ac:spMk id="3" creationId="{E242A6E4-E6B9-88BE-EEB6-AC902E39CF79}"/>
          </ac:spMkLst>
        </pc:spChg>
        <pc:spChg chg="mod">
          <ac:chgData name="Mayu Ninagawa (蜷川 真優 GE)" userId="15d22be4-2d84-414d-ac66-ca09a50eae87" providerId="ADAL" clId="{5E599063-F5BB-49D4-A9DF-D59C17E5C422}" dt="2026-01-15T10:56:04.520" v="3181" actId="1076"/>
          <ac:spMkLst>
            <pc:docMk/>
            <pc:sldMk cId="3236907999" sldId="378"/>
            <ac:spMk id="58" creationId="{C2692BB2-D6B2-745F-0272-1ACBB3A4FABC}"/>
          </ac:spMkLst>
        </pc:spChg>
        <pc:graphicFrameChg chg="mod modGraphic">
          <ac:chgData name="Mayu Ninagawa (蜷川 真優 GE)" userId="15d22be4-2d84-414d-ac66-ca09a50eae87" providerId="ADAL" clId="{5E599063-F5BB-49D4-A9DF-D59C17E5C422}" dt="2026-01-15T11:05:30.322" v="3218" actId="207"/>
          <ac:graphicFrameMkLst>
            <pc:docMk/>
            <pc:sldMk cId="3236907999" sldId="378"/>
            <ac:graphicFrameMk id="59" creationId="{6D99AC23-1C8C-6853-30C3-BC39FC59C86A}"/>
          </ac:graphicFrameMkLst>
        </pc:graphicFrameChg>
        <pc:graphicFrameChg chg="mod modGraphic">
          <ac:chgData name="Mayu Ninagawa (蜷川 真優 GE)" userId="15d22be4-2d84-414d-ac66-ca09a50eae87" providerId="ADAL" clId="{5E599063-F5BB-49D4-A9DF-D59C17E5C422}" dt="2026-01-15T11:05:33.568" v="3219" actId="207"/>
          <ac:graphicFrameMkLst>
            <pc:docMk/>
            <pc:sldMk cId="3236907999" sldId="378"/>
            <ac:graphicFrameMk id="108" creationId="{456C1D9C-3088-2599-431D-3C051DD93D6D}"/>
          </ac:graphicFrameMkLst>
        </pc:graphicFrameChg>
      </pc:sldChg>
      <pc:sldChg chg="addSp delSp modSp mod">
        <pc:chgData name="Mayu Ninagawa (蜷川 真優 GE)" userId="15d22be4-2d84-414d-ac66-ca09a50eae87" providerId="ADAL" clId="{5E599063-F5BB-49D4-A9DF-D59C17E5C422}" dt="2026-01-15T10:14:14.849" v="2846" actId="1037"/>
        <pc:sldMkLst>
          <pc:docMk/>
          <pc:sldMk cId="3391554335" sldId="383"/>
        </pc:sldMkLst>
        <pc:spChg chg="mod">
          <ac:chgData name="Mayu Ninagawa (蜷川 真優 GE)" userId="15d22be4-2d84-414d-ac66-ca09a50eae87" providerId="ADAL" clId="{5E599063-F5BB-49D4-A9DF-D59C17E5C422}" dt="2026-01-15T08:49:02.001" v="1673"/>
          <ac:spMkLst>
            <pc:docMk/>
            <pc:sldMk cId="3391554335" sldId="383"/>
            <ac:spMk id="5" creationId="{CC4143E1-403F-2C42-31CB-1830A7C18376}"/>
          </ac:spMkLst>
        </pc:spChg>
        <pc:spChg chg="mod">
          <ac:chgData name="Mayu Ninagawa (蜷川 真優 GE)" userId="15d22be4-2d84-414d-ac66-ca09a50eae87" providerId="ADAL" clId="{5E599063-F5BB-49D4-A9DF-D59C17E5C422}" dt="2026-01-15T08:49:02.001" v="1673"/>
          <ac:spMkLst>
            <pc:docMk/>
            <pc:sldMk cId="3391554335" sldId="383"/>
            <ac:spMk id="6" creationId="{5CA23093-CA56-B418-E6D3-7EF569E6EB94}"/>
          </ac:spMkLst>
        </pc:spChg>
        <pc:spChg chg="mod">
          <ac:chgData name="Mayu Ninagawa (蜷川 真優 GE)" userId="15d22be4-2d84-414d-ac66-ca09a50eae87" providerId="ADAL" clId="{5E599063-F5BB-49D4-A9DF-D59C17E5C422}" dt="2026-01-15T08:49:02.001" v="1673"/>
          <ac:spMkLst>
            <pc:docMk/>
            <pc:sldMk cId="3391554335" sldId="383"/>
            <ac:spMk id="7" creationId="{45C83710-1146-3173-D23B-1045606967C6}"/>
          </ac:spMkLst>
        </pc:spChg>
        <pc:spChg chg="mod">
          <ac:chgData name="Mayu Ninagawa (蜷川 真優 GE)" userId="15d22be4-2d84-414d-ac66-ca09a50eae87" providerId="ADAL" clId="{5E599063-F5BB-49D4-A9DF-D59C17E5C422}" dt="2026-01-15T08:49:02.001" v="1673"/>
          <ac:spMkLst>
            <pc:docMk/>
            <pc:sldMk cId="3391554335" sldId="383"/>
            <ac:spMk id="9" creationId="{7D1D0F02-AD1F-9035-68E1-33B6D533A72F}"/>
          </ac:spMkLst>
        </pc:spChg>
        <pc:spChg chg="mod">
          <ac:chgData name="Mayu Ninagawa (蜷川 真優 GE)" userId="15d22be4-2d84-414d-ac66-ca09a50eae87" providerId="ADAL" clId="{5E599063-F5BB-49D4-A9DF-D59C17E5C422}" dt="2026-01-15T08:49:02.001" v="1673"/>
          <ac:spMkLst>
            <pc:docMk/>
            <pc:sldMk cId="3391554335" sldId="383"/>
            <ac:spMk id="10" creationId="{9038CBBD-0DF4-C6A2-1FBB-187B24AB8707}"/>
          </ac:spMkLst>
        </pc:spChg>
        <pc:spChg chg="mod">
          <ac:chgData name="Mayu Ninagawa (蜷川 真優 GE)" userId="15d22be4-2d84-414d-ac66-ca09a50eae87" providerId="ADAL" clId="{5E599063-F5BB-49D4-A9DF-D59C17E5C422}" dt="2026-01-15T08:49:02.001" v="1673"/>
          <ac:spMkLst>
            <pc:docMk/>
            <pc:sldMk cId="3391554335" sldId="383"/>
            <ac:spMk id="11" creationId="{1E11251B-1E4A-07CA-837F-12560077A950}"/>
          </ac:spMkLst>
        </pc:spChg>
        <pc:spChg chg="mod">
          <ac:chgData name="Mayu Ninagawa (蜷川 真優 GE)" userId="15d22be4-2d84-414d-ac66-ca09a50eae87" providerId="ADAL" clId="{5E599063-F5BB-49D4-A9DF-D59C17E5C422}" dt="2026-01-15T08:49:02.001" v="1673"/>
          <ac:spMkLst>
            <pc:docMk/>
            <pc:sldMk cId="3391554335" sldId="383"/>
            <ac:spMk id="12" creationId="{D3CED6F4-1010-30F4-6BF5-8AAE7FC787F3}"/>
          </ac:spMkLst>
        </pc:spChg>
        <pc:spChg chg="add del mod">
          <ac:chgData name="Mayu Ninagawa (蜷川 真優 GE)" userId="15d22be4-2d84-414d-ac66-ca09a50eae87" providerId="ADAL" clId="{5E599063-F5BB-49D4-A9DF-D59C17E5C422}" dt="2026-01-15T09:06:32.034" v="1907" actId="1076"/>
          <ac:spMkLst>
            <pc:docMk/>
            <pc:sldMk cId="3391554335" sldId="383"/>
            <ac:spMk id="13" creationId="{074663B4-D9B6-F94F-5E2A-730E3E8E24CC}"/>
          </ac:spMkLst>
        </pc:spChg>
        <pc:spChg chg="del">
          <ac:chgData name="Mayu Ninagawa (蜷川 真優 GE)" userId="15d22be4-2d84-414d-ac66-ca09a50eae87" providerId="ADAL" clId="{5E599063-F5BB-49D4-A9DF-D59C17E5C422}" dt="2026-01-15T09:06:01.330" v="1895" actId="478"/>
          <ac:spMkLst>
            <pc:docMk/>
            <pc:sldMk cId="3391554335" sldId="383"/>
            <ac:spMk id="14" creationId="{574D3FED-2A6D-270E-3CDF-790C6F1D024E}"/>
          </ac:spMkLst>
        </pc:spChg>
        <pc:spChg chg="mod">
          <ac:chgData name="Mayu Ninagawa (蜷川 真優 GE)" userId="15d22be4-2d84-414d-ac66-ca09a50eae87" providerId="ADAL" clId="{5E599063-F5BB-49D4-A9DF-D59C17E5C422}" dt="2026-01-15T08:49:02.001" v="1673"/>
          <ac:spMkLst>
            <pc:docMk/>
            <pc:sldMk cId="3391554335" sldId="383"/>
            <ac:spMk id="15" creationId="{F7DC9B79-66BD-1D1E-059B-B4A1D1E75F4E}"/>
          </ac:spMkLst>
        </pc:spChg>
        <pc:spChg chg="mod">
          <ac:chgData name="Mayu Ninagawa (蜷川 真優 GE)" userId="15d22be4-2d84-414d-ac66-ca09a50eae87" providerId="ADAL" clId="{5E599063-F5BB-49D4-A9DF-D59C17E5C422}" dt="2026-01-15T08:49:02.001" v="1673"/>
          <ac:spMkLst>
            <pc:docMk/>
            <pc:sldMk cId="3391554335" sldId="383"/>
            <ac:spMk id="16" creationId="{B8FD45A3-A2FC-EBB9-BB26-7690FF287A24}"/>
          </ac:spMkLst>
        </pc:spChg>
        <pc:spChg chg="mod">
          <ac:chgData name="Mayu Ninagawa (蜷川 真優 GE)" userId="15d22be4-2d84-414d-ac66-ca09a50eae87" providerId="ADAL" clId="{5E599063-F5BB-49D4-A9DF-D59C17E5C422}" dt="2026-01-15T08:49:02.001" v="1673"/>
          <ac:spMkLst>
            <pc:docMk/>
            <pc:sldMk cId="3391554335" sldId="383"/>
            <ac:spMk id="17" creationId="{DADA67A2-287D-2855-5CBE-92947CAA13BC}"/>
          </ac:spMkLst>
        </pc:spChg>
        <pc:spChg chg="mod">
          <ac:chgData name="Mayu Ninagawa (蜷川 真優 GE)" userId="15d22be4-2d84-414d-ac66-ca09a50eae87" providerId="ADAL" clId="{5E599063-F5BB-49D4-A9DF-D59C17E5C422}" dt="2026-01-15T08:49:02.001" v="1673"/>
          <ac:spMkLst>
            <pc:docMk/>
            <pc:sldMk cId="3391554335" sldId="383"/>
            <ac:spMk id="18" creationId="{AF76F5BC-7FCD-1593-5976-460638D6274C}"/>
          </ac:spMkLst>
        </pc:spChg>
        <pc:spChg chg="mod">
          <ac:chgData name="Mayu Ninagawa (蜷川 真優 GE)" userId="15d22be4-2d84-414d-ac66-ca09a50eae87" providerId="ADAL" clId="{5E599063-F5BB-49D4-A9DF-D59C17E5C422}" dt="2026-01-15T08:49:02.001" v="1673"/>
          <ac:spMkLst>
            <pc:docMk/>
            <pc:sldMk cId="3391554335" sldId="383"/>
            <ac:spMk id="19" creationId="{B836B3FE-9EBE-DF80-3CFB-9375DA6548D4}"/>
          </ac:spMkLst>
        </pc:spChg>
        <pc:spChg chg="mod">
          <ac:chgData name="Mayu Ninagawa (蜷川 真優 GE)" userId="15d22be4-2d84-414d-ac66-ca09a50eae87" providerId="ADAL" clId="{5E599063-F5BB-49D4-A9DF-D59C17E5C422}" dt="2026-01-15T08:49:02.001" v="1673"/>
          <ac:spMkLst>
            <pc:docMk/>
            <pc:sldMk cId="3391554335" sldId="383"/>
            <ac:spMk id="20" creationId="{1B220E22-19D9-B6F0-6351-C6BE3AC89791}"/>
          </ac:spMkLst>
        </pc:spChg>
        <pc:spChg chg="mod">
          <ac:chgData name="Mayu Ninagawa (蜷川 真優 GE)" userId="15d22be4-2d84-414d-ac66-ca09a50eae87" providerId="ADAL" clId="{5E599063-F5BB-49D4-A9DF-D59C17E5C422}" dt="2026-01-15T08:49:02.001" v="1673"/>
          <ac:spMkLst>
            <pc:docMk/>
            <pc:sldMk cId="3391554335" sldId="383"/>
            <ac:spMk id="21" creationId="{13A2796B-A447-101D-4515-DC044EF007E2}"/>
          </ac:spMkLst>
        </pc:spChg>
        <pc:spChg chg="mod">
          <ac:chgData name="Mayu Ninagawa (蜷川 真優 GE)" userId="15d22be4-2d84-414d-ac66-ca09a50eae87" providerId="ADAL" clId="{5E599063-F5BB-49D4-A9DF-D59C17E5C422}" dt="2026-01-15T08:49:02.001" v="1673"/>
          <ac:spMkLst>
            <pc:docMk/>
            <pc:sldMk cId="3391554335" sldId="383"/>
            <ac:spMk id="22" creationId="{F9D60BAD-5965-E894-EB15-D966A3BB2E99}"/>
          </ac:spMkLst>
        </pc:spChg>
        <pc:spChg chg="mod">
          <ac:chgData name="Mayu Ninagawa (蜷川 真優 GE)" userId="15d22be4-2d84-414d-ac66-ca09a50eae87" providerId="ADAL" clId="{5E599063-F5BB-49D4-A9DF-D59C17E5C422}" dt="2026-01-15T08:49:02.001" v="1673"/>
          <ac:spMkLst>
            <pc:docMk/>
            <pc:sldMk cId="3391554335" sldId="383"/>
            <ac:spMk id="23" creationId="{4EFCA29A-CCC9-0282-4B7B-92FDF81151C7}"/>
          </ac:spMkLst>
        </pc:spChg>
        <pc:spChg chg="mod">
          <ac:chgData name="Mayu Ninagawa (蜷川 真優 GE)" userId="15d22be4-2d84-414d-ac66-ca09a50eae87" providerId="ADAL" clId="{5E599063-F5BB-49D4-A9DF-D59C17E5C422}" dt="2026-01-15T08:49:02.001" v="1673"/>
          <ac:spMkLst>
            <pc:docMk/>
            <pc:sldMk cId="3391554335" sldId="383"/>
            <ac:spMk id="24" creationId="{6F7A46CC-E199-F588-4993-5F336FEE2D7F}"/>
          </ac:spMkLst>
        </pc:spChg>
        <pc:spChg chg="mod">
          <ac:chgData name="Mayu Ninagawa (蜷川 真優 GE)" userId="15d22be4-2d84-414d-ac66-ca09a50eae87" providerId="ADAL" clId="{5E599063-F5BB-49D4-A9DF-D59C17E5C422}" dt="2026-01-15T08:49:02.001" v="1673"/>
          <ac:spMkLst>
            <pc:docMk/>
            <pc:sldMk cId="3391554335" sldId="383"/>
            <ac:spMk id="25" creationId="{8FF284EB-221A-97AF-38EE-1254FC2B47EA}"/>
          </ac:spMkLst>
        </pc:spChg>
        <pc:spChg chg="mod">
          <ac:chgData name="Mayu Ninagawa (蜷川 真優 GE)" userId="15d22be4-2d84-414d-ac66-ca09a50eae87" providerId="ADAL" clId="{5E599063-F5BB-49D4-A9DF-D59C17E5C422}" dt="2026-01-15T08:49:02.001" v="1673"/>
          <ac:spMkLst>
            <pc:docMk/>
            <pc:sldMk cId="3391554335" sldId="383"/>
            <ac:spMk id="26" creationId="{3A5F4581-C03D-00C3-70C4-378DF6A5C832}"/>
          </ac:spMkLst>
        </pc:spChg>
        <pc:spChg chg="mod">
          <ac:chgData name="Mayu Ninagawa (蜷川 真優 GE)" userId="15d22be4-2d84-414d-ac66-ca09a50eae87" providerId="ADAL" clId="{5E599063-F5BB-49D4-A9DF-D59C17E5C422}" dt="2026-01-15T08:49:02.001" v="1673"/>
          <ac:spMkLst>
            <pc:docMk/>
            <pc:sldMk cId="3391554335" sldId="383"/>
            <ac:spMk id="27" creationId="{8682EE41-E9ED-50C1-74E0-DD85BB8BAFCA}"/>
          </ac:spMkLst>
        </pc:spChg>
        <pc:spChg chg="mod">
          <ac:chgData name="Mayu Ninagawa (蜷川 真優 GE)" userId="15d22be4-2d84-414d-ac66-ca09a50eae87" providerId="ADAL" clId="{5E599063-F5BB-49D4-A9DF-D59C17E5C422}" dt="2026-01-15T08:49:02.001" v="1673"/>
          <ac:spMkLst>
            <pc:docMk/>
            <pc:sldMk cId="3391554335" sldId="383"/>
            <ac:spMk id="28" creationId="{E3C560D5-84F9-2F93-46CB-2A0591DD33E5}"/>
          </ac:spMkLst>
        </pc:spChg>
        <pc:spChg chg="mod">
          <ac:chgData name="Mayu Ninagawa (蜷川 真優 GE)" userId="15d22be4-2d84-414d-ac66-ca09a50eae87" providerId="ADAL" clId="{5E599063-F5BB-49D4-A9DF-D59C17E5C422}" dt="2026-01-15T08:49:02.001" v="1673"/>
          <ac:spMkLst>
            <pc:docMk/>
            <pc:sldMk cId="3391554335" sldId="383"/>
            <ac:spMk id="29" creationId="{CFB30966-40BF-D0DA-37F6-6F60DD9240BA}"/>
          </ac:spMkLst>
        </pc:spChg>
        <pc:spChg chg="mod">
          <ac:chgData name="Mayu Ninagawa (蜷川 真優 GE)" userId="15d22be4-2d84-414d-ac66-ca09a50eae87" providerId="ADAL" clId="{5E599063-F5BB-49D4-A9DF-D59C17E5C422}" dt="2026-01-15T08:49:02.001" v="1673"/>
          <ac:spMkLst>
            <pc:docMk/>
            <pc:sldMk cId="3391554335" sldId="383"/>
            <ac:spMk id="30" creationId="{24A1BD53-FF59-7FFB-DDF7-0DEEC0F8C937}"/>
          </ac:spMkLst>
        </pc:spChg>
        <pc:spChg chg="mod">
          <ac:chgData name="Mayu Ninagawa (蜷川 真優 GE)" userId="15d22be4-2d84-414d-ac66-ca09a50eae87" providerId="ADAL" clId="{5E599063-F5BB-49D4-A9DF-D59C17E5C422}" dt="2026-01-15T08:49:02.001" v="1673"/>
          <ac:spMkLst>
            <pc:docMk/>
            <pc:sldMk cId="3391554335" sldId="383"/>
            <ac:spMk id="31" creationId="{E839C482-B0FE-FA04-AD95-6AA3D2B11F78}"/>
          </ac:spMkLst>
        </pc:spChg>
        <pc:spChg chg="mod">
          <ac:chgData name="Mayu Ninagawa (蜷川 真優 GE)" userId="15d22be4-2d84-414d-ac66-ca09a50eae87" providerId="ADAL" clId="{5E599063-F5BB-49D4-A9DF-D59C17E5C422}" dt="2026-01-15T08:49:02.001" v="1673"/>
          <ac:spMkLst>
            <pc:docMk/>
            <pc:sldMk cId="3391554335" sldId="383"/>
            <ac:spMk id="32" creationId="{3DECF9BF-D425-5882-12BD-0596031356BD}"/>
          </ac:spMkLst>
        </pc:spChg>
        <pc:spChg chg="mod">
          <ac:chgData name="Mayu Ninagawa (蜷川 真優 GE)" userId="15d22be4-2d84-414d-ac66-ca09a50eae87" providerId="ADAL" clId="{5E599063-F5BB-49D4-A9DF-D59C17E5C422}" dt="2026-01-15T08:49:02.001" v="1673"/>
          <ac:spMkLst>
            <pc:docMk/>
            <pc:sldMk cId="3391554335" sldId="383"/>
            <ac:spMk id="33" creationId="{E18BA884-EE91-D1C7-B215-F724677738CD}"/>
          </ac:spMkLst>
        </pc:spChg>
        <pc:spChg chg="mod">
          <ac:chgData name="Mayu Ninagawa (蜷川 真優 GE)" userId="15d22be4-2d84-414d-ac66-ca09a50eae87" providerId="ADAL" clId="{5E599063-F5BB-49D4-A9DF-D59C17E5C422}" dt="2026-01-15T08:49:02.001" v="1673"/>
          <ac:spMkLst>
            <pc:docMk/>
            <pc:sldMk cId="3391554335" sldId="383"/>
            <ac:spMk id="34" creationId="{27B237F7-E066-B6A0-8ECC-02FF211C7CD1}"/>
          </ac:spMkLst>
        </pc:spChg>
        <pc:spChg chg="mod">
          <ac:chgData name="Mayu Ninagawa (蜷川 真優 GE)" userId="15d22be4-2d84-414d-ac66-ca09a50eae87" providerId="ADAL" clId="{5E599063-F5BB-49D4-A9DF-D59C17E5C422}" dt="2026-01-15T08:49:02.001" v="1673"/>
          <ac:spMkLst>
            <pc:docMk/>
            <pc:sldMk cId="3391554335" sldId="383"/>
            <ac:spMk id="35" creationId="{2D465E63-2145-B201-7839-40D12C6EB722}"/>
          </ac:spMkLst>
        </pc:spChg>
        <pc:spChg chg="mod">
          <ac:chgData name="Mayu Ninagawa (蜷川 真優 GE)" userId="15d22be4-2d84-414d-ac66-ca09a50eae87" providerId="ADAL" clId="{5E599063-F5BB-49D4-A9DF-D59C17E5C422}" dt="2026-01-15T08:49:02.001" v="1673"/>
          <ac:spMkLst>
            <pc:docMk/>
            <pc:sldMk cId="3391554335" sldId="383"/>
            <ac:spMk id="36" creationId="{332CEC50-FDD1-4244-5E29-A0568BF8CBD1}"/>
          </ac:spMkLst>
        </pc:spChg>
        <pc:spChg chg="mod">
          <ac:chgData name="Mayu Ninagawa (蜷川 真優 GE)" userId="15d22be4-2d84-414d-ac66-ca09a50eae87" providerId="ADAL" clId="{5E599063-F5BB-49D4-A9DF-D59C17E5C422}" dt="2026-01-15T08:49:02.001" v="1673"/>
          <ac:spMkLst>
            <pc:docMk/>
            <pc:sldMk cId="3391554335" sldId="383"/>
            <ac:spMk id="37" creationId="{ED1359EF-AF47-CE0C-2762-9D0D67F337D2}"/>
          </ac:spMkLst>
        </pc:spChg>
        <pc:spChg chg="mod">
          <ac:chgData name="Mayu Ninagawa (蜷川 真優 GE)" userId="15d22be4-2d84-414d-ac66-ca09a50eae87" providerId="ADAL" clId="{5E599063-F5BB-49D4-A9DF-D59C17E5C422}" dt="2026-01-15T08:49:02.001" v="1673"/>
          <ac:spMkLst>
            <pc:docMk/>
            <pc:sldMk cId="3391554335" sldId="383"/>
            <ac:spMk id="38" creationId="{80E7EB8B-0393-4A35-712D-E0B2481F19CA}"/>
          </ac:spMkLst>
        </pc:spChg>
        <pc:spChg chg="mod">
          <ac:chgData name="Mayu Ninagawa (蜷川 真優 GE)" userId="15d22be4-2d84-414d-ac66-ca09a50eae87" providerId="ADAL" clId="{5E599063-F5BB-49D4-A9DF-D59C17E5C422}" dt="2026-01-15T08:49:02.001" v="1673"/>
          <ac:spMkLst>
            <pc:docMk/>
            <pc:sldMk cId="3391554335" sldId="383"/>
            <ac:spMk id="39" creationId="{201C8242-4B87-9F04-A22F-A43E5FA2F72B}"/>
          </ac:spMkLst>
        </pc:spChg>
        <pc:spChg chg="mod">
          <ac:chgData name="Mayu Ninagawa (蜷川 真優 GE)" userId="15d22be4-2d84-414d-ac66-ca09a50eae87" providerId="ADAL" clId="{5E599063-F5BB-49D4-A9DF-D59C17E5C422}" dt="2026-01-15T08:49:02.001" v="1673"/>
          <ac:spMkLst>
            <pc:docMk/>
            <pc:sldMk cId="3391554335" sldId="383"/>
            <ac:spMk id="40" creationId="{8BA6B4B8-BEFA-7F68-BC81-E2CD1FEBDADF}"/>
          </ac:spMkLst>
        </pc:spChg>
        <pc:spChg chg="mod">
          <ac:chgData name="Mayu Ninagawa (蜷川 真優 GE)" userId="15d22be4-2d84-414d-ac66-ca09a50eae87" providerId="ADAL" clId="{5E599063-F5BB-49D4-A9DF-D59C17E5C422}" dt="2026-01-15T08:49:02.001" v="1673"/>
          <ac:spMkLst>
            <pc:docMk/>
            <pc:sldMk cId="3391554335" sldId="383"/>
            <ac:spMk id="41" creationId="{C1395483-D34E-972C-43C3-10512D7C1667}"/>
          </ac:spMkLst>
        </pc:spChg>
        <pc:spChg chg="mod">
          <ac:chgData name="Mayu Ninagawa (蜷川 真優 GE)" userId="15d22be4-2d84-414d-ac66-ca09a50eae87" providerId="ADAL" clId="{5E599063-F5BB-49D4-A9DF-D59C17E5C422}" dt="2026-01-15T08:49:02.001" v="1673"/>
          <ac:spMkLst>
            <pc:docMk/>
            <pc:sldMk cId="3391554335" sldId="383"/>
            <ac:spMk id="42" creationId="{45BDED26-2D2E-7DD7-5705-879B82F9B590}"/>
          </ac:spMkLst>
        </pc:spChg>
        <pc:spChg chg="mod">
          <ac:chgData name="Mayu Ninagawa (蜷川 真優 GE)" userId="15d22be4-2d84-414d-ac66-ca09a50eae87" providerId="ADAL" clId="{5E599063-F5BB-49D4-A9DF-D59C17E5C422}" dt="2026-01-15T08:49:02.001" v="1673"/>
          <ac:spMkLst>
            <pc:docMk/>
            <pc:sldMk cId="3391554335" sldId="383"/>
            <ac:spMk id="43" creationId="{103ADEA4-9AD0-83C7-F938-5802DAB2AA42}"/>
          </ac:spMkLst>
        </pc:spChg>
        <pc:spChg chg="mod">
          <ac:chgData name="Mayu Ninagawa (蜷川 真優 GE)" userId="15d22be4-2d84-414d-ac66-ca09a50eae87" providerId="ADAL" clId="{5E599063-F5BB-49D4-A9DF-D59C17E5C422}" dt="2026-01-15T08:49:02.001" v="1673"/>
          <ac:spMkLst>
            <pc:docMk/>
            <pc:sldMk cId="3391554335" sldId="383"/>
            <ac:spMk id="44" creationId="{98E7F0C9-0FF9-C09D-14B7-A7AF62FC9AB1}"/>
          </ac:spMkLst>
        </pc:spChg>
        <pc:spChg chg="mod">
          <ac:chgData name="Mayu Ninagawa (蜷川 真優 GE)" userId="15d22be4-2d84-414d-ac66-ca09a50eae87" providerId="ADAL" clId="{5E599063-F5BB-49D4-A9DF-D59C17E5C422}" dt="2026-01-15T08:49:02.001" v="1673"/>
          <ac:spMkLst>
            <pc:docMk/>
            <pc:sldMk cId="3391554335" sldId="383"/>
            <ac:spMk id="45" creationId="{F1D44F19-511E-4CEE-8F82-796A056F1D41}"/>
          </ac:spMkLst>
        </pc:spChg>
        <pc:spChg chg="mod">
          <ac:chgData name="Mayu Ninagawa (蜷川 真優 GE)" userId="15d22be4-2d84-414d-ac66-ca09a50eae87" providerId="ADAL" clId="{5E599063-F5BB-49D4-A9DF-D59C17E5C422}" dt="2026-01-15T08:49:02.001" v="1673"/>
          <ac:spMkLst>
            <pc:docMk/>
            <pc:sldMk cId="3391554335" sldId="383"/>
            <ac:spMk id="46" creationId="{9C08D592-FEBE-7654-2F2E-BB3F80C40869}"/>
          </ac:spMkLst>
        </pc:spChg>
        <pc:spChg chg="mod">
          <ac:chgData name="Mayu Ninagawa (蜷川 真優 GE)" userId="15d22be4-2d84-414d-ac66-ca09a50eae87" providerId="ADAL" clId="{5E599063-F5BB-49D4-A9DF-D59C17E5C422}" dt="2026-01-15T08:49:02.001" v="1673"/>
          <ac:spMkLst>
            <pc:docMk/>
            <pc:sldMk cId="3391554335" sldId="383"/>
            <ac:spMk id="47" creationId="{E5725230-A44D-F084-DD30-1C94AAA26BEC}"/>
          </ac:spMkLst>
        </pc:spChg>
        <pc:spChg chg="mod">
          <ac:chgData name="Mayu Ninagawa (蜷川 真優 GE)" userId="15d22be4-2d84-414d-ac66-ca09a50eae87" providerId="ADAL" clId="{5E599063-F5BB-49D4-A9DF-D59C17E5C422}" dt="2026-01-15T08:49:02.001" v="1673"/>
          <ac:spMkLst>
            <pc:docMk/>
            <pc:sldMk cId="3391554335" sldId="383"/>
            <ac:spMk id="48" creationId="{91331715-DB64-5773-968C-8F72E01BE35D}"/>
          </ac:spMkLst>
        </pc:spChg>
        <pc:spChg chg="mod">
          <ac:chgData name="Mayu Ninagawa (蜷川 真優 GE)" userId="15d22be4-2d84-414d-ac66-ca09a50eae87" providerId="ADAL" clId="{5E599063-F5BB-49D4-A9DF-D59C17E5C422}" dt="2026-01-15T08:49:02.001" v="1673"/>
          <ac:spMkLst>
            <pc:docMk/>
            <pc:sldMk cId="3391554335" sldId="383"/>
            <ac:spMk id="49" creationId="{0EB6024E-6672-8957-B0F1-674E3D79C764}"/>
          </ac:spMkLst>
        </pc:spChg>
        <pc:spChg chg="mod">
          <ac:chgData name="Mayu Ninagawa (蜷川 真優 GE)" userId="15d22be4-2d84-414d-ac66-ca09a50eae87" providerId="ADAL" clId="{5E599063-F5BB-49D4-A9DF-D59C17E5C422}" dt="2026-01-15T08:49:02.001" v="1673"/>
          <ac:spMkLst>
            <pc:docMk/>
            <pc:sldMk cId="3391554335" sldId="383"/>
            <ac:spMk id="50" creationId="{DFB5D6E6-8EE8-3BAA-0943-CDFF18CB5074}"/>
          </ac:spMkLst>
        </pc:spChg>
        <pc:spChg chg="mod">
          <ac:chgData name="Mayu Ninagawa (蜷川 真優 GE)" userId="15d22be4-2d84-414d-ac66-ca09a50eae87" providerId="ADAL" clId="{5E599063-F5BB-49D4-A9DF-D59C17E5C422}" dt="2026-01-15T08:49:02.001" v="1673"/>
          <ac:spMkLst>
            <pc:docMk/>
            <pc:sldMk cId="3391554335" sldId="383"/>
            <ac:spMk id="51" creationId="{8C40FB7F-5F19-2FE6-1ACA-5D7BAF0C530E}"/>
          </ac:spMkLst>
        </pc:spChg>
        <pc:spChg chg="mod">
          <ac:chgData name="Mayu Ninagawa (蜷川 真優 GE)" userId="15d22be4-2d84-414d-ac66-ca09a50eae87" providerId="ADAL" clId="{5E599063-F5BB-49D4-A9DF-D59C17E5C422}" dt="2026-01-15T08:49:02.001" v="1673"/>
          <ac:spMkLst>
            <pc:docMk/>
            <pc:sldMk cId="3391554335" sldId="383"/>
            <ac:spMk id="52" creationId="{213F42A8-B591-DE38-84B5-612E6FF59B48}"/>
          </ac:spMkLst>
        </pc:spChg>
        <pc:spChg chg="mod">
          <ac:chgData name="Mayu Ninagawa (蜷川 真優 GE)" userId="15d22be4-2d84-414d-ac66-ca09a50eae87" providerId="ADAL" clId="{5E599063-F5BB-49D4-A9DF-D59C17E5C422}" dt="2026-01-15T08:49:02.001" v="1673"/>
          <ac:spMkLst>
            <pc:docMk/>
            <pc:sldMk cId="3391554335" sldId="383"/>
            <ac:spMk id="53" creationId="{1A22EA1E-F60D-57E9-8E14-F18FDA040CA9}"/>
          </ac:spMkLst>
        </pc:spChg>
        <pc:spChg chg="mod">
          <ac:chgData name="Mayu Ninagawa (蜷川 真優 GE)" userId="15d22be4-2d84-414d-ac66-ca09a50eae87" providerId="ADAL" clId="{5E599063-F5BB-49D4-A9DF-D59C17E5C422}" dt="2026-01-15T08:49:02.001" v="1673"/>
          <ac:spMkLst>
            <pc:docMk/>
            <pc:sldMk cId="3391554335" sldId="383"/>
            <ac:spMk id="54" creationId="{88396B0F-BA52-FB0F-1BBB-7CA1AD63A529}"/>
          </ac:spMkLst>
        </pc:spChg>
        <pc:spChg chg="mod">
          <ac:chgData name="Mayu Ninagawa (蜷川 真優 GE)" userId="15d22be4-2d84-414d-ac66-ca09a50eae87" providerId="ADAL" clId="{5E599063-F5BB-49D4-A9DF-D59C17E5C422}" dt="2026-01-15T08:49:02.001" v="1673"/>
          <ac:spMkLst>
            <pc:docMk/>
            <pc:sldMk cId="3391554335" sldId="383"/>
            <ac:spMk id="55" creationId="{1CCEE434-26F6-680F-4757-36493168D3A5}"/>
          </ac:spMkLst>
        </pc:spChg>
        <pc:spChg chg="mod">
          <ac:chgData name="Mayu Ninagawa (蜷川 真優 GE)" userId="15d22be4-2d84-414d-ac66-ca09a50eae87" providerId="ADAL" clId="{5E599063-F5BB-49D4-A9DF-D59C17E5C422}" dt="2026-01-15T08:49:02.001" v="1673"/>
          <ac:spMkLst>
            <pc:docMk/>
            <pc:sldMk cId="3391554335" sldId="383"/>
            <ac:spMk id="56" creationId="{A79949E0-BA7D-7B7D-E239-38E04DD2301F}"/>
          </ac:spMkLst>
        </pc:spChg>
        <pc:spChg chg="mod">
          <ac:chgData name="Mayu Ninagawa (蜷川 真優 GE)" userId="15d22be4-2d84-414d-ac66-ca09a50eae87" providerId="ADAL" clId="{5E599063-F5BB-49D4-A9DF-D59C17E5C422}" dt="2026-01-15T08:49:02.001" v="1673"/>
          <ac:spMkLst>
            <pc:docMk/>
            <pc:sldMk cId="3391554335" sldId="383"/>
            <ac:spMk id="57" creationId="{AD7B3E4C-8094-F7FB-E2ED-428AB867CEAF}"/>
          </ac:spMkLst>
        </pc:spChg>
        <pc:spChg chg="mod">
          <ac:chgData name="Mayu Ninagawa (蜷川 真優 GE)" userId="15d22be4-2d84-414d-ac66-ca09a50eae87" providerId="ADAL" clId="{5E599063-F5BB-49D4-A9DF-D59C17E5C422}" dt="2026-01-15T08:49:02.001" v="1673"/>
          <ac:spMkLst>
            <pc:docMk/>
            <pc:sldMk cId="3391554335" sldId="383"/>
            <ac:spMk id="58" creationId="{35414812-2196-47B0-4DE3-15A6E1023575}"/>
          </ac:spMkLst>
        </pc:spChg>
        <pc:spChg chg="mod">
          <ac:chgData name="Mayu Ninagawa (蜷川 真優 GE)" userId="15d22be4-2d84-414d-ac66-ca09a50eae87" providerId="ADAL" clId="{5E599063-F5BB-49D4-A9DF-D59C17E5C422}" dt="2026-01-15T08:49:02.001" v="1673"/>
          <ac:spMkLst>
            <pc:docMk/>
            <pc:sldMk cId="3391554335" sldId="383"/>
            <ac:spMk id="59" creationId="{2D29A691-70CC-A3A9-476C-C93BA4BE5BC6}"/>
          </ac:spMkLst>
        </pc:spChg>
        <pc:spChg chg="add mod">
          <ac:chgData name="Mayu Ninagawa (蜷川 真優 GE)" userId="15d22be4-2d84-414d-ac66-ca09a50eae87" providerId="ADAL" clId="{5E599063-F5BB-49D4-A9DF-D59C17E5C422}" dt="2026-01-15T09:06:28.568" v="1906" actId="1076"/>
          <ac:spMkLst>
            <pc:docMk/>
            <pc:sldMk cId="3391554335" sldId="383"/>
            <ac:spMk id="61" creationId="{7B53F10A-42CE-C000-FA5B-BCE5DAAE2686}"/>
          </ac:spMkLst>
        </pc:spChg>
        <pc:spChg chg="add mod">
          <ac:chgData name="Mayu Ninagawa (蜷川 真優 GE)" userId="15d22be4-2d84-414d-ac66-ca09a50eae87" providerId="ADAL" clId="{5E599063-F5BB-49D4-A9DF-D59C17E5C422}" dt="2026-01-15T09:06:44.375" v="1910" actId="1076"/>
          <ac:spMkLst>
            <pc:docMk/>
            <pc:sldMk cId="3391554335" sldId="383"/>
            <ac:spMk id="62" creationId="{18B02752-B1BC-FB69-9C70-D051D8BE8812}"/>
          </ac:spMkLst>
        </pc:spChg>
        <pc:spChg chg="mod topLvl">
          <ac:chgData name="Mayu Ninagawa (蜷川 真優 GE)" userId="15d22be4-2d84-414d-ac66-ca09a50eae87" providerId="ADAL" clId="{5E599063-F5BB-49D4-A9DF-D59C17E5C422}" dt="2026-01-15T10:14:01.484" v="2839" actId="164"/>
          <ac:spMkLst>
            <pc:docMk/>
            <pc:sldMk cId="3391554335" sldId="383"/>
            <ac:spMk id="63" creationId="{097F9B77-50B9-E604-C8C2-298E4604996F}"/>
          </ac:spMkLst>
        </pc:spChg>
        <pc:spChg chg="mod topLvl">
          <ac:chgData name="Mayu Ninagawa (蜷川 真優 GE)" userId="15d22be4-2d84-414d-ac66-ca09a50eae87" providerId="ADAL" clId="{5E599063-F5BB-49D4-A9DF-D59C17E5C422}" dt="2026-01-15T10:14:01.484" v="2839" actId="164"/>
          <ac:spMkLst>
            <pc:docMk/>
            <pc:sldMk cId="3391554335" sldId="383"/>
            <ac:spMk id="411" creationId="{18578BB1-7089-A224-8D98-DA72D5828B60}"/>
          </ac:spMkLst>
        </pc:spChg>
        <pc:spChg chg="mod topLvl">
          <ac:chgData name="Mayu Ninagawa (蜷川 真優 GE)" userId="15d22be4-2d84-414d-ac66-ca09a50eae87" providerId="ADAL" clId="{5E599063-F5BB-49D4-A9DF-D59C17E5C422}" dt="2026-01-15T10:14:01.484" v="2839" actId="164"/>
          <ac:spMkLst>
            <pc:docMk/>
            <pc:sldMk cId="3391554335" sldId="383"/>
            <ac:spMk id="412" creationId="{B1C9263C-DD34-EE08-9934-C7AF5C8D3171}"/>
          </ac:spMkLst>
        </pc:spChg>
        <pc:spChg chg="mod topLvl">
          <ac:chgData name="Mayu Ninagawa (蜷川 真優 GE)" userId="15d22be4-2d84-414d-ac66-ca09a50eae87" providerId="ADAL" clId="{5E599063-F5BB-49D4-A9DF-D59C17E5C422}" dt="2026-01-15T10:14:01.484" v="2839" actId="164"/>
          <ac:spMkLst>
            <pc:docMk/>
            <pc:sldMk cId="3391554335" sldId="383"/>
            <ac:spMk id="415" creationId="{DA116D6B-68E6-32EC-654A-83E986F248E2}"/>
          </ac:spMkLst>
        </pc:spChg>
        <pc:spChg chg="mod topLvl">
          <ac:chgData name="Mayu Ninagawa (蜷川 真優 GE)" userId="15d22be4-2d84-414d-ac66-ca09a50eae87" providerId="ADAL" clId="{5E599063-F5BB-49D4-A9DF-D59C17E5C422}" dt="2026-01-15T10:14:01.484" v="2839" actId="164"/>
          <ac:spMkLst>
            <pc:docMk/>
            <pc:sldMk cId="3391554335" sldId="383"/>
            <ac:spMk id="418" creationId="{07387C9D-357E-3452-BB1F-74276F041218}"/>
          </ac:spMkLst>
        </pc:spChg>
        <pc:spChg chg="mod topLvl">
          <ac:chgData name="Mayu Ninagawa (蜷川 真優 GE)" userId="15d22be4-2d84-414d-ac66-ca09a50eae87" providerId="ADAL" clId="{5E599063-F5BB-49D4-A9DF-D59C17E5C422}" dt="2026-01-15T10:14:01.484" v="2839" actId="164"/>
          <ac:spMkLst>
            <pc:docMk/>
            <pc:sldMk cId="3391554335" sldId="383"/>
            <ac:spMk id="419" creationId="{93FE9E54-6745-CF83-B6DB-4F446ACE2F4A}"/>
          </ac:spMkLst>
        </pc:spChg>
        <pc:spChg chg="mod topLvl">
          <ac:chgData name="Mayu Ninagawa (蜷川 真優 GE)" userId="15d22be4-2d84-414d-ac66-ca09a50eae87" providerId="ADAL" clId="{5E599063-F5BB-49D4-A9DF-D59C17E5C422}" dt="2026-01-15T10:14:01.484" v="2839" actId="164"/>
          <ac:spMkLst>
            <pc:docMk/>
            <pc:sldMk cId="3391554335" sldId="383"/>
            <ac:spMk id="420" creationId="{924E9D2C-A66A-691F-8DA0-9A7512C8D3E4}"/>
          </ac:spMkLst>
        </pc:spChg>
        <pc:spChg chg="mod topLvl">
          <ac:chgData name="Mayu Ninagawa (蜷川 真優 GE)" userId="15d22be4-2d84-414d-ac66-ca09a50eae87" providerId="ADAL" clId="{5E599063-F5BB-49D4-A9DF-D59C17E5C422}" dt="2026-01-15T10:14:01.484" v="2839" actId="164"/>
          <ac:spMkLst>
            <pc:docMk/>
            <pc:sldMk cId="3391554335" sldId="383"/>
            <ac:spMk id="421" creationId="{1F459C2A-4795-8762-F67D-07B6334C62C8}"/>
          </ac:spMkLst>
        </pc:spChg>
        <pc:spChg chg="mod topLvl">
          <ac:chgData name="Mayu Ninagawa (蜷川 真優 GE)" userId="15d22be4-2d84-414d-ac66-ca09a50eae87" providerId="ADAL" clId="{5E599063-F5BB-49D4-A9DF-D59C17E5C422}" dt="2026-01-15T10:14:01.484" v="2839" actId="164"/>
          <ac:spMkLst>
            <pc:docMk/>
            <pc:sldMk cId="3391554335" sldId="383"/>
            <ac:spMk id="422" creationId="{3DA7929A-B0DB-9A07-4E84-853863A5C631}"/>
          </ac:spMkLst>
        </pc:spChg>
        <pc:spChg chg="mod topLvl">
          <ac:chgData name="Mayu Ninagawa (蜷川 真優 GE)" userId="15d22be4-2d84-414d-ac66-ca09a50eae87" providerId="ADAL" clId="{5E599063-F5BB-49D4-A9DF-D59C17E5C422}" dt="2026-01-15T10:14:01.484" v="2839" actId="164"/>
          <ac:spMkLst>
            <pc:docMk/>
            <pc:sldMk cId="3391554335" sldId="383"/>
            <ac:spMk id="423" creationId="{0FBE4FB0-7581-DEB4-89B2-4028B8F9C03F}"/>
          </ac:spMkLst>
        </pc:spChg>
        <pc:spChg chg="mod topLvl">
          <ac:chgData name="Mayu Ninagawa (蜷川 真優 GE)" userId="15d22be4-2d84-414d-ac66-ca09a50eae87" providerId="ADAL" clId="{5E599063-F5BB-49D4-A9DF-D59C17E5C422}" dt="2026-01-15T10:14:01.484" v="2839" actId="164"/>
          <ac:spMkLst>
            <pc:docMk/>
            <pc:sldMk cId="3391554335" sldId="383"/>
            <ac:spMk id="424" creationId="{1D7C342D-62B1-86D4-DC51-EFBC971FD379}"/>
          </ac:spMkLst>
        </pc:spChg>
        <pc:spChg chg="mod topLvl">
          <ac:chgData name="Mayu Ninagawa (蜷川 真優 GE)" userId="15d22be4-2d84-414d-ac66-ca09a50eae87" providerId="ADAL" clId="{5E599063-F5BB-49D4-A9DF-D59C17E5C422}" dt="2026-01-15T10:14:01.484" v="2839" actId="164"/>
          <ac:spMkLst>
            <pc:docMk/>
            <pc:sldMk cId="3391554335" sldId="383"/>
            <ac:spMk id="425" creationId="{44B3C753-DF69-4BE9-968C-247CBED841AC}"/>
          </ac:spMkLst>
        </pc:spChg>
        <pc:spChg chg="mod topLvl">
          <ac:chgData name="Mayu Ninagawa (蜷川 真優 GE)" userId="15d22be4-2d84-414d-ac66-ca09a50eae87" providerId="ADAL" clId="{5E599063-F5BB-49D4-A9DF-D59C17E5C422}" dt="2026-01-15T10:14:01.484" v="2839" actId="164"/>
          <ac:spMkLst>
            <pc:docMk/>
            <pc:sldMk cId="3391554335" sldId="383"/>
            <ac:spMk id="426" creationId="{6C0D5818-4FA1-5E34-102F-AC0CB0318B91}"/>
          </ac:spMkLst>
        </pc:spChg>
        <pc:spChg chg="mod topLvl">
          <ac:chgData name="Mayu Ninagawa (蜷川 真優 GE)" userId="15d22be4-2d84-414d-ac66-ca09a50eae87" providerId="ADAL" clId="{5E599063-F5BB-49D4-A9DF-D59C17E5C422}" dt="2026-01-15T10:14:01.484" v="2839" actId="164"/>
          <ac:spMkLst>
            <pc:docMk/>
            <pc:sldMk cId="3391554335" sldId="383"/>
            <ac:spMk id="427" creationId="{AACC6C28-A53D-E28C-62CB-76EC12E906AE}"/>
          </ac:spMkLst>
        </pc:spChg>
        <pc:spChg chg="mod topLvl">
          <ac:chgData name="Mayu Ninagawa (蜷川 真優 GE)" userId="15d22be4-2d84-414d-ac66-ca09a50eae87" providerId="ADAL" clId="{5E599063-F5BB-49D4-A9DF-D59C17E5C422}" dt="2026-01-15T10:14:01.484" v="2839" actId="164"/>
          <ac:spMkLst>
            <pc:docMk/>
            <pc:sldMk cId="3391554335" sldId="383"/>
            <ac:spMk id="429" creationId="{6C6E6E2F-E592-5264-36BA-C0EBD3522487}"/>
          </ac:spMkLst>
        </pc:spChg>
        <pc:spChg chg="mod topLvl">
          <ac:chgData name="Mayu Ninagawa (蜷川 真優 GE)" userId="15d22be4-2d84-414d-ac66-ca09a50eae87" providerId="ADAL" clId="{5E599063-F5BB-49D4-A9DF-D59C17E5C422}" dt="2026-01-15T10:14:01.484" v="2839" actId="164"/>
          <ac:spMkLst>
            <pc:docMk/>
            <pc:sldMk cId="3391554335" sldId="383"/>
            <ac:spMk id="430" creationId="{8F1D690A-E7C0-FDA9-A3DF-A89A23368109}"/>
          </ac:spMkLst>
        </pc:spChg>
        <pc:spChg chg="del mod topLvl">
          <ac:chgData name="Mayu Ninagawa (蜷川 真優 GE)" userId="15d22be4-2d84-414d-ac66-ca09a50eae87" providerId="ADAL" clId="{5E599063-F5BB-49D4-A9DF-D59C17E5C422}" dt="2026-01-15T10:13:31.585" v="2823"/>
          <ac:spMkLst>
            <pc:docMk/>
            <pc:sldMk cId="3391554335" sldId="383"/>
            <ac:spMk id="431" creationId="{D6DFE509-3D85-4DB8-04F3-11A32EBC51E4}"/>
          </ac:spMkLst>
        </pc:spChg>
        <pc:spChg chg="mod topLvl">
          <ac:chgData name="Mayu Ninagawa (蜷川 真優 GE)" userId="15d22be4-2d84-414d-ac66-ca09a50eae87" providerId="ADAL" clId="{5E599063-F5BB-49D4-A9DF-D59C17E5C422}" dt="2026-01-15T10:14:01.484" v="2839" actId="164"/>
          <ac:spMkLst>
            <pc:docMk/>
            <pc:sldMk cId="3391554335" sldId="383"/>
            <ac:spMk id="432" creationId="{A2F89A6A-FEB7-2DEC-A866-E85B986FE7AF}"/>
          </ac:spMkLst>
        </pc:spChg>
        <pc:spChg chg="mod topLvl">
          <ac:chgData name="Mayu Ninagawa (蜷川 真優 GE)" userId="15d22be4-2d84-414d-ac66-ca09a50eae87" providerId="ADAL" clId="{5E599063-F5BB-49D4-A9DF-D59C17E5C422}" dt="2026-01-15T10:14:01.484" v="2839" actId="164"/>
          <ac:spMkLst>
            <pc:docMk/>
            <pc:sldMk cId="3391554335" sldId="383"/>
            <ac:spMk id="433" creationId="{0F454421-21C4-4160-82A0-99A9E67063DD}"/>
          </ac:spMkLst>
        </pc:spChg>
        <pc:spChg chg="mod topLvl">
          <ac:chgData name="Mayu Ninagawa (蜷川 真優 GE)" userId="15d22be4-2d84-414d-ac66-ca09a50eae87" providerId="ADAL" clId="{5E599063-F5BB-49D4-A9DF-D59C17E5C422}" dt="2026-01-15T10:14:01.484" v="2839" actId="164"/>
          <ac:spMkLst>
            <pc:docMk/>
            <pc:sldMk cId="3391554335" sldId="383"/>
            <ac:spMk id="434" creationId="{C29D67AD-F9CA-631E-29E4-C7DC56A413E5}"/>
          </ac:spMkLst>
        </pc:spChg>
        <pc:spChg chg="mod topLvl">
          <ac:chgData name="Mayu Ninagawa (蜷川 真優 GE)" userId="15d22be4-2d84-414d-ac66-ca09a50eae87" providerId="ADAL" clId="{5E599063-F5BB-49D4-A9DF-D59C17E5C422}" dt="2026-01-15T10:14:01.484" v="2839" actId="164"/>
          <ac:spMkLst>
            <pc:docMk/>
            <pc:sldMk cId="3391554335" sldId="383"/>
            <ac:spMk id="435" creationId="{3FE560EF-8601-5C2F-1E6D-5EB5E3F4129D}"/>
          </ac:spMkLst>
        </pc:spChg>
        <pc:spChg chg="mod topLvl">
          <ac:chgData name="Mayu Ninagawa (蜷川 真優 GE)" userId="15d22be4-2d84-414d-ac66-ca09a50eae87" providerId="ADAL" clId="{5E599063-F5BB-49D4-A9DF-D59C17E5C422}" dt="2026-01-15T10:14:01.484" v="2839" actId="164"/>
          <ac:spMkLst>
            <pc:docMk/>
            <pc:sldMk cId="3391554335" sldId="383"/>
            <ac:spMk id="436" creationId="{390D46CA-3CB4-2573-69EA-C6E89D905134}"/>
          </ac:spMkLst>
        </pc:spChg>
        <pc:spChg chg="mod topLvl">
          <ac:chgData name="Mayu Ninagawa (蜷川 真優 GE)" userId="15d22be4-2d84-414d-ac66-ca09a50eae87" providerId="ADAL" clId="{5E599063-F5BB-49D4-A9DF-D59C17E5C422}" dt="2026-01-15T10:14:01.484" v="2839" actId="164"/>
          <ac:spMkLst>
            <pc:docMk/>
            <pc:sldMk cId="3391554335" sldId="383"/>
            <ac:spMk id="437" creationId="{A3500550-A494-C44C-3DF2-5ACA762ECA81}"/>
          </ac:spMkLst>
        </pc:spChg>
        <pc:spChg chg="mod topLvl">
          <ac:chgData name="Mayu Ninagawa (蜷川 真優 GE)" userId="15d22be4-2d84-414d-ac66-ca09a50eae87" providerId="ADAL" clId="{5E599063-F5BB-49D4-A9DF-D59C17E5C422}" dt="2026-01-15T10:14:01.484" v="2839" actId="164"/>
          <ac:spMkLst>
            <pc:docMk/>
            <pc:sldMk cId="3391554335" sldId="383"/>
            <ac:spMk id="438" creationId="{74583346-4997-6E34-5505-7829B2724B6E}"/>
          </ac:spMkLst>
        </pc:spChg>
        <pc:spChg chg="mod topLvl">
          <ac:chgData name="Mayu Ninagawa (蜷川 真優 GE)" userId="15d22be4-2d84-414d-ac66-ca09a50eae87" providerId="ADAL" clId="{5E599063-F5BB-49D4-A9DF-D59C17E5C422}" dt="2026-01-15T10:14:01.484" v="2839" actId="164"/>
          <ac:spMkLst>
            <pc:docMk/>
            <pc:sldMk cId="3391554335" sldId="383"/>
            <ac:spMk id="439" creationId="{66FA9AEE-B732-6E9A-521E-82121D267CB5}"/>
          </ac:spMkLst>
        </pc:spChg>
        <pc:spChg chg="mod topLvl">
          <ac:chgData name="Mayu Ninagawa (蜷川 真優 GE)" userId="15d22be4-2d84-414d-ac66-ca09a50eae87" providerId="ADAL" clId="{5E599063-F5BB-49D4-A9DF-D59C17E5C422}" dt="2026-01-15T10:14:01.484" v="2839" actId="164"/>
          <ac:spMkLst>
            <pc:docMk/>
            <pc:sldMk cId="3391554335" sldId="383"/>
            <ac:spMk id="440" creationId="{14C02EE1-D274-1944-F50D-FB377020DC98}"/>
          </ac:spMkLst>
        </pc:spChg>
        <pc:spChg chg="mod topLvl">
          <ac:chgData name="Mayu Ninagawa (蜷川 真優 GE)" userId="15d22be4-2d84-414d-ac66-ca09a50eae87" providerId="ADAL" clId="{5E599063-F5BB-49D4-A9DF-D59C17E5C422}" dt="2026-01-15T10:14:01.484" v="2839" actId="164"/>
          <ac:spMkLst>
            <pc:docMk/>
            <pc:sldMk cId="3391554335" sldId="383"/>
            <ac:spMk id="441" creationId="{B2FB1C61-C58D-D2A2-AE88-4B992E2A0FAB}"/>
          </ac:spMkLst>
        </pc:spChg>
        <pc:spChg chg="add del mod">
          <ac:chgData name="Mayu Ninagawa (蜷川 真優 GE)" userId="15d22be4-2d84-414d-ac66-ca09a50eae87" providerId="ADAL" clId="{5E599063-F5BB-49D4-A9DF-D59C17E5C422}" dt="2026-01-15T10:13:31.585" v="2823"/>
          <ac:spMkLst>
            <pc:docMk/>
            <pc:sldMk cId="3391554335" sldId="383"/>
            <ac:spMk id="448" creationId="{FAF3245B-F3A4-B589-0216-4218CAFCE595}"/>
          </ac:spMkLst>
        </pc:spChg>
        <pc:spChg chg="mod">
          <ac:chgData name="Mayu Ninagawa (蜷川 真優 GE)" userId="15d22be4-2d84-414d-ac66-ca09a50eae87" providerId="ADAL" clId="{5E599063-F5BB-49D4-A9DF-D59C17E5C422}" dt="2026-01-15T10:14:01.484" v="2839" actId="164"/>
          <ac:spMkLst>
            <pc:docMk/>
            <pc:sldMk cId="3391554335" sldId="383"/>
            <ac:spMk id="450" creationId="{1471AA00-8B6A-BE28-9825-772C7123F96D}"/>
          </ac:spMkLst>
        </pc:spChg>
        <pc:spChg chg="mod">
          <ac:chgData name="Mayu Ninagawa (蜷川 真優 GE)" userId="15d22be4-2d84-414d-ac66-ca09a50eae87" providerId="ADAL" clId="{5E599063-F5BB-49D4-A9DF-D59C17E5C422}" dt="2026-01-15T10:12:58.419" v="2814" actId="1076"/>
          <ac:spMkLst>
            <pc:docMk/>
            <pc:sldMk cId="3391554335" sldId="383"/>
            <ac:spMk id="463" creationId="{C0EE813A-4754-A4DE-090D-57F5DAEC9538}"/>
          </ac:spMkLst>
        </pc:spChg>
        <pc:spChg chg="mod">
          <ac:chgData name="Mayu Ninagawa (蜷川 真優 GE)" userId="15d22be4-2d84-414d-ac66-ca09a50eae87" providerId="ADAL" clId="{5E599063-F5BB-49D4-A9DF-D59C17E5C422}" dt="2026-01-15T10:12:58.743" v="2815" actId="1076"/>
          <ac:spMkLst>
            <pc:docMk/>
            <pc:sldMk cId="3391554335" sldId="383"/>
            <ac:spMk id="466" creationId="{2C83C12D-1EA2-5F12-3FBE-4C2CD4B96146}"/>
          </ac:spMkLst>
        </pc:spChg>
        <pc:spChg chg="mod topLvl">
          <ac:chgData name="Mayu Ninagawa (蜷川 真優 GE)" userId="15d22be4-2d84-414d-ac66-ca09a50eae87" providerId="ADAL" clId="{5E599063-F5BB-49D4-A9DF-D59C17E5C422}" dt="2026-01-15T10:14:01.484" v="2839" actId="164"/>
          <ac:spMkLst>
            <pc:docMk/>
            <pc:sldMk cId="3391554335" sldId="383"/>
            <ac:spMk id="508" creationId="{DB1A6F9B-0ED2-3203-C586-2CE7F5EF8BCF}"/>
          </ac:spMkLst>
        </pc:spChg>
        <pc:grpChg chg="add del mod">
          <ac:chgData name="Mayu Ninagawa (蜷川 真優 GE)" userId="15d22be4-2d84-414d-ac66-ca09a50eae87" providerId="ADAL" clId="{5E599063-F5BB-49D4-A9DF-D59C17E5C422}" dt="2026-01-15T08:49:04.548" v="1674"/>
          <ac:grpSpMkLst>
            <pc:docMk/>
            <pc:sldMk cId="3391554335" sldId="383"/>
            <ac:grpSpMk id="4" creationId="{8A14E514-F81A-B9CF-A6E8-6168E772EECF}"/>
          </ac:grpSpMkLst>
        </pc:grpChg>
        <pc:grpChg chg="del mod">
          <ac:chgData name="Mayu Ninagawa (蜷川 真優 GE)" userId="15d22be4-2d84-414d-ac66-ca09a50eae87" providerId="ADAL" clId="{5E599063-F5BB-49D4-A9DF-D59C17E5C422}" dt="2026-01-15T10:13:26.234" v="2822" actId="165"/>
          <ac:grpSpMkLst>
            <pc:docMk/>
            <pc:sldMk cId="3391554335" sldId="383"/>
            <ac:grpSpMk id="509" creationId="{9A796ADC-A098-9CA2-0DCF-2436C3B62012}"/>
          </ac:grpSpMkLst>
        </pc:grpChg>
        <pc:grpChg chg="add del mod">
          <ac:chgData name="Mayu Ninagawa (蜷川 真優 GE)" userId="15d22be4-2d84-414d-ac66-ca09a50eae87" providerId="ADAL" clId="{5E599063-F5BB-49D4-A9DF-D59C17E5C422}" dt="2026-01-15T10:13:58.631" v="2838" actId="165"/>
          <ac:grpSpMkLst>
            <pc:docMk/>
            <pc:sldMk cId="3391554335" sldId="383"/>
            <ac:grpSpMk id="510" creationId="{914B6864-39F1-E6FC-F612-C3386A7B6B79}"/>
          </ac:grpSpMkLst>
        </pc:grpChg>
        <pc:grpChg chg="add mod">
          <ac:chgData name="Mayu Ninagawa (蜷川 真優 GE)" userId="15d22be4-2d84-414d-ac66-ca09a50eae87" providerId="ADAL" clId="{5E599063-F5BB-49D4-A9DF-D59C17E5C422}" dt="2026-01-15T10:14:14.849" v="2846" actId="1037"/>
          <ac:grpSpMkLst>
            <pc:docMk/>
            <pc:sldMk cId="3391554335" sldId="383"/>
            <ac:grpSpMk id="511" creationId="{58B24685-B155-118C-259F-CECBD86742A9}"/>
          </ac:grpSpMkLst>
        </pc:grpChg>
        <pc:picChg chg="mod">
          <ac:chgData name="Mayu Ninagawa (蜷川 真優 GE)" userId="15d22be4-2d84-414d-ac66-ca09a50eae87" providerId="ADAL" clId="{5E599063-F5BB-49D4-A9DF-D59C17E5C422}" dt="2026-01-15T09:06:39.439" v="1908" actId="14100"/>
          <ac:picMkLst>
            <pc:docMk/>
            <pc:sldMk cId="3391554335" sldId="383"/>
            <ac:picMk id="8" creationId="{4747F436-1F10-A817-3AC8-741E67EA3D99}"/>
          </ac:picMkLst>
        </pc:picChg>
        <pc:picChg chg="add mod">
          <ac:chgData name="Mayu Ninagawa (蜷川 真優 GE)" userId="15d22be4-2d84-414d-ac66-ca09a50eae87" providerId="ADAL" clId="{5E599063-F5BB-49D4-A9DF-D59C17E5C422}" dt="2026-01-15T09:06:22.670" v="1904" actId="1076"/>
          <ac:picMkLst>
            <pc:docMk/>
            <pc:sldMk cId="3391554335" sldId="383"/>
            <ac:picMk id="60" creationId="{6A2D2CCE-6544-ED37-2863-324016663170}"/>
          </ac:picMkLst>
        </pc:picChg>
      </pc:sldChg>
      <pc:sldChg chg="addSp delSp modSp mod">
        <pc:chgData name="Mayu Ninagawa (蜷川 真優 GE)" userId="15d22be4-2d84-414d-ac66-ca09a50eae87" providerId="ADAL" clId="{5E599063-F5BB-49D4-A9DF-D59C17E5C422}" dt="2026-01-15T11:52:42.434" v="3451" actId="1076"/>
        <pc:sldMkLst>
          <pc:docMk/>
          <pc:sldMk cId="3848068375" sldId="384"/>
        </pc:sldMkLst>
        <pc:spChg chg="mod">
          <ac:chgData name="Mayu Ninagawa (蜷川 真優 GE)" userId="15d22be4-2d84-414d-ac66-ca09a50eae87" providerId="ADAL" clId="{5E599063-F5BB-49D4-A9DF-D59C17E5C422}" dt="2026-01-15T10:00:26.547" v="2631" actId="1076"/>
          <ac:spMkLst>
            <pc:docMk/>
            <pc:sldMk cId="3848068375" sldId="384"/>
            <ac:spMk id="3" creationId="{1A9890B5-4F1A-E8FE-73D4-6B22D984764B}"/>
          </ac:spMkLst>
        </pc:spChg>
        <pc:spChg chg="add del mod">
          <ac:chgData name="Mayu Ninagawa (蜷川 真優 GE)" userId="15d22be4-2d84-414d-ac66-ca09a50eae87" providerId="ADAL" clId="{5E599063-F5BB-49D4-A9DF-D59C17E5C422}" dt="2026-01-15T11:52:20.322" v="3441"/>
          <ac:spMkLst>
            <pc:docMk/>
            <pc:sldMk cId="3848068375" sldId="384"/>
            <ac:spMk id="5" creationId="{7A0F6CF4-398A-4AA6-CB28-E271226F8A11}"/>
          </ac:spMkLst>
        </pc:spChg>
        <pc:spChg chg="add del mod">
          <ac:chgData name="Mayu Ninagawa (蜷川 真優 GE)" userId="15d22be4-2d84-414d-ac66-ca09a50eae87" providerId="ADAL" clId="{5E599063-F5BB-49D4-A9DF-D59C17E5C422}" dt="2026-01-15T11:52:20.322" v="3441"/>
          <ac:spMkLst>
            <pc:docMk/>
            <pc:sldMk cId="3848068375" sldId="384"/>
            <ac:spMk id="6" creationId="{623358F3-CBFD-15A5-4CA0-F6120B414C0C}"/>
          </ac:spMkLst>
        </pc:spChg>
        <pc:spChg chg="add del mod">
          <ac:chgData name="Mayu Ninagawa (蜷川 真優 GE)" userId="15d22be4-2d84-414d-ac66-ca09a50eae87" providerId="ADAL" clId="{5E599063-F5BB-49D4-A9DF-D59C17E5C422}" dt="2026-01-15T11:52:20.322" v="3441"/>
          <ac:spMkLst>
            <pc:docMk/>
            <pc:sldMk cId="3848068375" sldId="384"/>
            <ac:spMk id="7" creationId="{9586F204-62CB-C034-10D7-8DCE6DC2EB87}"/>
          </ac:spMkLst>
        </pc:spChg>
        <pc:spChg chg="add del mod">
          <ac:chgData name="Mayu Ninagawa (蜷川 真優 GE)" userId="15d22be4-2d84-414d-ac66-ca09a50eae87" providerId="ADAL" clId="{5E599063-F5BB-49D4-A9DF-D59C17E5C422}" dt="2026-01-15T11:52:20.322" v="3441"/>
          <ac:spMkLst>
            <pc:docMk/>
            <pc:sldMk cId="3848068375" sldId="384"/>
            <ac:spMk id="8" creationId="{E3658832-932D-9150-6B29-993621DFBBFB}"/>
          </ac:spMkLst>
        </pc:spChg>
        <pc:spChg chg="add del mod">
          <ac:chgData name="Mayu Ninagawa (蜷川 真優 GE)" userId="15d22be4-2d84-414d-ac66-ca09a50eae87" providerId="ADAL" clId="{5E599063-F5BB-49D4-A9DF-D59C17E5C422}" dt="2026-01-15T11:52:20.322" v="3441"/>
          <ac:spMkLst>
            <pc:docMk/>
            <pc:sldMk cId="3848068375" sldId="384"/>
            <ac:spMk id="9" creationId="{13556919-9B11-F886-DFC9-B862E1738377}"/>
          </ac:spMkLst>
        </pc:spChg>
        <pc:spChg chg="add del mod">
          <ac:chgData name="Mayu Ninagawa (蜷川 真優 GE)" userId="15d22be4-2d84-414d-ac66-ca09a50eae87" providerId="ADAL" clId="{5E599063-F5BB-49D4-A9DF-D59C17E5C422}" dt="2026-01-15T09:46:02.054" v="2498" actId="478"/>
          <ac:spMkLst>
            <pc:docMk/>
            <pc:sldMk cId="3848068375" sldId="384"/>
            <ac:spMk id="9" creationId="{74A1AA63-6A31-A404-BDA2-9AA8212D1DEC}"/>
          </ac:spMkLst>
        </pc:spChg>
        <pc:spChg chg="add del mod">
          <ac:chgData name="Mayu Ninagawa (蜷川 真優 GE)" userId="15d22be4-2d84-414d-ac66-ca09a50eae87" providerId="ADAL" clId="{5E599063-F5BB-49D4-A9DF-D59C17E5C422}" dt="2026-01-15T11:52:20.322" v="3441"/>
          <ac:spMkLst>
            <pc:docMk/>
            <pc:sldMk cId="3848068375" sldId="384"/>
            <ac:spMk id="10" creationId="{B5F6DEC1-9E7C-18F3-F933-4F72647BB9CF}"/>
          </ac:spMkLst>
        </pc:spChg>
        <pc:spChg chg="add del mod">
          <ac:chgData name="Mayu Ninagawa (蜷川 真優 GE)" userId="15d22be4-2d84-414d-ac66-ca09a50eae87" providerId="ADAL" clId="{5E599063-F5BB-49D4-A9DF-D59C17E5C422}" dt="2026-01-15T11:52:20.322" v="3441"/>
          <ac:spMkLst>
            <pc:docMk/>
            <pc:sldMk cId="3848068375" sldId="384"/>
            <ac:spMk id="11" creationId="{70174B5B-0CCF-1AF8-4386-EC4B50CD6C71}"/>
          </ac:spMkLst>
        </pc:spChg>
        <pc:spChg chg="add del mod">
          <ac:chgData name="Mayu Ninagawa (蜷川 真優 GE)" userId="15d22be4-2d84-414d-ac66-ca09a50eae87" providerId="ADAL" clId="{5E599063-F5BB-49D4-A9DF-D59C17E5C422}" dt="2026-01-15T11:52:20.322" v="3441"/>
          <ac:spMkLst>
            <pc:docMk/>
            <pc:sldMk cId="3848068375" sldId="384"/>
            <ac:spMk id="12" creationId="{60D1E150-A113-55E1-1F52-BB8A779895BC}"/>
          </ac:spMkLst>
        </pc:spChg>
        <pc:spChg chg="add del mod">
          <ac:chgData name="Mayu Ninagawa (蜷川 真優 GE)" userId="15d22be4-2d84-414d-ac66-ca09a50eae87" providerId="ADAL" clId="{5E599063-F5BB-49D4-A9DF-D59C17E5C422}" dt="2026-01-15T11:52:20.322" v="3441"/>
          <ac:spMkLst>
            <pc:docMk/>
            <pc:sldMk cId="3848068375" sldId="384"/>
            <ac:spMk id="13" creationId="{4F76C5DC-82D4-E740-3374-33867C03A007}"/>
          </ac:spMkLst>
        </pc:spChg>
        <pc:spChg chg="add del mod">
          <ac:chgData name="Mayu Ninagawa (蜷川 真優 GE)" userId="15d22be4-2d84-414d-ac66-ca09a50eae87" providerId="ADAL" clId="{5E599063-F5BB-49D4-A9DF-D59C17E5C422}" dt="2026-01-15T11:52:20.322" v="3441"/>
          <ac:spMkLst>
            <pc:docMk/>
            <pc:sldMk cId="3848068375" sldId="384"/>
            <ac:spMk id="14" creationId="{8F7B35B9-EA43-5130-7002-188D262BB9C5}"/>
          </ac:spMkLst>
        </pc:spChg>
        <pc:spChg chg="add del mod">
          <ac:chgData name="Mayu Ninagawa (蜷川 真優 GE)" userId="15d22be4-2d84-414d-ac66-ca09a50eae87" providerId="ADAL" clId="{5E599063-F5BB-49D4-A9DF-D59C17E5C422}" dt="2026-01-15T11:52:20.322" v="3441"/>
          <ac:spMkLst>
            <pc:docMk/>
            <pc:sldMk cId="3848068375" sldId="384"/>
            <ac:spMk id="15" creationId="{DFA2DFEB-B4D6-D2B4-80DF-F0CDC6ACB6EC}"/>
          </ac:spMkLst>
        </pc:spChg>
        <pc:spChg chg="add del mod">
          <ac:chgData name="Mayu Ninagawa (蜷川 真優 GE)" userId="15d22be4-2d84-414d-ac66-ca09a50eae87" providerId="ADAL" clId="{5E599063-F5BB-49D4-A9DF-D59C17E5C422}" dt="2026-01-15T11:52:20.322" v="3441"/>
          <ac:spMkLst>
            <pc:docMk/>
            <pc:sldMk cId="3848068375" sldId="384"/>
            <ac:spMk id="16" creationId="{D9245914-8AC4-EB6B-525A-1F76C0CA466F}"/>
          </ac:spMkLst>
        </pc:spChg>
        <pc:spChg chg="add del mod">
          <ac:chgData name="Mayu Ninagawa (蜷川 真優 GE)" userId="15d22be4-2d84-414d-ac66-ca09a50eae87" providerId="ADAL" clId="{5E599063-F5BB-49D4-A9DF-D59C17E5C422}" dt="2026-01-15T11:52:20.322" v="3441"/>
          <ac:spMkLst>
            <pc:docMk/>
            <pc:sldMk cId="3848068375" sldId="384"/>
            <ac:spMk id="17" creationId="{8DCFF110-C74C-4CAE-097D-50466010FD3D}"/>
          </ac:spMkLst>
        </pc:spChg>
        <pc:spChg chg="add del mod">
          <ac:chgData name="Mayu Ninagawa (蜷川 真優 GE)" userId="15d22be4-2d84-414d-ac66-ca09a50eae87" providerId="ADAL" clId="{5E599063-F5BB-49D4-A9DF-D59C17E5C422}" dt="2026-01-15T11:52:20.322" v="3441"/>
          <ac:spMkLst>
            <pc:docMk/>
            <pc:sldMk cId="3848068375" sldId="384"/>
            <ac:spMk id="18" creationId="{25069054-7EF6-1ED1-EAFC-803242D6235E}"/>
          </ac:spMkLst>
        </pc:spChg>
        <pc:spChg chg="add del mod">
          <ac:chgData name="Mayu Ninagawa (蜷川 真優 GE)" userId="15d22be4-2d84-414d-ac66-ca09a50eae87" providerId="ADAL" clId="{5E599063-F5BB-49D4-A9DF-D59C17E5C422}" dt="2026-01-15T11:52:20.322" v="3441"/>
          <ac:spMkLst>
            <pc:docMk/>
            <pc:sldMk cId="3848068375" sldId="384"/>
            <ac:spMk id="19" creationId="{BB6AC312-C336-C77E-DF4B-5BF0BBD17C6C}"/>
          </ac:spMkLst>
        </pc:spChg>
        <pc:spChg chg="add del mod">
          <ac:chgData name="Mayu Ninagawa (蜷川 真優 GE)" userId="15d22be4-2d84-414d-ac66-ca09a50eae87" providerId="ADAL" clId="{5E599063-F5BB-49D4-A9DF-D59C17E5C422}" dt="2026-01-15T11:52:20.322" v="3441"/>
          <ac:spMkLst>
            <pc:docMk/>
            <pc:sldMk cId="3848068375" sldId="384"/>
            <ac:spMk id="20" creationId="{91D04C4C-D977-1092-08A9-2C4F50545ACB}"/>
          </ac:spMkLst>
        </pc:spChg>
        <pc:spChg chg="add del mod">
          <ac:chgData name="Mayu Ninagawa (蜷川 真優 GE)" userId="15d22be4-2d84-414d-ac66-ca09a50eae87" providerId="ADAL" clId="{5E599063-F5BB-49D4-A9DF-D59C17E5C422}" dt="2026-01-15T11:52:20.322" v="3441"/>
          <ac:spMkLst>
            <pc:docMk/>
            <pc:sldMk cId="3848068375" sldId="384"/>
            <ac:spMk id="21" creationId="{6C01C7D9-2506-B94D-5DE5-3572CE8E5BBB}"/>
          </ac:spMkLst>
        </pc:spChg>
        <pc:spChg chg="add del mod">
          <ac:chgData name="Mayu Ninagawa (蜷川 真優 GE)" userId="15d22be4-2d84-414d-ac66-ca09a50eae87" providerId="ADAL" clId="{5E599063-F5BB-49D4-A9DF-D59C17E5C422}" dt="2026-01-15T11:52:20.322" v="3441"/>
          <ac:spMkLst>
            <pc:docMk/>
            <pc:sldMk cId="3848068375" sldId="384"/>
            <ac:spMk id="22" creationId="{27EB89EF-AE23-E892-723F-A28DF0227C8A}"/>
          </ac:spMkLst>
        </pc:spChg>
        <pc:spChg chg="add del mod">
          <ac:chgData name="Mayu Ninagawa (蜷川 真優 GE)" userId="15d22be4-2d84-414d-ac66-ca09a50eae87" providerId="ADAL" clId="{5E599063-F5BB-49D4-A9DF-D59C17E5C422}" dt="2026-01-15T11:52:20.322" v="3441"/>
          <ac:spMkLst>
            <pc:docMk/>
            <pc:sldMk cId="3848068375" sldId="384"/>
            <ac:spMk id="23" creationId="{3433431A-5486-CDC7-5F6B-65B8726212C7}"/>
          </ac:spMkLst>
        </pc:spChg>
        <pc:spChg chg="add del mod">
          <ac:chgData name="Mayu Ninagawa (蜷川 真優 GE)" userId="15d22be4-2d84-414d-ac66-ca09a50eae87" providerId="ADAL" clId="{5E599063-F5BB-49D4-A9DF-D59C17E5C422}" dt="2026-01-15T11:52:20.322" v="3441"/>
          <ac:spMkLst>
            <pc:docMk/>
            <pc:sldMk cId="3848068375" sldId="384"/>
            <ac:spMk id="24" creationId="{C82E7893-F405-BFCC-8210-DC606035B4DF}"/>
          </ac:spMkLst>
        </pc:spChg>
        <pc:spChg chg="add del mod">
          <ac:chgData name="Mayu Ninagawa (蜷川 真優 GE)" userId="15d22be4-2d84-414d-ac66-ca09a50eae87" providerId="ADAL" clId="{5E599063-F5BB-49D4-A9DF-D59C17E5C422}" dt="2026-01-15T11:52:20.322" v="3441"/>
          <ac:spMkLst>
            <pc:docMk/>
            <pc:sldMk cId="3848068375" sldId="384"/>
            <ac:spMk id="25" creationId="{7F619A85-34C2-4267-8857-8CC4A819E87F}"/>
          </ac:spMkLst>
        </pc:spChg>
        <pc:spChg chg="add del mod">
          <ac:chgData name="Mayu Ninagawa (蜷川 真優 GE)" userId="15d22be4-2d84-414d-ac66-ca09a50eae87" providerId="ADAL" clId="{5E599063-F5BB-49D4-A9DF-D59C17E5C422}" dt="2026-01-15T11:52:20.322" v="3441"/>
          <ac:spMkLst>
            <pc:docMk/>
            <pc:sldMk cId="3848068375" sldId="384"/>
            <ac:spMk id="26" creationId="{9D18A16E-3B34-1A38-C35C-3D22B38996AE}"/>
          </ac:spMkLst>
        </pc:spChg>
        <pc:spChg chg="add del mod">
          <ac:chgData name="Mayu Ninagawa (蜷川 真優 GE)" userId="15d22be4-2d84-414d-ac66-ca09a50eae87" providerId="ADAL" clId="{5E599063-F5BB-49D4-A9DF-D59C17E5C422}" dt="2026-01-15T11:52:20.322" v="3441"/>
          <ac:spMkLst>
            <pc:docMk/>
            <pc:sldMk cId="3848068375" sldId="384"/>
            <ac:spMk id="27" creationId="{D5354F29-6B72-E967-53B5-CDEC8BB6029A}"/>
          </ac:spMkLst>
        </pc:spChg>
        <pc:spChg chg="add del mod">
          <ac:chgData name="Mayu Ninagawa (蜷川 真優 GE)" userId="15d22be4-2d84-414d-ac66-ca09a50eae87" providerId="ADAL" clId="{5E599063-F5BB-49D4-A9DF-D59C17E5C422}" dt="2026-01-15T11:52:20.322" v="3441"/>
          <ac:spMkLst>
            <pc:docMk/>
            <pc:sldMk cId="3848068375" sldId="384"/>
            <ac:spMk id="28" creationId="{E3F21DD9-33E3-03C7-9A1C-8CA95813857F}"/>
          </ac:spMkLst>
        </pc:spChg>
        <pc:spChg chg="add del mod">
          <ac:chgData name="Mayu Ninagawa (蜷川 真優 GE)" userId="15d22be4-2d84-414d-ac66-ca09a50eae87" providerId="ADAL" clId="{5E599063-F5BB-49D4-A9DF-D59C17E5C422}" dt="2026-01-15T11:52:20.322" v="3441"/>
          <ac:spMkLst>
            <pc:docMk/>
            <pc:sldMk cId="3848068375" sldId="384"/>
            <ac:spMk id="29" creationId="{18C71B06-4EC1-6D82-F38D-C87C23AFB5B8}"/>
          </ac:spMkLst>
        </pc:spChg>
        <pc:spChg chg="add del mod">
          <ac:chgData name="Mayu Ninagawa (蜷川 真優 GE)" userId="15d22be4-2d84-414d-ac66-ca09a50eae87" providerId="ADAL" clId="{5E599063-F5BB-49D4-A9DF-D59C17E5C422}" dt="2026-01-15T11:52:20.322" v="3441"/>
          <ac:spMkLst>
            <pc:docMk/>
            <pc:sldMk cId="3848068375" sldId="384"/>
            <ac:spMk id="30" creationId="{81CF0AEE-C925-B96A-7DE7-9829A77D6CE9}"/>
          </ac:spMkLst>
        </pc:spChg>
        <pc:spChg chg="add del mod">
          <ac:chgData name="Mayu Ninagawa (蜷川 真優 GE)" userId="15d22be4-2d84-414d-ac66-ca09a50eae87" providerId="ADAL" clId="{5E599063-F5BB-49D4-A9DF-D59C17E5C422}" dt="2026-01-15T11:52:20.322" v="3441"/>
          <ac:spMkLst>
            <pc:docMk/>
            <pc:sldMk cId="3848068375" sldId="384"/>
            <ac:spMk id="31" creationId="{FE7D232D-C36F-FBFE-5302-76F5A8936971}"/>
          </ac:spMkLst>
        </pc:spChg>
        <pc:spChg chg="add del mod">
          <ac:chgData name="Mayu Ninagawa (蜷川 真優 GE)" userId="15d22be4-2d84-414d-ac66-ca09a50eae87" providerId="ADAL" clId="{5E599063-F5BB-49D4-A9DF-D59C17E5C422}" dt="2026-01-15T11:52:20.322" v="3441"/>
          <ac:spMkLst>
            <pc:docMk/>
            <pc:sldMk cId="3848068375" sldId="384"/>
            <ac:spMk id="32" creationId="{E3B43E69-88A5-0E1E-4F47-B30B91FDA08A}"/>
          </ac:spMkLst>
        </pc:spChg>
        <pc:spChg chg="add del mod">
          <ac:chgData name="Mayu Ninagawa (蜷川 真優 GE)" userId="15d22be4-2d84-414d-ac66-ca09a50eae87" providerId="ADAL" clId="{5E599063-F5BB-49D4-A9DF-D59C17E5C422}" dt="2026-01-15T11:52:20.322" v="3441"/>
          <ac:spMkLst>
            <pc:docMk/>
            <pc:sldMk cId="3848068375" sldId="384"/>
            <ac:spMk id="33" creationId="{CE385273-5821-1C49-7649-909CE44B8037}"/>
          </ac:spMkLst>
        </pc:spChg>
        <pc:spChg chg="add del mod">
          <ac:chgData name="Mayu Ninagawa (蜷川 真優 GE)" userId="15d22be4-2d84-414d-ac66-ca09a50eae87" providerId="ADAL" clId="{5E599063-F5BB-49D4-A9DF-D59C17E5C422}" dt="2026-01-15T11:52:20.322" v="3441"/>
          <ac:spMkLst>
            <pc:docMk/>
            <pc:sldMk cId="3848068375" sldId="384"/>
            <ac:spMk id="34" creationId="{ED6FFECE-FE33-CB8E-BF51-45964F837AE4}"/>
          </ac:spMkLst>
        </pc:spChg>
        <pc:spChg chg="add del mod">
          <ac:chgData name="Mayu Ninagawa (蜷川 真優 GE)" userId="15d22be4-2d84-414d-ac66-ca09a50eae87" providerId="ADAL" clId="{5E599063-F5BB-49D4-A9DF-D59C17E5C422}" dt="2026-01-15T11:52:20.322" v="3441"/>
          <ac:spMkLst>
            <pc:docMk/>
            <pc:sldMk cId="3848068375" sldId="384"/>
            <ac:spMk id="35" creationId="{DD456C76-80E6-1C3C-7F27-E408A88295AA}"/>
          </ac:spMkLst>
        </pc:spChg>
        <pc:spChg chg="add del mod">
          <ac:chgData name="Mayu Ninagawa (蜷川 真優 GE)" userId="15d22be4-2d84-414d-ac66-ca09a50eae87" providerId="ADAL" clId="{5E599063-F5BB-49D4-A9DF-D59C17E5C422}" dt="2026-01-15T11:52:20.322" v="3441"/>
          <ac:spMkLst>
            <pc:docMk/>
            <pc:sldMk cId="3848068375" sldId="384"/>
            <ac:spMk id="36" creationId="{91B0E628-0B32-2ADF-5BC0-8C86FD582357}"/>
          </ac:spMkLst>
        </pc:spChg>
        <pc:spChg chg="add del mod">
          <ac:chgData name="Mayu Ninagawa (蜷川 真優 GE)" userId="15d22be4-2d84-414d-ac66-ca09a50eae87" providerId="ADAL" clId="{5E599063-F5BB-49D4-A9DF-D59C17E5C422}" dt="2026-01-15T11:52:20.322" v="3441"/>
          <ac:spMkLst>
            <pc:docMk/>
            <pc:sldMk cId="3848068375" sldId="384"/>
            <ac:spMk id="37" creationId="{90EAD4C5-4238-B6EF-4266-E554A03DB0C6}"/>
          </ac:spMkLst>
        </pc:spChg>
        <pc:spChg chg="add del mod">
          <ac:chgData name="Mayu Ninagawa (蜷川 真優 GE)" userId="15d22be4-2d84-414d-ac66-ca09a50eae87" providerId="ADAL" clId="{5E599063-F5BB-49D4-A9DF-D59C17E5C422}" dt="2026-01-15T11:52:20.322" v="3441"/>
          <ac:spMkLst>
            <pc:docMk/>
            <pc:sldMk cId="3848068375" sldId="384"/>
            <ac:spMk id="38" creationId="{3CDE4630-F25C-5F2B-652D-FDC72A4E1365}"/>
          </ac:spMkLst>
        </pc:spChg>
        <pc:spChg chg="add del mod">
          <ac:chgData name="Mayu Ninagawa (蜷川 真優 GE)" userId="15d22be4-2d84-414d-ac66-ca09a50eae87" providerId="ADAL" clId="{5E599063-F5BB-49D4-A9DF-D59C17E5C422}" dt="2026-01-15T11:52:20.322" v="3441"/>
          <ac:spMkLst>
            <pc:docMk/>
            <pc:sldMk cId="3848068375" sldId="384"/>
            <ac:spMk id="39" creationId="{08ACFAF2-7AA9-B64D-96CB-EAE3AA18C6D2}"/>
          </ac:spMkLst>
        </pc:spChg>
        <pc:spChg chg="add del mod">
          <ac:chgData name="Mayu Ninagawa (蜷川 真優 GE)" userId="15d22be4-2d84-414d-ac66-ca09a50eae87" providerId="ADAL" clId="{5E599063-F5BB-49D4-A9DF-D59C17E5C422}" dt="2026-01-15T11:52:20.322" v="3441"/>
          <ac:spMkLst>
            <pc:docMk/>
            <pc:sldMk cId="3848068375" sldId="384"/>
            <ac:spMk id="40" creationId="{134BCC3E-CF89-91DA-0052-3CEA9953D6F6}"/>
          </ac:spMkLst>
        </pc:spChg>
        <pc:spChg chg="add del mod">
          <ac:chgData name="Mayu Ninagawa (蜷川 真優 GE)" userId="15d22be4-2d84-414d-ac66-ca09a50eae87" providerId="ADAL" clId="{5E599063-F5BB-49D4-A9DF-D59C17E5C422}" dt="2026-01-15T11:52:20.322" v="3441"/>
          <ac:spMkLst>
            <pc:docMk/>
            <pc:sldMk cId="3848068375" sldId="384"/>
            <ac:spMk id="41" creationId="{3E019CF7-67BC-AB94-42DB-14A36941B445}"/>
          </ac:spMkLst>
        </pc:spChg>
        <pc:spChg chg="add del mod">
          <ac:chgData name="Mayu Ninagawa (蜷川 真優 GE)" userId="15d22be4-2d84-414d-ac66-ca09a50eae87" providerId="ADAL" clId="{5E599063-F5BB-49D4-A9DF-D59C17E5C422}" dt="2026-01-15T11:52:20.322" v="3441"/>
          <ac:spMkLst>
            <pc:docMk/>
            <pc:sldMk cId="3848068375" sldId="384"/>
            <ac:spMk id="42" creationId="{16511D8F-8D33-AC7C-2271-B75214F9D74B}"/>
          </ac:spMkLst>
        </pc:spChg>
        <pc:spChg chg="add del mod">
          <ac:chgData name="Mayu Ninagawa (蜷川 真優 GE)" userId="15d22be4-2d84-414d-ac66-ca09a50eae87" providerId="ADAL" clId="{5E599063-F5BB-49D4-A9DF-D59C17E5C422}" dt="2026-01-15T11:52:20.322" v="3441"/>
          <ac:spMkLst>
            <pc:docMk/>
            <pc:sldMk cId="3848068375" sldId="384"/>
            <ac:spMk id="43" creationId="{4772D2AC-DA96-F45B-7BB1-AF357C335E28}"/>
          </ac:spMkLst>
        </pc:spChg>
        <pc:spChg chg="add del mod">
          <ac:chgData name="Mayu Ninagawa (蜷川 真優 GE)" userId="15d22be4-2d84-414d-ac66-ca09a50eae87" providerId="ADAL" clId="{5E599063-F5BB-49D4-A9DF-D59C17E5C422}" dt="2026-01-15T11:52:20.322" v="3441"/>
          <ac:spMkLst>
            <pc:docMk/>
            <pc:sldMk cId="3848068375" sldId="384"/>
            <ac:spMk id="44" creationId="{7FB02A8D-D166-BE80-599E-94FB4973D70B}"/>
          </ac:spMkLst>
        </pc:spChg>
        <pc:spChg chg="add del mod">
          <ac:chgData name="Mayu Ninagawa (蜷川 真優 GE)" userId="15d22be4-2d84-414d-ac66-ca09a50eae87" providerId="ADAL" clId="{5E599063-F5BB-49D4-A9DF-D59C17E5C422}" dt="2026-01-15T11:52:20.322" v="3441"/>
          <ac:spMkLst>
            <pc:docMk/>
            <pc:sldMk cId="3848068375" sldId="384"/>
            <ac:spMk id="45" creationId="{1767BD9D-48CF-061B-4749-02C6E50EBAF3}"/>
          </ac:spMkLst>
        </pc:spChg>
        <pc:spChg chg="add del mod">
          <ac:chgData name="Mayu Ninagawa (蜷川 真優 GE)" userId="15d22be4-2d84-414d-ac66-ca09a50eae87" providerId="ADAL" clId="{5E599063-F5BB-49D4-A9DF-D59C17E5C422}" dt="2026-01-15T11:52:20.322" v="3441"/>
          <ac:spMkLst>
            <pc:docMk/>
            <pc:sldMk cId="3848068375" sldId="384"/>
            <ac:spMk id="46" creationId="{82C7E6FA-C57E-1172-10E6-1D5BB7EEA32C}"/>
          </ac:spMkLst>
        </pc:spChg>
        <pc:spChg chg="add del mod">
          <ac:chgData name="Mayu Ninagawa (蜷川 真優 GE)" userId="15d22be4-2d84-414d-ac66-ca09a50eae87" providerId="ADAL" clId="{5E599063-F5BB-49D4-A9DF-D59C17E5C422}" dt="2026-01-15T11:52:20.322" v="3441"/>
          <ac:spMkLst>
            <pc:docMk/>
            <pc:sldMk cId="3848068375" sldId="384"/>
            <ac:spMk id="47" creationId="{99B28435-C5DF-D654-400E-7F34178113F9}"/>
          </ac:spMkLst>
        </pc:spChg>
        <pc:spChg chg="add del mod">
          <ac:chgData name="Mayu Ninagawa (蜷川 真優 GE)" userId="15d22be4-2d84-414d-ac66-ca09a50eae87" providerId="ADAL" clId="{5E599063-F5BB-49D4-A9DF-D59C17E5C422}" dt="2026-01-15T11:52:20.322" v="3441"/>
          <ac:spMkLst>
            <pc:docMk/>
            <pc:sldMk cId="3848068375" sldId="384"/>
            <ac:spMk id="49" creationId="{DF3A7902-FB0E-C082-2A41-3C68F76F4DDA}"/>
          </ac:spMkLst>
        </pc:spChg>
        <pc:spChg chg="add del mod">
          <ac:chgData name="Mayu Ninagawa (蜷川 真優 GE)" userId="15d22be4-2d84-414d-ac66-ca09a50eae87" providerId="ADAL" clId="{5E599063-F5BB-49D4-A9DF-D59C17E5C422}" dt="2026-01-15T11:52:20.322" v="3441"/>
          <ac:spMkLst>
            <pc:docMk/>
            <pc:sldMk cId="3848068375" sldId="384"/>
            <ac:spMk id="50" creationId="{0154A87E-7D6C-245D-3CFD-D37C30AA36E1}"/>
          </ac:spMkLst>
        </pc:spChg>
        <pc:spChg chg="add del mod">
          <ac:chgData name="Mayu Ninagawa (蜷川 真優 GE)" userId="15d22be4-2d84-414d-ac66-ca09a50eae87" providerId="ADAL" clId="{5E599063-F5BB-49D4-A9DF-D59C17E5C422}" dt="2026-01-15T11:52:20.322" v="3441"/>
          <ac:spMkLst>
            <pc:docMk/>
            <pc:sldMk cId="3848068375" sldId="384"/>
            <ac:spMk id="51" creationId="{46C57551-B147-0098-7049-6D1474BCBEC9}"/>
          </ac:spMkLst>
        </pc:spChg>
        <pc:spChg chg="add del mod">
          <ac:chgData name="Mayu Ninagawa (蜷川 真優 GE)" userId="15d22be4-2d84-414d-ac66-ca09a50eae87" providerId="ADAL" clId="{5E599063-F5BB-49D4-A9DF-D59C17E5C422}" dt="2026-01-15T11:52:20.322" v="3441"/>
          <ac:spMkLst>
            <pc:docMk/>
            <pc:sldMk cId="3848068375" sldId="384"/>
            <ac:spMk id="52" creationId="{55C9965F-F052-9778-7E81-6CE3540714FA}"/>
          </ac:spMkLst>
        </pc:spChg>
        <pc:spChg chg="add del mod">
          <ac:chgData name="Mayu Ninagawa (蜷川 真優 GE)" userId="15d22be4-2d84-414d-ac66-ca09a50eae87" providerId="ADAL" clId="{5E599063-F5BB-49D4-A9DF-D59C17E5C422}" dt="2026-01-15T11:52:20.322" v="3441"/>
          <ac:spMkLst>
            <pc:docMk/>
            <pc:sldMk cId="3848068375" sldId="384"/>
            <ac:spMk id="53" creationId="{84431490-1B42-B77C-3FFD-C8C17B853025}"/>
          </ac:spMkLst>
        </pc:spChg>
        <pc:spChg chg="add del mod">
          <ac:chgData name="Mayu Ninagawa (蜷川 真優 GE)" userId="15d22be4-2d84-414d-ac66-ca09a50eae87" providerId="ADAL" clId="{5E599063-F5BB-49D4-A9DF-D59C17E5C422}" dt="2026-01-15T11:52:20.322" v="3441"/>
          <ac:spMkLst>
            <pc:docMk/>
            <pc:sldMk cId="3848068375" sldId="384"/>
            <ac:spMk id="54" creationId="{6A742E77-A9D7-24E6-BB9C-3E573DDA4F13}"/>
          </ac:spMkLst>
        </pc:spChg>
        <pc:spChg chg="add del mod">
          <ac:chgData name="Mayu Ninagawa (蜷川 真優 GE)" userId="15d22be4-2d84-414d-ac66-ca09a50eae87" providerId="ADAL" clId="{5E599063-F5BB-49D4-A9DF-D59C17E5C422}" dt="2026-01-15T11:52:20.322" v="3441"/>
          <ac:spMkLst>
            <pc:docMk/>
            <pc:sldMk cId="3848068375" sldId="384"/>
            <ac:spMk id="55" creationId="{C94EF77D-64F5-A4F1-FB8E-30198491A8A9}"/>
          </ac:spMkLst>
        </pc:spChg>
        <pc:spChg chg="add del mod">
          <ac:chgData name="Mayu Ninagawa (蜷川 真優 GE)" userId="15d22be4-2d84-414d-ac66-ca09a50eae87" providerId="ADAL" clId="{5E599063-F5BB-49D4-A9DF-D59C17E5C422}" dt="2026-01-15T11:52:20.322" v="3441"/>
          <ac:spMkLst>
            <pc:docMk/>
            <pc:sldMk cId="3848068375" sldId="384"/>
            <ac:spMk id="56" creationId="{71009B0A-0F68-139E-3109-F51C76C9839F}"/>
          </ac:spMkLst>
        </pc:spChg>
        <pc:spChg chg="add del mod">
          <ac:chgData name="Mayu Ninagawa (蜷川 真優 GE)" userId="15d22be4-2d84-414d-ac66-ca09a50eae87" providerId="ADAL" clId="{5E599063-F5BB-49D4-A9DF-D59C17E5C422}" dt="2026-01-15T11:52:20.322" v="3441"/>
          <ac:spMkLst>
            <pc:docMk/>
            <pc:sldMk cId="3848068375" sldId="384"/>
            <ac:spMk id="57" creationId="{4209F590-A893-BA42-8E2F-EC7F7529E7A3}"/>
          </ac:spMkLst>
        </pc:spChg>
        <pc:spChg chg="add del mod">
          <ac:chgData name="Mayu Ninagawa (蜷川 真優 GE)" userId="15d22be4-2d84-414d-ac66-ca09a50eae87" providerId="ADAL" clId="{5E599063-F5BB-49D4-A9DF-D59C17E5C422}" dt="2026-01-15T11:52:20.322" v="3441"/>
          <ac:spMkLst>
            <pc:docMk/>
            <pc:sldMk cId="3848068375" sldId="384"/>
            <ac:spMk id="58" creationId="{7DB9A593-146E-0935-4702-6F1BBCDB0D0E}"/>
          </ac:spMkLst>
        </pc:spChg>
        <pc:spChg chg="add del mod">
          <ac:chgData name="Mayu Ninagawa (蜷川 真優 GE)" userId="15d22be4-2d84-414d-ac66-ca09a50eae87" providerId="ADAL" clId="{5E599063-F5BB-49D4-A9DF-D59C17E5C422}" dt="2026-01-15T11:52:20.322" v="3441"/>
          <ac:spMkLst>
            <pc:docMk/>
            <pc:sldMk cId="3848068375" sldId="384"/>
            <ac:spMk id="59" creationId="{C435643F-6F89-D7EB-479F-55705564B037}"/>
          </ac:spMkLst>
        </pc:spChg>
        <pc:spChg chg="add del mod">
          <ac:chgData name="Mayu Ninagawa (蜷川 真優 GE)" userId="15d22be4-2d84-414d-ac66-ca09a50eae87" providerId="ADAL" clId="{5E599063-F5BB-49D4-A9DF-D59C17E5C422}" dt="2026-01-15T11:52:20.322" v="3441"/>
          <ac:spMkLst>
            <pc:docMk/>
            <pc:sldMk cId="3848068375" sldId="384"/>
            <ac:spMk id="60" creationId="{85E452E1-FF3F-B4CD-F797-150DCE5886CE}"/>
          </ac:spMkLst>
        </pc:spChg>
        <pc:spChg chg="add del mod">
          <ac:chgData name="Mayu Ninagawa (蜷川 真優 GE)" userId="15d22be4-2d84-414d-ac66-ca09a50eae87" providerId="ADAL" clId="{5E599063-F5BB-49D4-A9DF-D59C17E5C422}" dt="2026-01-15T11:52:20.322" v="3441"/>
          <ac:spMkLst>
            <pc:docMk/>
            <pc:sldMk cId="3848068375" sldId="384"/>
            <ac:spMk id="61" creationId="{5434CFCB-EAF2-09B0-0690-26C0F344CC8B}"/>
          </ac:spMkLst>
        </pc:spChg>
        <pc:spChg chg="add del mod">
          <ac:chgData name="Mayu Ninagawa (蜷川 真優 GE)" userId="15d22be4-2d84-414d-ac66-ca09a50eae87" providerId="ADAL" clId="{5E599063-F5BB-49D4-A9DF-D59C17E5C422}" dt="2026-01-15T11:52:20.322" v="3441"/>
          <ac:spMkLst>
            <pc:docMk/>
            <pc:sldMk cId="3848068375" sldId="384"/>
            <ac:spMk id="62" creationId="{BC4DB1D3-E55C-9A8E-6464-8E3BDDE7B94B}"/>
          </ac:spMkLst>
        </pc:spChg>
        <pc:spChg chg="add del mod">
          <ac:chgData name="Mayu Ninagawa (蜷川 真優 GE)" userId="15d22be4-2d84-414d-ac66-ca09a50eae87" providerId="ADAL" clId="{5E599063-F5BB-49D4-A9DF-D59C17E5C422}" dt="2026-01-15T11:52:20.322" v="3441"/>
          <ac:spMkLst>
            <pc:docMk/>
            <pc:sldMk cId="3848068375" sldId="384"/>
            <ac:spMk id="63" creationId="{FBA1818B-8267-F43E-6EA8-49067CB8A94A}"/>
          </ac:spMkLst>
        </pc:spChg>
        <pc:spChg chg="add del mod">
          <ac:chgData name="Mayu Ninagawa (蜷川 真優 GE)" userId="15d22be4-2d84-414d-ac66-ca09a50eae87" providerId="ADAL" clId="{5E599063-F5BB-49D4-A9DF-D59C17E5C422}" dt="2026-01-15T11:52:20.322" v="3441"/>
          <ac:spMkLst>
            <pc:docMk/>
            <pc:sldMk cId="3848068375" sldId="384"/>
            <ac:spMk id="64" creationId="{4A3ECC43-D594-F5B5-284D-8313360C508C}"/>
          </ac:spMkLst>
        </pc:spChg>
        <pc:spChg chg="add del mod">
          <ac:chgData name="Mayu Ninagawa (蜷川 真優 GE)" userId="15d22be4-2d84-414d-ac66-ca09a50eae87" providerId="ADAL" clId="{5E599063-F5BB-49D4-A9DF-D59C17E5C422}" dt="2026-01-15T11:52:20.322" v="3441"/>
          <ac:spMkLst>
            <pc:docMk/>
            <pc:sldMk cId="3848068375" sldId="384"/>
            <ac:spMk id="65" creationId="{AD40F171-DDFC-937A-4053-BFDF642693EF}"/>
          </ac:spMkLst>
        </pc:spChg>
        <pc:graphicFrameChg chg="del">
          <ac:chgData name="Mayu Ninagawa (蜷川 真優 GE)" userId="15d22be4-2d84-414d-ac66-ca09a50eae87" providerId="ADAL" clId="{5E599063-F5BB-49D4-A9DF-D59C17E5C422}" dt="2026-01-15T09:00:09.196" v="1868" actId="478"/>
          <ac:graphicFrameMkLst>
            <pc:docMk/>
            <pc:sldMk cId="3848068375" sldId="384"/>
            <ac:graphicFrameMk id="5" creationId="{522F7A14-AFF2-2F1F-24B7-A5583D934AD7}"/>
          </ac:graphicFrameMkLst>
        </pc:graphicFrameChg>
        <pc:graphicFrameChg chg="add del mod">
          <ac:chgData name="Mayu Ninagawa (蜷川 真優 GE)" userId="15d22be4-2d84-414d-ac66-ca09a50eae87" providerId="ADAL" clId="{5E599063-F5BB-49D4-A9DF-D59C17E5C422}" dt="2026-01-15T08:50:09.903" v="1689" actId="478"/>
          <ac:graphicFrameMkLst>
            <pc:docMk/>
            <pc:sldMk cId="3848068375" sldId="384"/>
            <ac:graphicFrameMk id="6" creationId="{7FAAAEB2-5969-5720-1FE6-7DE4DDF3AC5E}"/>
          </ac:graphicFrameMkLst>
        </pc:graphicFrameChg>
        <pc:graphicFrameChg chg="del">
          <ac:chgData name="Mayu Ninagawa (蜷川 真優 GE)" userId="15d22be4-2d84-414d-ac66-ca09a50eae87" providerId="ADAL" clId="{5E599063-F5BB-49D4-A9DF-D59C17E5C422}" dt="2026-01-15T08:00:40.119" v="306" actId="478"/>
          <ac:graphicFrameMkLst>
            <pc:docMk/>
            <pc:sldMk cId="3848068375" sldId="384"/>
            <ac:graphicFrameMk id="7" creationId="{81C506FF-B7D6-2A1B-59FC-803A5F39E3E8}"/>
          </ac:graphicFrameMkLst>
        </pc:graphicFrameChg>
        <pc:graphicFrameChg chg="add del mod modGraphic">
          <ac:chgData name="Mayu Ninagawa (蜷川 真優 GE)" userId="15d22be4-2d84-414d-ac66-ca09a50eae87" providerId="ADAL" clId="{5E599063-F5BB-49D4-A9DF-D59C17E5C422}" dt="2026-01-15T09:00:15.930" v="1869" actId="478"/>
          <ac:graphicFrameMkLst>
            <pc:docMk/>
            <pc:sldMk cId="3848068375" sldId="384"/>
            <ac:graphicFrameMk id="8" creationId="{12F1AF0F-6EC2-004F-DA69-96D1BBE4CFE7}"/>
          </ac:graphicFrameMkLst>
        </pc:graphicFrameChg>
        <pc:graphicFrameChg chg="add del mod modGraphic">
          <ac:chgData name="Mayu Ninagawa (蜷川 真優 GE)" userId="15d22be4-2d84-414d-ac66-ca09a50eae87" providerId="ADAL" clId="{5E599063-F5BB-49D4-A9DF-D59C17E5C422}" dt="2026-01-15T10:00:30.731" v="2633" actId="478"/>
          <ac:graphicFrameMkLst>
            <pc:docMk/>
            <pc:sldMk cId="3848068375" sldId="384"/>
            <ac:graphicFrameMk id="10" creationId="{5C8929CE-D0A4-156C-91F7-F15987514A81}"/>
          </ac:graphicFrameMkLst>
        </pc:graphicFrameChg>
        <pc:graphicFrameChg chg="add del mod modGraphic">
          <ac:chgData name="Mayu Ninagawa (蜷川 真優 GE)" userId="15d22be4-2d84-414d-ac66-ca09a50eae87" providerId="ADAL" clId="{5E599063-F5BB-49D4-A9DF-D59C17E5C422}" dt="2026-01-15T10:00:30.731" v="2633" actId="478"/>
          <ac:graphicFrameMkLst>
            <pc:docMk/>
            <pc:sldMk cId="3848068375" sldId="384"/>
            <ac:graphicFrameMk id="12" creationId="{2D2ECD92-FAE5-BE29-856D-451C510FB397}"/>
          </ac:graphicFrameMkLst>
        </pc:graphicFrameChg>
        <pc:graphicFrameChg chg="mod modGraphic">
          <ac:chgData name="Mayu Ninagawa (蜷川 真優 GE)" userId="15d22be4-2d84-414d-ac66-ca09a50eae87" providerId="ADAL" clId="{5E599063-F5BB-49D4-A9DF-D59C17E5C422}" dt="2026-01-15T10:28:40.291" v="2962" actId="207"/>
          <ac:graphicFrameMkLst>
            <pc:docMk/>
            <pc:sldMk cId="3848068375" sldId="384"/>
            <ac:graphicFrameMk id="48" creationId="{32B79EBE-163C-66A8-0F7D-B2F6D8095076}"/>
          </ac:graphicFrameMkLst>
        </pc:graphicFrameChg>
        <pc:picChg chg="del">
          <ac:chgData name="Mayu Ninagawa (蜷川 真優 GE)" userId="15d22be4-2d84-414d-ac66-ca09a50eae87" providerId="ADAL" clId="{5E599063-F5BB-49D4-A9DF-D59C17E5C422}" dt="2026-01-15T09:58:48.612" v="2617" actId="478"/>
          <ac:picMkLst>
            <pc:docMk/>
            <pc:sldMk cId="3848068375" sldId="384"/>
            <ac:picMk id="11" creationId="{A249D2D5-7BBF-09EB-9CDB-DF49614EF46A}"/>
          </ac:picMkLst>
        </pc:picChg>
        <pc:picChg chg="add mod">
          <ac:chgData name="Mayu Ninagawa (蜷川 真優 GE)" userId="15d22be4-2d84-414d-ac66-ca09a50eae87" providerId="ADAL" clId="{5E599063-F5BB-49D4-A9DF-D59C17E5C422}" dt="2026-01-15T11:52:25.545" v="3444" actId="1076"/>
          <ac:picMkLst>
            <pc:docMk/>
            <pc:sldMk cId="3848068375" sldId="384"/>
            <ac:picMk id="66" creationId="{D25B8857-92BA-9E20-77E4-4E14406DC4BD}"/>
          </ac:picMkLst>
        </pc:picChg>
        <pc:picChg chg="add mod">
          <ac:chgData name="Mayu Ninagawa (蜷川 真優 GE)" userId="15d22be4-2d84-414d-ac66-ca09a50eae87" providerId="ADAL" clId="{5E599063-F5BB-49D4-A9DF-D59C17E5C422}" dt="2026-01-15T11:52:42.434" v="3451" actId="1076"/>
          <ac:picMkLst>
            <pc:docMk/>
            <pc:sldMk cId="3848068375" sldId="384"/>
            <ac:picMk id="67" creationId="{025778C6-A376-B1E1-F86E-40CE2ADB0B4F}"/>
          </ac:picMkLst>
        </pc:picChg>
      </pc:sldChg>
      <pc:sldChg chg="add mod modShow">
        <pc:chgData name="Mayu Ninagawa (蜷川 真優 GE)" userId="15d22be4-2d84-414d-ac66-ca09a50eae87" providerId="ADAL" clId="{5E599063-F5BB-49D4-A9DF-D59C17E5C422}" dt="2026-01-15T10:01:28.547" v="2638" actId="729"/>
        <pc:sldMkLst>
          <pc:docMk/>
          <pc:sldMk cId="2364069092" sldId="385"/>
        </pc:sldMkLst>
      </pc:sldChg>
      <pc:sldChg chg="addSp modSp add mod ord modShow">
        <pc:chgData name="Mayu Ninagawa (蜷川 真優 GE)" userId="15d22be4-2d84-414d-ac66-ca09a50eae87" providerId="ADAL" clId="{5E599063-F5BB-49D4-A9DF-D59C17E5C422}" dt="2026-01-15T11:59:11.512" v="3605" actId="1076"/>
        <pc:sldMkLst>
          <pc:docMk/>
          <pc:sldMk cId="856980733" sldId="386"/>
        </pc:sldMkLst>
        <pc:spChg chg="add mod">
          <ac:chgData name="Mayu Ninagawa (蜷川 真優 GE)" userId="15d22be4-2d84-414d-ac66-ca09a50eae87" providerId="ADAL" clId="{5E599063-F5BB-49D4-A9DF-D59C17E5C422}" dt="2026-01-15T11:59:05.201" v="3604" actId="1076"/>
          <ac:spMkLst>
            <pc:docMk/>
            <pc:sldMk cId="856980733" sldId="386"/>
            <ac:spMk id="7" creationId="{725F0D5D-98DD-29A5-2710-EC7F0C3DB99E}"/>
          </ac:spMkLst>
        </pc:spChg>
        <pc:spChg chg="add mod">
          <ac:chgData name="Mayu Ninagawa (蜷川 真優 GE)" userId="15d22be4-2d84-414d-ac66-ca09a50eae87" providerId="ADAL" clId="{5E599063-F5BB-49D4-A9DF-D59C17E5C422}" dt="2026-01-15T11:58:44.592" v="3558" actId="14100"/>
          <ac:spMkLst>
            <pc:docMk/>
            <pc:sldMk cId="856980733" sldId="386"/>
            <ac:spMk id="8" creationId="{4D982E59-9340-C6F7-95BC-FD9EF9BE8907}"/>
          </ac:spMkLst>
        </pc:spChg>
        <pc:graphicFrameChg chg="add mod modGraphic">
          <ac:chgData name="Mayu Ninagawa (蜷川 真優 GE)" userId="15d22be4-2d84-414d-ac66-ca09a50eae87" providerId="ADAL" clId="{5E599063-F5BB-49D4-A9DF-D59C17E5C422}" dt="2026-01-15T11:59:11.512" v="3605" actId="1076"/>
          <ac:graphicFrameMkLst>
            <pc:docMk/>
            <pc:sldMk cId="856980733" sldId="386"/>
            <ac:graphicFrameMk id="6" creationId="{3A1B0720-38A7-0175-FBD8-D96231598C69}"/>
          </ac:graphicFrameMkLst>
        </pc:graphicFrameChg>
        <pc:graphicFrameChg chg="modGraphic">
          <ac:chgData name="Mayu Ninagawa (蜷川 真優 GE)" userId="15d22be4-2d84-414d-ac66-ca09a50eae87" providerId="ADAL" clId="{5E599063-F5BB-49D4-A9DF-D59C17E5C422}" dt="2026-01-15T11:57:00.283" v="3470" actId="14734"/>
          <ac:graphicFrameMkLst>
            <pc:docMk/>
            <pc:sldMk cId="856980733" sldId="386"/>
            <ac:graphicFrameMk id="48" creationId="{32B79EBE-163C-66A8-0F7D-B2F6D8095076}"/>
          </ac:graphicFrameMkLst>
        </pc:graphicFrameChg>
      </pc:sldChg>
      <pc:sldChg chg="addSp delSp modSp mod">
        <pc:chgData name="Mayu Ninagawa (蜷川 真優 GE)" userId="15d22be4-2d84-414d-ac66-ca09a50eae87" providerId="ADAL" clId="{5E599063-F5BB-49D4-A9DF-D59C17E5C422}" dt="2026-01-15T11:52:03.721" v="3439" actId="14100"/>
        <pc:sldMkLst>
          <pc:docMk/>
          <pc:sldMk cId="423890829" sldId="389"/>
        </pc:sldMkLst>
        <pc:spChg chg="add mod ord">
          <ac:chgData name="Mayu Ninagawa (蜷川 真優 GE)" userId="15d22be4-2d84-414d-ac66-ca09a50eae87" providerId="ADAL" clId="{5E599063-F5BB-49D4-A9DF-D59C17E5C422}" dt="2026-01-15T11:27:35.351" v="3348" actId="1076"/>
          <ac:spMkLst>
            <pc:docMk/>
            <pc:sldMk cId="423890829" sldId="389"/>
            <ac:spMk id="2" creationId="{BA954BA8-BF2F-9179-C5B5-CC6EF72882D4}"/>
          </ac:spMkLst>
        </pc:spChg>
        <pc:spChg chg="add mod ord">
          <ac:chgData name="Mayu Ninagawa (蜷川 真優 GE)" userId="15d22be4-2d84-414d-ac66-ca09a50eae87" providerId="ADAL" clId="{5E599063-F5BB-49D4-A9DF-D59C17E5C422}" dt="2026-01-15T11:27:35.351" v="3348" actId="1076"/>
          <ac:spMkLst>
            <pc:docMk/>
            <pc:sldMk cId="423890829" sldId="389"/>
            <ac:spMk id="3" creationId="{539B2D7F-0509-CC42-6AC4-C11C9C2CD3CD}"/>
          </ac:spMkLst>
        </pc:spChg>
        <pc:spChg chg="add del mod">
          <ac:chgData name="Mayu Ninagawa (蜷川 真優 GE)" userId="15d22be4-2d84-414d-ac66-ca09a50eae87" providerId="ADAL" clId="{5E599063-F5BB-49D4-A9DF-D59C17E5C422}" dt="2026-01-15T08:49:42.127" v="1688" actId="478"/>
          <ac:spMkLst>
            <pc:docMk/>
            <pc:sldMk cId="423890829" sldId="389"/>
            <ac:spMk id="4" creationId="{9EB824B2-6109-FB82-7762-02B8AF722737}"/>
          </ac:spMkLst>
        </pc:spChg>
        <pc:spChg chg="add del mod">
          <ac:chgData name="Mayu Ninagawa (蜷川 真優 GE)" userId="15d22be4-2d84-414d-ac66-ca09a50eae87" providerId="ADAL" clId="{5E599063-F5BB-49D4-A9DF-D59C17E5C422}" dt="2026-01-15T08:49:38.893" v="1687" actId="478"/>
          <ac:spMkLst>
            <pc:docMk/>
            <pc:sldMk cId="423890829" sldId="389"/>
            <ac:spMk id="5" creationId="{170CD6A4-3203-2F4C-0FE0-E660AF63B2E3}"/>
          </ac:spMkLst>
        </pc:spChg>
        <pc:spChg chg="mod topLvl">
          <ac:chgData name="Mayu Ninagawa (蜷川 真優 GE)" userId="15d22be4-2d84-414d-ac66-ca09a50eae87" providerId="ADAL" clId="{5E599063-F5BB-49D4-A9DF-D59C17E5C422}" dt="2026-01-15T11:27:35.351" v="3348" actId="1076"/>
          <ac:spMkLst>
            <pc:docMk/>
            <pc:sldMk cId="423890829" sldId="389"/>
            <ac:spMk id="7" creationId="{CC1CF757-4976-1FA9-8279-56184D2A533D}"/>
          </ac:spMkLst>
        </pc:spChg>
        <pc:spChg chg="mod topLvl">
          <ac:chgData name="Mayu Ninagawa (蜷川 真優 GE)" userId="15d22be4-2d84-414d-ac66-ca09a50eae87" providerId="ADAL" clId="{5E599063-F5BB-49D4-A9DF-D59C17E5C422}" dt="2026-01-15T11:29:18.067" v="3358" actId="1076"/>
          <ac:spMkLst>
            <pc:docMk/>
            <pc:sldMk cId="423890829" sldId="389"/>
            <ac:spMk id="8" creationId="{FD4E2A43-CE79-3044-EE27-CB95B57C7D29}"/>
          </ac:spMkLst>
        </pc:spChg>
        <pc:spChg chg="mod topLvl">
          <ac:chgData name="Mayu Ninagawa (蜷川 真優 GE)" userId="15d22be4-2d84-414d-ac66-ca09a50eae87" providerId="ADAL" clId="{5E599063-F5BB-49D4-A9DF-D59C17E5C422}" dt="2026-01-15T11:27:35.351" v="3348" actId="1076"/>
          <ac:spMkLst>
            <pc:docMk/>
            <pc:sldMk cId="423890829" sldId="389"/>
            <ac:spMk id="9" creationId="{26ABCEE6-CAFF-73FF-122E-ED4FDB3B4C5D}"/>
          </ac:spMkLst>
        </pc:spChg>
        <pc:spChg chg="mod topLvl">
          <ac:chgData name="Mayu Ninagawa (蜷川 真優 GE)" userId="15d22be4-2d84-414d-ac66-ca09a50eae87" providerId="ADAL" clId="{5E599063-F5BB-49D4-A9DF-D59C17E5C422}" dt="2026-01-15T11:52:03.721" v="3439" actId="14100"/>
          <ac:spMkLst>
            <pc:docMk/>
            <pc:sldMk cId="423890829" sldId="389"/>
            <ac:spMk id="10" creationId="{76706A0E-0491-DEDE-74AC-1811FBE84526}"/>
          </ac:spMkLst>
        </pc:spChg>
        <pc:spChg chg="mod topLvl">
          <ac:chgData name="Mayu Ninagawa (蜷川 真優 GE)" userId="15d22be4-2d84-414d-ac66-ca09a50eae87" providerId="ADAL" clId="{5E599063-F5BB-49D4-A9DF-D59C17E5C422}" dt="2026-01-15T11:27:35.351" v="3348" actId="1076"/>
          <ac:spMkLst>
            <pc:docMk/>
            <pc:sldMk cId="423890829" sldId="389"/>
            <ac:spMk id="11" creationId="{6569B506-016B-9B1F-13D3-D190D4EAB6FE}"/>
          </ac:spMkLst>
        </pc:spChg>
        <pc:spChg chg="mod topLvl">
          <ac:chgData name="Mayu Ninagawa (蜷川 真優 GE)" userId="15d22be4-2d84-414d-ac66-ca09a50eae87" providerId="ADAL" clId="{5E599063-F5BB-49D4-A9DF-D59C17E5C422}" dt="2026-01-15T11:28:58.156" v="3354" actId="1076"/>
          <ac:spMkLst>
            <pc:docMk/>
            <pc:sldMk cId="423890829" sldId="389"/>
            <ac:spMk id="12" creationId="{5F53E8FE-DC9A-3DA0-4038-17EAF33C54E0}"/>
          </ac:spMkLst>
        </pc:spChg>
        <pc:spChg chg="mod topLvl">
          <ac:chgData name="Mayu Ninagawa (蜷川 真優 GE)" userId="15d22be4-2d84-414d-ac66-ca09a50eae87" providerId="ADAL" clId="{5E599063-F5BB-49D4-A9DF-D59C17E5C422}" dt="2026-01-15T11:27:35.351" v="3348" actId="1076"/>
          <ac:spMkLst>
            <pc:docMk/>
            <pc:sldMk cId="423890829" sldId="389"/>
            <ac:spMk id="13" creationId="{4E82D9C4-833E-977E-0218-13B8073F991F}"/>
          </ac:spMkLst>
        </pc:spChg>
        <pc:spChg chg="mod topLvl">
          <ac:chgData name="Mayu Ninagawa (蜷川 真優 GE)" userId="15d22be4-2d84-414d-ac66-ca09a50eae87" providerId="ADAL" clId="{5E599063-F5BB-49D4-A9DF-D59C17E5C422}" dt="2026-01-15T11:27:35.351" v="3348" actId="1076"/>
          <ac:spMkLst>
            <pc:docMk/>
            <pc:sldMk cId="423890829" sldId="389"/>
            <ac:spMk id="14" creationId="{306C24FC-E536-A4E8-BDB6-837287FF6D64}"/>
          </ac:spMkLst>
        </pc:spChg>
        <pc:spChg chg="mod topLvl">
          <ac:chgData name="Mayu Ninagawa (蜷川 真優 GE)" userId="15d22be4-2d84-414d-ac66-ca09a50eae87" providerId="ADAL" clId="{5E599063-F5BB-49D4-A9DF-D59C17E5C422}" dt="2026-01-15T11:27:35.351" v="3348" actId="1076"/>
          <ac:spMkLst>
            <pc:docMk/>
            <pc:sldMk cId="423890829" sldId="389"/>
            <ac:spMk id="15" creationId="{27392BE8-F2C8-2CBF-BC9F-CDAD143FDED8}"/>
          </ac:spMkLst>
        </pc:spChg>
        <pc:spChg chg="mod topLvl">
          <ac:chgData name="Mayu Ninagawa (蜷川 真優 GE)" userId="15d22be4-2d84-414d-ac66-ca09a50eae87" providerId="ADAL" clId="{5E599063-F5BB-49D4-A9DF-D59C17E5C422}" dt="2026-01-15T11:29:08.885" v="3357" actId="14100"/>
          <ac:spMkLst>
            <pc:docMk/>
            <pc:sldMk cId="423890829" sldId="389"/>
            <ac:spMk id="16" creationId="{9020512C-0BA0-1E16-9579-99B2F3090F2E}"/>
          </ac:spMkLst>
        </pc:spChg>
        <pc:spChg chg="mod topLvl">
          <ac:chgData name="Mayu Ninagawa (蜷川 真優 GE)" userId="15d22be4-2d84-414d-ac66-ca09a50eae87" providerId="ADAL" clId="{5E599063-F5BB-49D4-A9DF-D59C17E5C422}" dt="2026-01-15T11:29:18.067" v="3358" actId="1076"/>
          <ac:spMkLst>
            <pc:docMk/>
            <pc:sldMk cId="423890829" sldId="389"/>
            <ac:spMk id="17" creationId="{738754E0-AD0B-9A28-11B7-721FC70B9C86}"/>
          </ac:spMkLst>
        </pc:spChg>
        <pc:spChg chg="mod topLvl">
          <ac:chgData name="Mayu Ninagawa (蜷川 真優 GE)" userId="15d22be4-2d84-414d-ac66-ca09a50eae87" providerId="ADAL" clId="{5E599063-F5BB-49D4-A9DF-D59C17E5C422}" dt="2026-01-15T11:28:34.595" v="3351" actId="1076"/>
          <ac:spMkLst>
            <pc:docMk/>
            <pc:sldMk cId="423890829" sldId="389"/>
            <ac:spMk id="18" creationId="{14502F5F-6154-1A1E-ED37-527D83350836}"/>
          </ac:spMkLst>
        </pc:spChg>
        <pc:spChg chg="mod topLvl">
          <ac:chgData name="Mayu Ninagawa (蜷川 真優 GE)" userId="15d22be4-2d84-414d-ac66-ca09a50eae87" providerId="ADAL" clId="{5E599063-F5BB-49D4-A9DF-D59C17E5C422}" dt="2026-01-15T11:29:18.067" v="3358" actId="1076"/>
          <ac:spMkLst>
            <pc:docMk/>
            <pc:sldMk cId="423890829" sldId="389"/>
            <ac:spMk id="19" creationId="{B2E8761F-91D6-3A95-2245-B7F6E159F47F}"/>
          </ac:spMkLst>
        </pc:spChg>
        <pc:spChg chg="mod topLvl">
          <ac:chgData name="Mayu Ninagawa (蜷川 真優 GE)" userId="15d22be4-2d84-414d-ac66-ca09a50eae87" providerId="ADAL" clId="{5E599063-F5BB-49D4-A9DF-D59C17E5C422}" dt="2026-01-15T11:29:18.067" v="3358" actId="1076"/>
          <ac:spMkLst>
            <pc:docMk/>
            <pc:sldMk cId="423890829" sldId="389"/>
            <ac:spMk id="20" creationId="{A2FA7C5D-DC27-74F7-AC4F-5F373A7416C8}"/>
          </ac:spMkLst>
        </pc:spChg>
        <pc:spChg chg="mod topLvl">
          <ac:chgData name="Mayu Ninagawa (蜷川 真優 GE)" userId="15d22be4-2d84-414d-ac66-ca09a50eae87" providerId="ADAL" clId="{5E599063-F5BB-49D4-A9DF-D59C17E5C422}" dt="2026-01-15T11:29:18.067" v="3358" actId="1076"/>
          <ac:spMkLst>
            <pc:docMk/>
            <pc:sldMk cId="423890829" sldId="389"/>
            <ac:spMk id="21" creationId="{7A4A8CDE-40AF-6D6E-008C-8233B21FD3FB}"/>
          </ac:spMkLst>
        </pc:spChg>
        <pc:spChg chg="mod topLvl">
          <ac:chgData name="Mayu Ninagawa (蜷川 真優 GE)" userId="15d22be4-2d84-414d-ac66-ca09a50eae87" providerId="ADAL" clId="{5E599063-F5BB-49D4-A9DF-D59C17E5C422}" dt="2026-01-15T11:29:18.067" v="3358" actId="1076"/>
          <ac:spMkLst>
            <pc:docMk/>
            <pc:sldMk cId="423890829" sldId="389"/>
            <ac:spMk id="22" creationId="{B68673FB-779A-693A-C7FB-F9C3A5D256C1}"/>
          </ac:spMkLst>
        </pc:spChg>
        <pc:spChg chg="mod topLvl">
          <ac:chgData name="Mayu Ninagawa (蜷川 真優 GE)" userId="15d22be4-2d84-414d-ac66-ca09a50eae87" providerId="ADAL" clId="{5E599063-F5BB-49D4-A9DF-D59C17E5C422}" dt="2026-01-15T11:29:18.067" v="3358" actId="1076"/>
          <ac:spMkLst>
            <pc:docMk/>
            <pc:sldMk cId="423890829" sldId="389"/>
            <ac:spMk id="23" creationId="{6A8C35BC-AECF-3E28-39E8-2EEA2114D0FC}"/>
          </ac:spMkLst>
        </pc:spChg>
        <pc:spChg chg="mod topLvl">
          <ac:chgData name="Mayu Ninagawa (蜷川 真優 GE)" userId="15d22be4-2d84-414d-ac66-ca09a50eae87" providerId="ADAL" clId="{5E599063-F5BB-49D4-A9DF-D59C17E5C422}" dt="2026-01-15T11:27:35.351" v="3348" actId="1076"/>
          <ac:spMkLst>
            <pc:docMk/>
            <pc:sldMk cId="423890829" sldId="389"/>
            <ac:spMk id="24" creationId="{7DA88D79-AAD7-CB44-AC19-9AAD8D12938F}"/>
          </ac:spMkLst>
        </pc:spChg>
        <pc:spChg chg="mod topLvl">
          <ac:chgData name="Mayu Ninagawa (蜷川 真優 GE)" userId="15d22be4-2d84-414d-ac66-ca09a50eae87" providerId="ADAL" clId="{5E599063-F5BB-49D4-A9DF-D59C17E5C422}" dt="2026-01-15T11:27:35.351" v="3348" actId="1076"/>
          <ac:spMkLst>
            <pc:docMk/>
            <pc:sldMk cId="423890829" sldId="389"/>
            <ac:spMk id="25" creationId="{3D8913FD-07A9-5A20-714F-086CD7056A8C}"/>
          </ac:spMkLst>
        </pc:spChg>
        <pc:spChg chg="mod topLvl">
          <ac:chgData name="Mayu Ninagawa (蜷川 真優 GE)" userId="15d22be4-2d84-414d-ac66-ca09a50eae87" providerId="ADAL" clId="{5E599063-F5BB-49D4-A9DF-D59C17E5C422}" dt="2026-01-15T11:27:35.351" v="3348" actId="1076"/>
          <ac:spMkLst>
            <pc:docMk/>
            <pc:sldMk cId="423890829" sldId="389"/>
            <ac:spMk id="26" creationId="{5D32820D-1DF0-AC2A-3CE9-A27E0C750D6B}"/>
          </ac:spMkLst>
        </pc:spChg>
        <pc:spChg chg="mod topLvl">
          <ac:chgData name="Mayu Ninagawa (蜷川 真優 GE)" userId="15d22be4-2d84-414d-ac66-ca09a50eae87" providerId="ADAL" clId="{5E599063-F5BB-49D4-A9DF-D59C17E5C422}" dt="2026-01-15T11:27:35.351" v="3348" actId="1076"/>
          <ac:spMkLst>
            <pc:docMk/>
            <pc:sldMk cId="423890829" sldId="389"/>
            <ac:spMk id="27" creationId="{EA15E164-A160-F623-27B7-AC605282FF17}"/>
          </ac:spMkLst>
        </pc:spChg>
        <pc:spChg chg="mod topLvl">
          <ac:chgData name="Mayu Ninagawa (蜷川 真優 GE)" userId="15d22be4-2d84-414d-ac66-ca09a50eae87" providerId="ADAL" clId="{5E599063-F5BB-49D4-A9DF-D59C17E5C422}" dt="2026-01-15T11:28:34.595" v="3351" actId="1076"/>
          <ac:spMkLst>
            <pc:docMk/>
            <pc:sldMk cId="423890829" sldId="389"/>
            <ac:spMk id="28" creationId="{9C92499C-F0F4-680B-98F6-90594735BADA}"/>
          </ac:spMkLst>
        </pc:spChg>
        <pc:spChg chg="mod topLvl">
          <ac:chgData name="Mayu Ninagawa (蜷川 真優 GE)" userId="15d22be4-2d84-414d-ac66-ca09a50eae87" providerId="ADAL" clId="{5E599063-F5BB-49D4-A9DF-D59C17E5C422}" dt="2026-01-15T11:28:34.595" v="3351" actId="1076"/>
          <ac:spMkLst>
            <pc:docMk/>
            <pc:sldMk cId="423890829" sldId="389"/>
            <ac:spMk id="29" creationId="{3B0FFE07-75F4-396B-CCE5-A0BBC0F7C27F}"/>
          </ac:spMkLst>
        </pc:spChg>
        <pc:spChg chg="mod topLvl">
          <ac:chgData name="Mayu Ninagawa (蜷川 真優 GE)" userId="15d22be4-2d84-414d-ac66-ca09a50eae87" providerId="ADAL" clId="{5E599063-F5BB-49D4-A9DF-D59C17E5C422}" dt="2026-01-15T11:27:35.351" v="3348" actId="1076"/>
          <ac:spMkLst>
            <pc:docMk/>
            <pc:sldMk cId="423890829" sldId="389"/>
            <ac:spMk id="30" creationId="{D29C1761-BEC3-E39D-274A-448A7A93EE4C}"/>
          </ac:spMkLst>
        </pc:spChg>
        <pc:spChg chg="mod topLvl">
          <ac:chgData name="Mayu Ninagawa (蜷川 真優 GE)" userId="15d22be4-2d84-414d-ac66-ca09a50eae87" providerId="ADAL" clId="{5E599063-F5BB-49D4-A9DF-D59C17E5C422}" dt="2026-01-15T11:27:35.351" v="3348" actId="1076"/>
          <ac:spMkLst>
            <pc:docMk/>
            <pc:sldMk cId="423890829" sldId="389"/>
            <ac:spMk id="31" creationId="{CF7278EE-A739-ED64-BB1D-A8729558E504}"/>
          </ac:spMkLst>
        </pc:spChg>
        <pc:spChg chg="mod topLvl">
          <ac:chgData name="Mayu Ninagawa (蜷川 真優 GE)" userId="15d22be4-2d84-414d-ac66-ca09a50eae87" providerId="ADAL" clId="{5E599063-F5BB-49D4-A9DF-D59C17E5C422}" dt="2026-01-15T11:27:35.351" v="3348" actId="1076"/>
          <ac:spMkLst>
            <pc:docMk/>
            <pc:sldMk cId="423890829" sldId="389"/>
            <ac:spMk id="32" creationId="{6D55C250-09FA-29A0-3868-9B66D6E1BA6A}"/>
          </ac:spMkLst>
        </pc:spChg>
        <pc:spChg chg="mod topLvl">
          <ac:chgData name="Mayu Ninagawa (蜷川 真優 GE)" userId="15d22be4-2d84-414d-ac66-ca09a50eae87" providerId="ADAL" clId="{5E599063-F5BB-49D4-A9DF-D59C17E5C422}" dt="2026-01-15T11:27:35.351" v="3348" actId="1076"/>
          <ac:spMkLst>
            <pc:docMk/>
            <pc:sldMk cId="423890829" sldId="389"/>
            <ac:spMk id="33" creationId="{B9F0867E-DC69-8A8A-C9AA-2E643C63AABF}"/>
          </ac:spMkLst>
        </pc:spChg>
        <pc:spChg chg="mod topLvl">
          <ac:chgData name="Mayu Ninagawa (蜷川 真優 GE)" userId="15d22be4-2d84-414d-ac66-ca09a50eae87" providerId="ADAL" clId="{5E599063-F5BB-49D4-A9DF-D59C17E5C422}" dt="2026-01-15T11:27:35.351" v="3348" actId="1076"/>
          <ac:spMkLst>
            <pc:docMk/>
            <pc:sldMk cId="423890829" sldId="389"/>
            <ac:spMk id="34" creationId="{DCF51C94-94D4-F5EC-E541-B1995867B699}"/>
          </ac:spMkLst>
        </pc:spChg>
        <pc:spChg chg="mod topLvl">
          <ac:chgData name="Mayu Ninagawa (蜷川 真優 GE)" userId="15d22be4-2d84-414d-ac66-ca09a50eae87" providerId="ADAL" clId="{5E599063-F5BB-49D4-A9DF-D59C17E5C422}" dt="2026-01-15T11:27:35.351" v="3348" actId="1076"/>
          <ac:spMkLst>
            <pc:docMk/>
            <pc:sldMk cId="423890829" sldId="389"/>
            <ac:spMk id="35" creationId="{C20EF3DB-C57B-40BA-36AD-37FC643EA8AC}"/>
          </ac:spMkLst>
        </pc:spChg>
        <pc:spChg chg="mod topLvl">
          <ac:chgData name="Mayu Ninagawa (蜷川 真優 GE)" userId="15d22be4-2d84-414d-ac66-ca09a50eae87" providerId="ADAL" clId="{5E599063-F5BB-49D4-A9DF-D59C17E5C422}" dt="2026-01-15T11:27:35.351" v="3348" actId="1076"/>
          <ac:spMkLst>
            <pc:docMk/>
            <pc:sldMk cId="423890829" sldId="389"/>
            <ac:spMk id="36" creationId="{BAFABBB1-610A-63DA-DF6B-6416AB395BE8}"/>
          </ac:spMkLst>
        </pc:spChg>
        <pc:spChg chg="mod topLvl">
          <ac:chgData name="Mayu Ninagawa (蜷川 真優 GE)" userId="15d22be4-2d84-414d-ac66-ca09a50eae87" providerId="ADAL" clId="{5E599063-F5BB-49D4-A9DF-D59C17E5C422}" dt="2026-01-15T11:27:35.351" v="3348" actId="1076"/>
          <ac:spMkLst>
            <pc:docMk/>
            <pc:sldMk cId="423890829" sldId="389"/>
            <ac:spMk id="37" creationId="{B62CA60A-1EC6-A875-37B2-6E4A6CB82AE4}"/>
          </ac:spMkLst>
        </pc:spChg>
        <pc:spChg chg="mod topLvl">
          <ac:chgData name="Mayu Ninagawa (蜷川 真優 GE)" userId="15d22be4-2d84-414d-ac66-ca09a50eae87" providerId="ADAL" clId="{5E599063-F5BB-49D4-A9DF-D59C17E5C422}" dt="2026-01-15T11:27:35.351" v="3348" actId="1076"/>
          <ac:spMkLst>
            <pc:docMk/>
            <pc:sldMk cId="423890829" sldId="389"/>
            <ac:spMk id="38" creationId="{F727184F-C0C8-39ED-C0FA-D6DE10CE74E2}"/>
          </ac:spMkLst>
        </pc:spChg>
        <pc:spChg chg="mod topLvl">
          <ac:chgData name="Mayu Ninagawa (蜷川 真優 GE)" userId="15d22be4-2d84-414d-ac66-ca09a50eae87" providerId="ADAL" clId="{5E599063-F5BB-49D4-A9DF-D59C17E5C422}" dt="2026-01-15T11:27:35.351" v="3348" actId="1076"/>
          <ac:spMkLst>
            <pc:docMk/>
            <pc:sldMk cId="423890829" sldId="389"/>
            <ac:spMk id="39" creationId="{5BDC1E34-6E11-9EB1-C24C-EE069CBFF043}"/>
          </ac:spMkLst>
        </pc:spChg>
        <pc:spChg chg="mod topLvl">
          <ac:chgData name="Mayu Ninagawa (蜷川 真優 GE)" userId="15d22be4-2d84-414d-ac66-ca09a50eae87" providerId="ADAL" clId="{5E599063-F5BB-49D4-A9DF-D59C17E5C422}" dt="2026-01-15T11:27:35.351" v="3348" actId="1076"/>
          <ac:spMkLst>
            <pc:docMk/>
            <pc:sldMk cId="423890829" sldId="389"/>
            <ac:spMk id="40" creationId="{2F7FC967-B0F5-C87C-50CD-8D29129520D7}"/>
          </ac:spMkLst>
        </pc:spChg>
        <pc:spChg chg="mod topLvl">
          <ac:chgData name="Mayu Ninagawa (蜷川 真優 GE)" userId="15d22be4-2d84-414d-ac66-ca09a50eae87" providerId="ADAL" clId="{5E599063-F5BB-49D4-A9DF-D59C17E5C422}" dt="2026-01-15T11:27:35.351" v="3348" actId="1076"/>
          <ac:spMkLst>
            <pc:docMk/>
            <pc:sldMk cId="423890829" sldId="389"/>
            <ac:spMk id="41" creationId="{DEEDBA6E-349B-E6EE-AEDC-73BBFDAD4E9D}"/>
          </ac:spMkLst>
        </pc:spChg>
        <pc:spChg chg="mod topLvl">
          <ac:chgData name="Mayu Ninagawa (蜷川 真優 GE)" userId="15d22be4-2d84-414d-ac66-ca09a50eae87" providerId="ADAL" clId="{5E599063-F5BB-49D4-A9DF-D59C17E5C422}" dt="2026-01-15T11:28:34.595" v="3351" actId="1076"/>
          <ac:spMkLst>
            <pc:docMk/>
            <pc:sldMk cId="423890829" sldId="389"/>
            <ac:spMk id="42" creationId="{6B2741DD-F41D-77C1-08E5-44DAC06C9A18}"/>
          </ac:spMkLst>
        </pc:spChg>
        <pc:spChg chg="mod topLvl">
          <ac:chgData name="Mayu Ninagawa (蜷川 真優 GE)" userId="15d22be4-2d84-414d-ac66-ca09a50eae87" providerId="ADAL" clId="{5E599063-F5BB-49D4-A9DF-D59C17E5C422}" dt="2026-01-15T11:28:58.156" v="3354" actId="1076"/>
          <ac:spMkLst>
            <pc:docMk/>
            <pc:sldMk cId="423890829" sldId="389"/>
            <ac:spMk id="43" creationId="{CCE192D3-B58B-DD09-B28F-BD5FC959C5DD}"/>
          </ac:spMkLst>
        </pc:spChg>
        <pc:spChg chg="mod topLvl">
          <ac:chgData name="Mayu Ninagawa (蜷川 真優 GE)" userId="15d22be4-2d84-414d-ac66-ca09a50eae87" providerId="ADAL" clId="{5E599063-F5BB-49D4-A9DF-D59C17E5C422}" dt="2026-01-15T11:27:35.351" v="3348" actId="1076"/>
          <ac:spMkLst>
            <pc:docMk/>
            <pc:sldMk cId="423890829" sldId="389"/>
            <ac:spMk id="44" creationId="{9C495BD2-A5E5-9589-A935-ACAA2D283FC5}"/>
          </ac:spMkLst>
        </pc:spChg>
        <pc:spChg chg="mod topLvl">
          <ac:chgData name="Mayu Ninagawa (蜷川 真優 GE)" userId="15d22be4-2d84-414d-ac66-ca09a50eae87" providerId="ADAL" clId="{5E599063-F5BB-49D4-A9DF-D59C17E5C422}" dt="2026-01-15T11:27:35.351" v="3348" actId="1076"/>
          <ac:spMkLst>
            <pc:docMk/>
            <pc:sldMk cId="423890829" sldId="389"/>
            <ac:spMk id="45" creationId="{C51D2544-E59E-0FE4-7797-269BAE0B7B52}"/>
          </ac:spMkLst>
        </pc:spChg>
        <pc:spChg chg="mod topLvl">
          <ac:chgData name="Mayu Ninagawa (蜷川 真優 GE)" userId="15d22be4-2d84-414d-ac66-ca09a50eae87" providerId="ADAL" clId="{5E599063-F5BB-49D4-A9DF-D59C17E5C422}" dt="2026-01-15T11:27:35.351" v="3348" actId="1076"/>
          <ac:spMkLst>
            <pc:docMk/>
            <pc:sldMk cId="423890829" sldId="389"/>
            <ac:spMk id="46" creationId="{D6B65CB4-E062-7D7F-2A55-EC605F4BFE72}"/>
          </ac:spMkLst>
        </pc:spChg>
        <pc:spChg chg="mod topLvl">
          <ac:chgData name="Mayu Ninagawa (蜷川 真優 GE)" userId="15d22be4-2d84-414d-ac66-ca09a50eae87" providerId="ADAL" clId="{5E599063-F5BB-49D4-A9DF-D59C17E5C422}" dt="2026-01-15T11:27:35.351" v="3348" actId="1076"/>
          <ac:spMkLst>
            <pc:docMk/>
            <pc:sldMk cId="423890829" sldId="389"/>
            <ac:spMk id="47" creationId="{5F2358FC-82CE-BDD7-E991-03A2CFFA19EE}"/>
          </ac:spMkLst>
        </pc:spChg>
        <pc:spChg chg="mod topLvl">
          <ac:chgData name="Mayu Ninagawa (蜷川 真優 GE)" userId="15d22be4-2d84-414d-ac66-ca09a50eae87" providerId="ADAL" clId="{5E599063-F5BB-49D4-A9DF-D59C17E5C422}" dt="2026-01-15T11:28:34.595" v="3351" actId="1076"/>
          <ac:spMkLst>
            <pc:docMk/>
            <pc:sldMk cId="423890829" sldId="389"/>
            <ac:spMk id="48" creationId="{ABED7788-BB4D-7782-DFD0-238BC61433DF}"/>
          </ac:spMkLst>
        </pc:spChg>
        <pc:spChg chg="mod topLvl">
          <ac:chgData name="Mayu Ninagawa (蜷川 真優 GE)" userId="15d22be4-2d84-414d-ac66-ca09a50eae87" providerId="ADAL" clId="{5E599063-F5BB-49D4-A9DF-D59C17E5C422}" dt="2026-01-15T11:28:34.595" v="3351" actId="1076"/>
          <ac:spMkLst>
            <pc:docMk/>
            <pc:sldMk cId="423890829" sldId="389"/>
            <ac:spMk id="49" creationId="{EBDC3DFD-A081-7C6C-9C18-806187A799FF}"/>
          </ac:spMkLst>
        </pc:spChg>
        <pc:spChg chg="mod topLvl">
          <ac:chgData name="Mayu Ninagawa (蜷川 真優 GE)" userId="15d22be4-2d84-414d-ac66-ca09a50eae87" providerId="ADAL" clId="{5E599063-F5BB-49D4-A9DF-D59C17E5C422}" dt="2026-01-15T11:28:34.595" v="3351" actId="1076"/>
          <ac:spMkLst>
            <pc:docMk/>
            <pc:sldMk cId="423890829" sldId="389"/>
            <ac:spMk id="50" creationId="{E7C82A40-1103-8AC6-C408-8865B9F2E600}"/>
          </ac:spMkLst>
        </pc:spChg>
        <pc:spChg chg="mod topLvl">
          <ac:chgData name="Mayu Ninagawa (蜷川 真優 GE)" userId="15d22be4-2d84-414d-ac66-ca09a50eae87" providerId="ADAL" clId="{5E599063-F5BB-49D4-A9DF-D59C17E5C422}" dt="2026-01-15T11:28:34.595" v="3351" actId="1076"/>
          <ac:spMkLst>
            <pc:docMk/>
            <pc:sldMk cId="423890829" sldId="389"/>
            <ac:spMk id="51" creationId="{7DBE4B64-5688-E46F-2841-ECADD1C6C1A4}"/>
          </ac:spMkLst>
        </pc:spChg>
        <pc:spChg chg="mod topLvl">
          <ac:chgData name="Mayu Ninagawa (蜷川 真優 GE)" userId="15d22be4-2d84-414d-ac66-ca09a50eae87" providerId="ADAL" clId="{5E599063-F5BB-49D4-A9DF-D59C17E5C422}" dt="2026-01-15T11:28:58.156" v="3354" actId="1076"/>
          <ac:spMkLst>
            <pc:docMk/>
            <pc:sldMk cId="423890829" sldId="389"/>
            <ac:spMk id="52" creationId="{3CF9A37D-3936-2693-8E19-EDDCB705BFC0}"/>
          </ac:spMkLst>
        </pc:spChg>
        <pc:spChg chg="mod topLvl">
          <ac:chgData name="Mayu Ninagawa (蜷川 真優 GE)" userId="15d22be4-2d84-414d-ac66-ca09a50eae87" providerId="ADAL" clId="{5E599063-F5BB-49D4-A9DF-D59C17E5C422}" dt="2026-01-15T11:27:35.351" v="3348" actId="1076"/>
          <ac:spMkLst>
            <pc:docMk/>
            <pc:sldMk cId="423890829" sldId="389"/>
            <ac:spMk id="53" creationId="{AFC41213-1C78-9152-8A46-7BADC13F3D91}"/>
          </ac:spMkLst>
        </pc:spChg>
        <pc:spChg chg="mod topLvl">
          <ac:chgData name="Mayu Ninagawa (蜷川 真優 GE)" userId="15d22be4-2d84-414d-ac66-ca09a50eae87" providerId="ADAL" clId="{5E599063-F5BB-49D4-A9DF-D59C17E5C422}" dt="2026-01-15T11:27:35.351" v="3348" actId="1076"/>
          <ac:spMkLst>
            <pc:docMk/>
            <pc:sldMk cId="423890829" sldId="389"/>
            <ac:spMk id="54" creationId="{369231B2-3210-00DD-43F4-A0793A50028F}"/>
          </ac:spMkLst>
        </pc:spChg>
        <pc:spChg chg="mod topLvl">
          <ac:chgData name="Mayu Ninagawa (蜷川 真優 GE)" userId="15d22be4-2d84-414d-ac66-ca09a50eae87" providerId="ADAL" clId="{5E599063-F5BB-49D4-A9DF-D59C17E5C422}" dt="2026-01-15T11:27:35.351" v="3348" actId="1076"/>
          <ac:spMkLst>
            <pc:docMk/>
            <pc:sldMk cId="423890829" sldId="389"/>
            <ac:spMk id="55" creationId="{AD53C729-BF1C-3CE7-6FD0-762B63F53353}"/>
          </ac:spMkLst>
        </pc:spChg>
        <pc:spChg chg="mod topLvl">
          <ac:chgData name="Mayu Ninagawa (蜷川 真優 GE)" userId="15d22be4-2d84-414d-ac66-ca09a50eae87" providerId="ADAL" clId="{5E599063-F5BB-49D4-A9DF-D59C17E5C422}" dt="2026-01-15T11:27:35.351" v="3348" actId="1076"/>
          <ac:spMkLst>
            <pc:docMk/>
            <pc:sldMk cId="423890829" sldId="389"/>
            <ac:spMk id="56" creationId="{B4378FFE-AC9D-C315-839B-F285CA98AED7}"/>
          </ac:spMkLst>
        </pc:spChg>
        <pc:spChg chg="mod topLvl">
          <ac:chgData name="Mayu Ninagawa (蜷川 真優 GE)" userId="15d22be4-2d84-414d-ac66-ca09a50eae87" providerId="ADAL" clId="{5E599063-F5BB-49D4-A9DF-D59C17E5C422}" dt="2026-01-15T11:27:35.351" v="3348" actId="1076"/>
          <ac:spMkLst>
            <pc:docMk/>
            <pc:sldMk cId="423890829" sldId="389"/>
            <ac:spMk id="57" creationId="{D887EB4A-D729-DF89-85F2-D1E761EADC1E}"/>
          </ac:spMkLst>
        </pc:spChg>
        <pc:spChg chg="mod topLvl">
          <ac:chgData name="Mayu Ninagawa (蜷川 真優 GE)" userId="15d22be4-2d84-414d-ac66-ca09a50eae87" providerId="ADAL" clId="{5E599063-F5BB-49D4-A9DF-D59C17E5C422}" dt="2026-01-15T11:27:35.351" v="3348" actId="1076"/>
          <ac:spMkLst>
            <pc:docMk/>
            <pc:sldMk cId="423890829" sldId="389"/>
            <ac:spMk id="58" creationId="{04488BDF-F4E2-9056-EE1D-BE07D0A6EF20}"/>
          </ac:spMkLst>
        </pc:spChg>
        <pc:spChg chg="mod topLvl">
          <ac:chgData name="Mayu Ninagawa (蜷川 真優 GE)" userId="15d22be4-2d84-414d-ac66-ca09a50eae87" providerId="ADAL" clId="{5E599063-F5BB-49D4-A9DF-D59C17E5C422}" dt="2026-01-15T11:29:18.067" v="3358" actId="1076"/>
          <ac:spMkLst>
            <pc:docMk/>
            <pc:sldMk cId="423890829" sldId="389"/>
            <ac:spMk id="59" creationId="{5557B8D7-E2B3-CF61-D275-8F8914A0009D}"/>
          </ac:spMkLst>
        </pc:spChg>
        <pc:spChg chg="mod topLvl">
          <ac:chgData name="Mayu Ninagawa (蜷川 真優 GE)" userId="15d22be4-2d84-414d-ac66-ca09a50eae87" providerId="ADAL" clId="{5E599063-F5BB-49D4-A9DF-D59C17E5C422}" dt="2026-01-15T11:29:06.891" v="3356" actId="1076"/>
          <ac:spMkLst>
            <pc:docMk/>
            <pc:sldMk cId="423890829" sldId="389"/>
            <ac:spMk id="60" creationId="{C23BC386-572B-D346-F825-B1E496649FDF}"/>
          </ac:spMkLst>
        </pc:spChg>
        <pc:spChg chg="del mod">
          <ac:chgData name="Mayu Ninagawa (蜷川 真優 GE)" userId="15d22be4-2d84-414d-ac66-ca09a50eae87" providerId="ADAL" clId="{5E599063-F5BB-49D4-A9DF-D59C17E5C422}" dt="2026-01-15T10:15:38.582" v="2863" actId="478"/>
          <ac:spMkLst>
            <pc:docMk/>
            <pc:sldMk cId="423890829" sldId="389"/>
            <ac:spMk id="61" creationId="{10C7180F-CBF7-D785-87E3-0726DF7BAE64}"/>
          </ac:spMkLst>
        </pc:spChg>
        <pc:spChg chg="add mod">
          <ac:chgData name="Mayu Ninagawa (蜷川 真優 GE)" userId="15d22be4-2d84-414d-ac66-ca09a50eae87" providerId="ADAL" clId="{5E599063-F5BB-49D4-A9DF-D59C17E5C422}" dt="2026-01-15T11:28:12.531" v="3349" actId="1076"/>
          <ac:spMkLst>
            <pc:docMk/>
            <pc:sldMk cId="423890829" sldId="389"/>
            <ac:spMk id="61" creationId="{3BD0729A-E3B4-218B-2E37-815C58E1468B}"/>
          </ac:spMkLst>
        </pc:spChg>
        <pc:spChg chg="add del mod">
          <ac:chgData name="Mayu Ninagawa (蜷川 真優 GE)" userId="15d22be4-2d84-414d-ac66-ca09a50eae87" providerId="ADAL" clId="{5E599063-F5BB-49D4-A9DF-D59C17E5C422}" dt="2026-01-15T11:25:49.848" v="3321"/>
          <ac:spMkLst>
            <pc:docMk/>
            <pc:sldMk cId="423890829" sldId="389"/>
            <ac:spMk id="62" creationId="{48E15FCA-2CB2-2309-41F3-A8FFC563CB66}"/>
          </ac:spMkLst>
        </pc:spChg>
        <pc:spChg chg="del mod">
          <ac:chgData name="Mayu Ninagawa (蜷川 真優 GE)" userId="15d22be4-2d84-414d-ac66-ca09a50eae87" providerId="ADAL" clId="{5E599063-F5BB-49D4-A9DF-D59C17E5C422}" dt="2026-01-15T10:15:38.582" v="2863" actId="478"/>
          <ac:spMkLst>
            <pc:docMk/>
            <pc:sldMk cId="423890829" sldId="389"/>
            <ac:spMk id="62" creationId="{BE3E9D8F-D76E-61E4-8763-5EE11170FE18}"/>
          </ac:spMkLst>
        </pc:spChg>
        <pc:spChg chg="mod topLvl">
          <ac:chgData name="Mayu Ninagawa (蜷川 真優 GE)" userId="15d22be4-2d84-414d-ac66-ca09a50eae87" providerId="ADAL" clId="{5E599063-F5BB-49D4-A9DF-D59C17E5C422}" dt="2026-01-15T11:27:35.351" v="3348" actId="1076"/>
          <ac:spMkLst>
            <pc:docMk/>
            <pc:sldMk cId="423890829" sldId="389"/>
            <ac:spMk id="63" creationId="{4D7AEB87-DD6E-C2EE-A95F-863D5C4D2C85}"/>
          </ac:spMkLst>
        </pc:spChg>
        <pc:spChg chg="mod topLvl">
          <ac:chgData name="Mayu Ninagawa (蜷川 真優 GE)" userId="15d22be4-2d84-414d-ac66-ca09a50eae87" providerId="ADAL" clId="{5E599063-F5BB-49D4-A9DF-D59C17E5C422}" dt="2026-01-15T11:27:35.351" v="3348" actId="1076"/>
          <ac:spMkLst>
            <pc:docMk/>
            <pc:sldMk cId="423890829" sldId="389"/>
            <ac:spMk id="640" creationId="{67529ABE-59D3-ACF0-EAF2-78022404AE73}"/>
          </ac:spMkLst>
        </pc:spChg>
        <pc:spChg chg="add mod">
          <ac:chgData name="Mayu Ninagawa (蜷川 真優 GE)" userId="15d22be4-2d84-414d-ac66-ca09a50eae87" providerId="ADAL" clId="{5E599063-F5BB-49D4-A9DF-D59C17E5C422}" dt="2026-01-15T11:27:35.351" v="3348" actId="1076"/>
          <ac:spMkLst>
            <pc:docMk/>
            <pc:sldMk cId="423890829" sldId="389"/>
            <ac:spMk id="641" creationId="{A70FE7FA-B9CF-680E-B6E2-6A3BC31D89E4}"/>
          </ac:spMkLst>
        </pc:spChg>
        <pc:spChg chg="add del mod">
          <ac:chgData name="Mayu Ninagawa (蜷川 真優 GE)" userId="15d22be4-2d84-414d-ac66-ca09a50eae87" providerId="ADAL" clId="{5E599063-F5BB-49D4-A9DF-D59C17E5C422}" dt="2026-01-15T11:26:28.260" v="3333"/>
          <ac:spMkLst>
            <pc:docMk/>
            <pc:sldMk cId="423890829" sldId="389"/>
            <ac:spMk id="642" creationId="{AB9861EA-7576-C970-7A3A-5AEC079650BF}"/>
          </ac:spMkLst>
        </pc:spChg>
        <pc:spChg chg="mod">
          <ac:chgData name="Mayu Ninagawa (蜷川 真優 GE)" userId="15d22be4-2d84-414d-ac66-ca09a50eae87" providerId="ADAL" clId="{5E599063-F5BB-49D4-A9DF-D59C17E5C422}" dt="2026-01-15T11:27:19.899" v="3344" actId="1076"/>
          <ac:spMkLst>
            <pc:docMk/>
            <pc:sldMk cId="423890829" sldId="389"/>
            <ac:spMk id="692" creationId="{0DC1134D-8922-51F8-AC73-87BD80F39304}"/>
          </ac:spMkLst>
        </pc:spChg>
        <pc:spChg chg="mod">
          <ac:chgData name="Mayu Ninagawa (蜷川 真優 GE)" userId="15d22be4-2d84-414d-ac66-ca09a50eae87" providerId="ADAL" clId="{5E599063-F5BB-49D4-A9DF-D59C17E5C422}" dt="2026-01-15T11:27:31.140" v="3347" actId="1076"/>
          <ac:spMkLst>
            <pc:docMk/>
            <pc:sldMk cId="423890829" sldId="389"/>
            <ac:spMk id="693" creationId="{B4955C68-295C-BAFE-D115-F46899EA6CAC}"/>
          </ac:spMkLst>
        </pc:spChg>
        <pc:spChg chg="mod">
          <ac:chgData name="Mayu Ninagawa (蜷川 真優 GE)" userId="15d22be4-2d84-414d-ac66-ca09a50eae87" providerId="ADAL" clId="{5E599063-F5BB-49D4-A9DF-D59C17E5C422}" dt="2026-01-15T11:27:35.351" v="3348" actId="1076"/>
          <ac:spMkLst>
            <pc:docMk/>
            <pc:sldMk cId="423890829" sldId="389"/>
            <ac:spMk id="694" creationId="{1AE3FB6E-3138-42B1-A57A-BCB244128307}"/>
          </ac:spMkLst>
        </pc:spChg>
        <pc:spChg chg="del">
          <ac:chgData name="Mayu Ninagawa (蜷川 真優 GE)" userId="15d22be4-2d84-414d-ac66-ca09a50eae87" providerId="ADAL" clId="{5E599063-F5BB-49D4-A9DF-D59C17E5C422}" dt="2026-01-15T08:49:23.534" v="1678" actId="478"/>
          <ac:spMkLst>
            <pc:docMk/>
            <pc:sldMk cId="423890829" sldId="389"/>
            <ac:spMk id="798" creationId="{12D5A9E3-65FB-3878-80BC-BCCF1B1E2459}"/>
          </ac:spMkLst>
        </pc:spChg>
        <pc:spChg chg="del">
          <ac:chgData name="Mayu Ninagawa (蜷川 真優 GE)" userId="15d22be4-2d84-414d-ac66-ca09a50eae87" providerId="ADAL" clId="{5E599063-F5BB-49D4-A9DF-D59C17E5C422}" dt="2026-01-15T08:49:23.534" v="1678" actId="478"/>
          <ac:spMkLst>
            <pc:docMk/>
            <pc:sldMk cId="423890829" sldId="389"/>
            <ac:spMk id="799" creationId="{B4E1306C-54A7-43E6-5F02-AF80EBB15C67}"/>
          </ac:spMkLst>
        </pc:spChg>
        <pc:grpChg chg="add del mod">
          <ac:chgData name="Mayu Ninagawa (蜷川 真優 GE)" userId="15d22be4-2d84-414d-ac66-ca09a50eae87" providerId="ADAL" clId="{5E599063-F5BB-49D4-A9DF-D59C17E5C422}" dt="2026-01-15T11:19:43.726" v="3264" actId="165"/>
          <ac:grpSpMkLst>
            <pc:docMk/>
            <pc:sldMk cId="423890829" sldId="389"/>
            <ac:grpSpMk id="6" creationId="{ACBB41DA-1BD3-9034-B369-FF4E03C81E73}"/>
          </ac:grpSpMkLst>
        </pc:grpChg>
        <pc:grpChg chg="del">
          <ac:chgData name="Mayu Ninagawa (蜷川 真優 GE)" userId="15d22be4-2d84-414d-ac66-ca09a50eae87" providerId="ADAL" clId="{5E599063-F5BB-49D4-A9DF-D59C17E5C422}" dt="2026-01-15T10:15:32.902" v="2861" actId="478"/>
          <ac:grpSpMkLst>
            <pc:docMk/>
            <pc:sldMk cId="423890829" sldId="389"/>
            <ac:grpSpMk id="743" creationId="{EF360E6D-BFEE-76C7-C30A-6056FDE58134}"/>
          </ac:grpSpMkLst>
        </pc:grpChg>
        <pc:picChg chg="add del mod">
          <ac:chgData name="Mayu Ninagawa (蜷川 真優 GE)" userId="15d22be4-2d84-414d-ac66-ca09a50eae87" providerId="ADAL" clId="{5E599063-F5BB-49D4-A9DF-D59C17E5C422}" dt="2026-01-15T11:27:07.427" v="3343" actId="1076"/>
          <ac:picMkLst>
            <pc:docMk/>
            <pc:sldMk cId="423890829" sldId="389"/>
            <ac:picMk id="4" creationId="{69B010AC-5D98-A871-93E3-144A4AE95861}"/>
          </ac:picMkLst>
        </pc:picChg>
        <pc:picChg chg="add mod">
          <ac:chgData name="Mayu Ninagawa (蜷川 真優 GE)" userId="15d22be4-2d84-414d-ac66-ca09a50eae87" providerId="ADAL" clId="{5E599063-F5BB-49D4-A9DF-D59C17E5C422}" dt="2026-01-15T11:27:07.427" v="3343" actId="1076"/>
          <ac:picMkLst>
            <pc:docMk/>
            <pc:sldMk cId="423890829" sldId="389"/>
            <ac:picMk id="5" creationId="{3C3638BA-8A75-8C40-A71A-B9715715DB88}"/>
          </ac:picMkLst>
        </pc:picChg>
        <pc:picChg chg="mod">
          <ac:chgData name="Mayu Ninagawa (蜷川 真優 GE)" userId="15d22be4-2d84-414d-ac66-ca09a50eae87" providerId="ADAL" clId="{5E599063-F5BB-49D4-A9DF-D59C17E5C422}" dt="2026-01-15T11:27:29.003" v="3346" actId="14100"/>
          <ac:picMkLst>
            <pc:docMk/>
            <pc:sldMk cId="423890829" sldId="389"/>
            <ac:picMk id="691" creationId="{6BC5D6BB-FD8F-F389-DE76-0F52A35BD107}"/>
          </ac:picMkLst>
        </pc:picChg>
      </pc:sldChg>
      <pc:sldChg chg="addSp delSp modSp mod">
        <pc:chgData name="Mayu Ninagawa (蜷川 真優 GE)" userId="15d22be4-2d84-414d-ac66-ca09a50eae87" providerId="ADAL" clId="{5E599063-F5BB-49D4-A9DF-D59C17E5C422}" dt="2026-01-15T11:45:49.051" v="3437" actId="20577"/>
        <pc:sldMkLst>
          <pc:docMk/>
          <pc:sldMk cId="1396568335" sldId="390"/>
        </pc:sldMkLst>
        <pc:spChg chg="mod">
          <ac:chgData name="Mayu Ninagawa (蜷川 真優 GE)" userId="15d22be4-2d84-414d-ac66-ca09a50eae87" providerId="ADAL" clId="{5E599063-F5BB-49D4-A9DF-D59C17E5C422}" dt="2026-01-15T10:05:16.772" v="2766" actId="1076"/>
          <ac:spMkLst>
            <pc:docMk/>
            <pc:sldMk cId="1396568335" sldId="390"/>
            <ac:spMk id="3" creationId="{1A9890B5-4F1A-E8FE-73D4-6B22D984764B}"/>
          </ac:spMkLst>
        </pc:spChg>
        <pc:graphicFrameChg chg="add mod modGraphic">
          <ac:chgData name="Mayu Ninagawa (蜷川 真優 GE)" userId="15d22be4-2d84-414d-ac66-ca09a50eae87" providerId="ADAL" clId="{5E599063-F5BB-49D4-A9DF-D59C17E5C422}" dt="2026-01-15T11:45:49.051" v="3437" actId="20577"/>
          <ac:graphicFrameMkLst>
            <pc:docMk/>
            <pc:sldMk cId="1396568335" sldId="390"/>
            <ac:graphicFrameMk id="6" creationId="{1BE6163E-1C57-223C-4EDD-B15C81E3D7A9}"/>
          </ac:graphicFrameMkLst>
        </pc:graphicFrameChg>
        <pc:graphicFrameChg chg="mod modGraphic">
          <ac:chgData name="Mayu Ninagawa (蜷川 真優 GE)" userId="15d22be4-2d84-414d-ac66-ca09a50eae87" providerId="ADAL" clId="{5E599063-F5BB-49D4-A9DF-D59C17E5C422}" dt="2026-01-15T11:32:36.932" v="3376" actId="20577"/>
          <ac:graphicFrameMkLst>
            <pc:docMk/>
            <pc:sldMk cId="1396568335" sldId="390"/>
            <ac:graphicFrameMk id="8" creationId="{09FD96DD-ADC0-995B-F368-B5903BD86602}"/>
          </ac:graphicFrameMkLst>
        </pc:graphicFrameChg>
        <pc:graphicFrameChg chg="del mod">
          <ac:chgData name="Mayu Ninagawa (蜷川 真優 GE)" userId="15d22be4-2d84-414d-ac66-ca09a50eae87" providerId="ADAL" clId="{5E599063-F5BB-49D4-A9DF-D59C17E5C422}" dt="2026-01-15T08:57:04.834" v="1821" actId="478"/>
          <ac:graphicFrameMkLst>
            <pc:docMk/>
            <pc:sldMk cId="1396568335" sldId="390"/>
            <ac:graphicFrameMk id="47" creationId="{4E863408-904A-AA18-E7B6-292B8BECE2DB}"/>
          </ac:graphicFrameMkLst>
        </pc:graphicFrameChg>
        <pc:graphicFrameChg chg="del mod">
          <ac:chgData name="Mayu Ninagawa (蜷川 真優 GE)" userId="15d22be4-2d84-414d-ac66-ca09a50eae87" providerId="ADAL" clId="{5E599063-F5BB-49D4-A9DF-D59C17E5C422}" dt="2026-01-15T08:57:45.477" v="1832" actId="21"/>
          <ac:graphicFrameMkLst>
            <pc:docMk/>
            <pc:sldMk cId="1396568335" sldId="390"/>
            <ac:graphicFrameMk id="63" creationId="{44E21FCE-6C46-B10C-D822-C852B5895923}"/>
          </ac:graphicFrameMkLst>
        </pc:graphicFrameChg>
      </pc:sldChg>
      <pc:sldChg chg="del">
        <pc:chgData name="Mayu Ninagawa (蜷川 真優 GE)" userId="15d22be4-2d84-414d-ac66-ca09a50eae87" providerId="ADAL" clId="{5E599063-F5BB-49D4-A9DF-D59C17E5C422}" dt="2026-01-15T08:54:34.654" v="1745" actId="47"/>
        <pc:sldMkLst>
          <pc:docMk/>
          <pc:sldMk cId="516371205" sldId="391"/>
        </pc:sldMkLst>
      </pc:sldChg>
      <pc:sldChg chg="add">
        <pc:chgData name="Mayu Ninagawa (蜷川 真優 GE)" userId="15d22be4-2d84-414d-ac66-ca09a50eae87" providerId="ADAL" clId="{5E599063-F5BB-49D4-A9DF-D59C17E5C422}" dt="2026-01-15T11:19:29.080" v="3263"/>
        <pc:sldMkLst>
          <pc:docMk/>
          <pc:sldMk cId="878024905" sldId="391"/>
        </pc:sldMkLst>
      </pc:sldChg>
      <pc:sldChg chg="add">
        <pc:chgData name="Mayu Ninagawa (蜷川 真優 GE)" userId="15d22be4-2d84-414d-ac66-ca09a50eae87" providerId="ADAL" clId="{5E599063-F5BB-49D4-A9DF-D59C17E5C422}" dt="2026-01-15T11:50:26.333" v="3438"/>
        <pc:sldMkLst>
          <pc:docMk/>
          <pc:sldMk cId="290173007" sldId="392"/>
        </pc:sldMkLst>
      </pc:sldChg>
      <pc:sldChg chg="del">
        <pc:chgData name="Mayu Ninagawa (蜷川 真優 GE)" userId="15d22be4-2d84-414d-ac66-ca09a50eae87" providerId="ADAL" clId="{5E599063-F5BB-49D4-A9DF-D59C17E5C422}" dt="2026-01-15T08:54:34.654" v="1745" actId="47"/>
        <pc:sldMkLst>
          <pc:docMk/>
          <pc:sldMk cId="1506381109" sldId="392"/>
        </pc:sldMkLst>
      </pc:sldChg>
      <pc:sldChg chg="modSp mod">
        <pc:chgData name="Mayu Ninagawa (蜷川 真優 GE)" userId="15d22be4-2d84-414d-ac66-ca09a50eae87" providerId="ADAL" clId="{5E599063-F5BB-49D4-A9DF-D59C17E5C422}" dt="2026-01-15T10:38:56.995" v="3013" actId="20577"/>
        <pc:sldMkLst>
          <pc:docMk/>
          <pc:sldMk cId="208575654" sldId="393"/>
        </pc:sldMkLst>
        <pc:graphicFrameChg chg="mod modGraphic">
          <ac:chgData name="Mayu Ninagawa (蜷川 真優 GE)" userId="15d22be4-2d84-414d-ac66-ca09a50eae87" providerId="ADAL" clId="{5E599063-F5BB-49D4-A9DF-D59C17E5C422}" dt="2026-01-15T10:38:56.995" v="3013" actId="20577"/>
          <ac:graphicFrameMkLst>
            <pc:docMk/>
            <pc:sldMk cId="208575654" sldId="393"/>
            <ac:graphicFrameMk id="2" creationId="{EAB3E40B-DE48-CCE3-9452-E945183513A7}"/>
          </ac:graphicFrameMkLst>
        </pc:graphicFrameChg>
      </pc:sldChg>
      <pc:sldChg chg="addSp modSp new mod ord">
        <pc:chgData name="Mayu Ninagawa (蜷川 真優 GE)" userId="15d22be4-2d84-414d-ac66-ca09a50eae87" providerId="ADAL" clId="{5E599063-F5BB-49D4-A9DF-D59C17E5C422}" dt="2026-01-15T12:24:47.218" v="3632" actId="20577"/>
        <pc:sldMkLst>
          <pc:docMk/>
          <pc:sldMk cId="859132569" sldId="394"/>
        </pc:sldMkLst>
        <pc:spChg chg="add mod">
          <ac:chgData name="Mayu Ninagawa (蜷川 真優 GE)" userId="15d22be4-2d84-414d-ac66-ca09a50eae87" providerId="ADAL" clId="{5E599063-F5BB-49D4-A9DF-D59C17E5C422}" dt="2026-01-15T12:24:47.218" v="3632" actId="20577"/>
          <ac:spMkLst>
            <pc:docMk/>
            <pc:sldMk cId="859132569" sldId="394"/>
            <ac:spMk id="2" creationId="{A5F6EBC9-7838-037E-DB25-D7040FFCA57E}"/>
          </ac:spMkLst>
        </pc:spChg>
      </pc:sldChg>
      <pc:sldChg chg="modSp mod">
        <pc:chgData name="Mayu Ninagawa (蜷川 真優 GE)" userId="15d22be4-2d84-414d-ac66-ca09a50eae87" providerId="ADAL" clId="{5E599063-F5BB-49D4-A9DF-D59C17E5C422}" dt="2026-01-15T10:15:14.734" v="2859" actId="14100"/>
        <pc:sldMkLst>
          <pc:docMk/>
          <pc:sldMk cId="387616033" sldId="396"/>
        </pc:sldMkLst>
        <pc:spChg chg="mod">
          <ac:chgData name="Mayu Ninagawa (蜷川 真優 GE)" userId="15d22be4-2d84-414d-ac66-ca09a50eae87" providerId="ADAL" clId="{5E599063-F5BB-49D4-A9DF-D59C17E5C422}" dt="2026-01-15T10:14:46.561" v="2849" actId="1076"/>
          <ac:spMkLst>
            <pc:docMk/>
            <pc:sldMk cId="387616033" sldId="396"/>
            <ac:spMk id="279" creationId="{3F373B3E-4A0D-4E30-C419-AC604D29BA24}"/>
          </ac:spMkLst>
        </pc:spChg>
        <pc:spChg chg="mod">
          <ac:chgData name="Mayu Ninagawa (蜷川 真優 GE)" userId="15d22be4-2d84-414d-ac66-ca09a50eae87" providerId="ADAL" clId="{5E599063-F5BB-49D4-A9DF-D59C17E5C422}" dt="2026-01-15T10:14:46.561" v="2849" actId="1076"/>
          <ac:spMkLst>
            <pc:docMk/>
            <pc:sldMk cId="387616033" sldId="396"/>
            <ac:spMk id="281" creationId="{24495E15-D8F7-CB9F-77E0-05F2ABD84885}"/>
          </ac:spMkLst>
        </pc:spChg>
        <pc:spChg chg="mod">
          <ac:chgData name="Mayu Ninagawa (蜷川 真優 GE)" userId="15d22be4-2d84-414d-ac66-ca09a50eae87" providerId="ADAL" clId="{5E599063-F5BB-49D4-A9DF-D59C17E5C422}" dt="2026-01-15T10:14:59.240" v="2856" actId="1036"/>
          <ac:spMkLst>
            <pc:docMk/>
            <pc:sldMk cId="387616033" sldId="396"/>
            <ac:spMk id="282" creationId="{D001923B-140C-AFC6-A177-C34B3E24ADFD}"/>
          </ac:spMkLst>
        </pc:spChg>
        <pc:spChg chg="mod">
          <ac:chgData name="Mayu Ninagawa (蜷川 真優 GE)" userId="15d22be4-2d84-414d-ac66-ca09a50eae87" providerId="ADAL" clId="{5E599063-F5BB-49D4-A9DF-D59C17E5C422}" dt="2026-01-15T10:14:46.561" v="2849" actId="1076"/>
          <ac:spMkLst>
            <pc:docMk/>
            <pc:sldMk cId="387616033" sldId="396"/>
            <ac:spMk id="283" creationId="{A76FF156-B978-424F-E3EB-37D334429D59}"/>
          </ac:spMkLst>
        </pc:spChg>
        <pc:spChg chg="mod">
          <ac:chgData name="Mayu Ninagawa (蜷川 真優 GE)" userId="15d22be4-2d84-414d-ac66-ca09a50eae87" providerId="ADAL" clId="{5E599063-F5BB-49D4-A9DF-D59C17E5C422}" dt="2026-01-15T10:15:14.734" v="2859" actId="14100"/>
          <ac:spMkLst>
            <pc:docMk/>
            <pc:sldMk cId="387616033" sldId="396"/>
            <ac:spMk id="374" creationId="{3F9AD218-7041-2B4D-5DDE-6D0496F9E2B8}"/>
          </ac:spMkLst>
        </pc:spChg>
        <pc:spChg chg="mod">
          <ac:chgData name="Mayu Ninagawa (蜷川 真優 GE)" userId="15d22be4-2d84-414d-ac66-ca09a50eae87" providerId="ADAL" clId="{5E599063-F5BB-49D4-A9DF-D59C17E5C422}" dt="2026-01-15T10:15:11.468" v="2858" actId="1076"/>
          <ac:spMkLst>
            <pc:docMk/>
            <pc:sldMk cId="387616033" sldId="396"/>
            <ac:spMk id="376" creationId="{B229A5B5-A499-DFDD-8B19-B0D20A3C803A}"/>
          </ac:spMkLst>
        </pc:spChg>
        <pc:spChg chg="mod">
          <ac:chgData name="Mayu Ninagawa (蜷川 真優 GE)" userId="15d22be4-2d84-414d-ac66-ca09a50eae87" providerId="ADAL" clId="{5E599063-F5BB-49D4-A9DF-D59C17E5C422}" dt="2026-01-15T10:15:11.468" v="2858" actId="1076"/>
          <ac:spMkLst>
            <pc:docMk/>
            <pc:sldMk cId="387616033" sldId="396"/>
            <ac:spMk id="377" creationId="{250E3023-A866-DABC-3288-DC98B963C1B8}"/>
          </ac:spMkLst>
        </pc:spChg>
        <pc:spChg chg="mod">
          <ac:chgData name="Mayu Ninagawa (蜷川 真優 GE)" userId="15d22be4-2d84-414d-ac66-ca09a50eae87" providerId="ADAL" clId="{5E599063-F5BB-49D4-A9DF-D59C17E5C422}" dt="2026-01-15T09:07:49.217" v="1950" actId="20577"/>
          <ac:spMkLst>
            <pc:docMk/>
            <pc:sldMk cId="387616033" sldId="396"/>
            <ac:spMk id="474" creationId="{25028379-39FD-F716-FA99-142C8D5D776A}"/>
          </ac:spMkLst>
        </pc:spChg>
        <pc:grpChg chg="mod">
          <ac:chgData name="Mayu Ninagawa (蜷川 真優 GE)" userId="15d22be4-2d84-414d-ac66-ca09a50eae87" providerId="ADAL" clId="{5E599063-F5BB-49D4-A9DF-D59C17E5C422}" dt="2026-01-15T10:15:05.373" v="2857" actId="1076"/>
          <ac:grpSpMkLst>
            <pc:docMk/>
            <pc:sldMk cId="387616033" sldId="396"/>
            <ac:grpSpMk id="22" creationId="{3EBDAD55-55AD-7FDA-E3C1-734531CA355A}"/>
          </ac:grpSpMkLst>
        </pc:grpChg>
      </pc:sldChg>
      <pc:sldChg chg="modSp">
        <pc:chgData name="Mayu Ninagawa (蜷川 真優 GE)" userId="15d22be4-2d84-414d-ac66-ca09a50eae87" providerId="ADAL" clId="{5E599063-F5BB-49D4-A9DF-D59C17E5C422}" dt="2026-01-15T06:53:37.609" v="128"/>
        <pc:sldMkLst>
          <pc:docMk/>
          <pc:sldMk cId="2038409218" sldId="397"/>
        </pc:sldMkLst>
        <pc:graphicFrameChg chg="mod">
          <ac:chgData name="Mayu Ninagawa (蜷川 真優 GE)" userId="15d22be4-2d84-414d-ac66-ca09a50eae87" providerId="ADAL" clId="{5E599063-F5BB-49D4-A9DF-D59C17E5C422}" dt="2026-01-15T06:53:37.609" v="128"/>
          <ac:graphicFrameMkLst>
            <pc:docMk/>
            <pc:sldMk cId="2038409218" sldId="397"/>
            <ac:graphicFrameMk id="2" creationId="{7F616884-9D1C-2BB2-DB33-9C83BD5AB0AA}"/>
          </ac:graphicFrameMkLst>
        </pc:graphicFrameChg>
      </pc:sldChg>
      <pc:sldChg chg="addSp delSp modSp mod ord modShow">
        <pc:chgData name="Mayu Ninagawa (蜷川 真優 GE)" userId="15d22be4-2d84-414d-ac66-ca09a50eae87" providerId="ADAL" clId="{5E599063-F5BB-49D4-A9DF-D59C17E5C422}" dt="2026-01-15T10:29:07.824" v="2965" actId="207"/>
        <pc:sldMkLst>
          <pc:docMk/>
          <pc:sldMk cId="1529473104" sldId="401"/>
        </pc:sldMkLst>
        <pc:spChg chg="mod">
          <ac:chgData name="Mayu Ninagawa (蜷川 真優 GE)" userId="15d22be4-2d84-414d-ac66-ca09a50eae87" providerId="ADAL" clId="{5E599063-F5BB-49D4-A9DF-D59C17E5C422}" dt="2026-01-15T09:54:25.593" v="2576" actId="20577"/>
          <ac:spMkLst>
            <pc:docMk/>
            <pc:sldMk cId="1529473104" sldId="401"/>
            <ac:spMk id="3" creationId="{1A9890B5-4F1A-E8FE-73D4-6B22D984764B}"/>
          </ac:spMkLst>
        </pc:spChg>
        <pc:spChg chg="mod topLvl">
          <ac:chgData name="Mayu Ninagawa (蜷川 真優 GE)" userId="15d22be4-2d84-414d-ac66-ca09a50eae87" providerId="ADAL" clId="{5E599063-F5BB-49D4-A9DF-D59C17E5C422}" dt="2026-01-15T09:42:45.560" v="2488" actId="165"/>
          <ac:spMkLst>
            <pc:docMk/>
            <pc:sldMk cId="1529473104" sldId="401"/>
            <ac:spMk id="8" creationId="{477257E3-5100-E77D-FEF6-CFDDF9F18430}"/>
          </ac:spMkLst>
        </pc:spChg>
        <pc:spChg chg="mod topLvl">
          <ac:chgData name="Mayu Ninagawa (蜷川 真優 GE)" userId="15d22be4-2d84-414d-ac66-ca09a50eae87" providerId="ADAL" clId="{5E599063-F5BB-49D4-A9DF-D59C17E5C422}" dt="2026-01-15T09:42:45.560" v="2488" actId="165"/>
          <ac:spMkLst>
            <pc:docMk/>
            <pc:sldMk cId="1529473104" sldId="401"/>
            <ac:spMk id="9" creationId="{1CCBE161-C3E6-CE18-F6E2-CBE592A712A9}"/>
          </ac:spMkLst>
        </pc:spChg>
        <pc:spChg chg="mod topLvl">
          <ac:chgData name="Mayu Ninagawa (蜷川 真優 GE)" userId="15d22be4-2d84-414d-ac66-ca09a50eae87" providerId="ADAL" clId="{5E599063-F5BB-49D4-A9DF-D59C17E5C422}" dt="2026-01-15T09:42:45.560" v="2488" actId="165"/>
          <ac:spMkLst>
            <pc:docMk/>
            <pc:sldMk cId="1529473104" sldId="401"/>
            <ac:spMk id="11" creationId="{C6838AFC-69AA-38CB-EDC5-012218CBECCF}"/>
          </ac:spMkLst>
        </pc:spChg>
        <pc:spChg chg="mod topLvl">
          <ac:chgData name="Mayu Ninagawa (蜷川 真優 GE)" userId="15d22be4-2d84-414d-ac66-ca09a50eae87" providerId="ADAL" clId="{5E599063-F5BB-49D4-A9DF-D59C17E5C422}" dt="2026-01-15T09:42:45.560" v="2488" actId="165"/>
          <ac:spMkLst>
            <pc:docMk/>
            <pc:sldMk cId="1529473104" sldId="401"/>
            <ac:spMk id="12" creationId="{1F1CA21F-2A9E-3EBC-57A1-DE33EC840CF9}"/>
          </ac:spMkLst>
        </pc:spChg>
        <pc:spChg chg="mod topLvl">
          <ac:chgData name="Mayu Ninagawa (蜷川 真優 GE)" userId="15d22be4-2d84-414d-ac66-ca09a50eae87" providerId="ADAL" clId="{5E599063-F5BB-49D4-A9DF-D59C17E5C422}" dt="2026-01-15T09:42:45.560" v="2488" actId="165"/>
          <ac:spMkLst>
            <pc:docMk/>
            <pc:sldMk cId="1529473104" sldId="401"/>
            <ac:spMk id="13" creationId="{5821AF30-24D1-5AF6-749A-520FED2FAB87}"/>
          </ac:spMkLst>
        </pc:spChg>
        <pc:spChg chg="mod topLvl">
          <ac:chgData name="Mayu Ninagawa (蜷川 真優 GE)" userId="15d22be4-2d84-414d-ac66-ca09a50eae87" providerId="ADAL" clId="{5E599063-F5BB-49D4-A9DF-D59C17E5C422}" dt="2026-01-15T09:42:45.560" v="2488" actId="165"/>
          <ac:spMkLst>
            <pc:docMk/>
            <pc:sldMk cId="1529473104" sldId="401"/>
            <ac:spMk id="14" creationId="{AB799512-DF39-2AAD-AAE5-1DA0C570473B}"/>
          </ac:spMkLst>
        </pc:spChg>
        <pc:spChg chg="mod topLvl">
          <ac:chgData name="Mayu Ninagawa (蜷川 真優 GE)" userId="15d22be4-2d84-414d-ac66-ca09a50eae87" providerId="ADAL" clId="{5E599063-F5BB-49D4-A9DF-D59C17E5C422}" dt="2026-01-15T09:43:11.957" v="2489" actId="13822"/>
          <ac:spMkLst>
            <pc:docMk/>
            <pc:sldMk cId="1529473104" sldId="401"/>
            <ac:spMk id="15" creationId="{D99179A4-4F16-15A1-CDCC-85AFB2A48BFC}"/>
          </ac:spMkLst>
        </pc:spChg>
        <pc:spChg chg="mod topLvl">
          <ac:chgData name="Mayu Ninagawa (蜷川 真優 GE)" userId="15d22be4-2d84-414d-ac66-ca09a50eae87" providerId="ADAL" clId="{5E599063-F5BB-49D4-A9DF-D59C17E5C422}" dt="2026-01-15T09:43:11.957" v="2489" actId="13822"/>
          <ac:spMkLst>
            <pc:docMk/>
            <pc:sldMk cId="1529473104" sldId="401"/>
            <ac:spMk id="16" creationId="{129E7B6A-5FE4-395E-9122-A53AC9EDE0C7}"/>
          </ac:spMkLst>
        </pc:spChg>
        <pc:spChg chg="mod topLvl">
          <ac:chgData name="Mayu Ninagawa (蜷川 真優 GE)" userId="15d22be4-2d84-414d-ac66-ca09a50eae87" providerId="ADAL" clId="{5E599063-F5BB-49D4-A9DF-D59C17E5C422}" dt="2026-01-15T09:43:11.957" v="2489" actId="13822"/>
          <ac:spMkLst>
            <pc:docMk/>
            <pc:sldMk cId="1529473104" sldId="401"/>
            <ac:spMk id="17" creationId="{6C121920-F169-5D98-E54C-86381146000E}"/>
          </ac:spMkLst>
        </pc:spChg>
        <pc:spChg chg="mod topLvl">
          <ac:chgData name="Mayu Ninagawa (蜷川 真優 GE)" userId="15d22be4-2d84-414d-ac66-ca09a50eae87" providerId="ADAL" clId="{5E599063-F5BB-49D4-A9DF-D59C17E5C422}" dt="2026-01-15T09:43:11.957" v="2489" actId="13822"/>
          <ac:spMkLst>
            <pc:docMk/>
            <pc:sldMk cId="1529473104" sldId="401"/>
            <ac:spMk id="18" creationId="{7BD7C3BC-8D6F-19D6-77C5-75846C8D38DF}"/>
          </ac:spMkLst>
        </pc:spChg>
        <pc:spChg chg="mod topLvl">
          <ac:chgData name="Mayu Ninagawa (蜷川 真優 GE)" userId="15d22be4-2d84-414d-ac66-ca09a50eae87" providerId="ADAL" clId="{5E599063-F5BB-49D4-A9DF-D59C17E5C422}" dt="2026-01-15T09:43:11.957" v="2489" actId="13822"/>
          <ac:spMkLst>
            <pc:docMk/>
            <pc:sldMk cId="1529473104" sldId="401"/>
            <ac:spMk id="19" creationId="{B5E1C1BA-D77B-BEC3-95F5-184E6CFF53AB}"/>
          </ac:spMkLst>
        </pc:spChg>
        <pc:spChg chg="mod topLvl">
          <ac:chgData name="Mayu Ninagawa (蜷川 真優 GE)" userId="15d22be4-2d84-414d-ac66-ca09a50eae87" providerId="ADAL" clId="{5E599063-F5BB-49D4-A9DF-D59C17E5C422}" dt="2026-01-15T09:43:11.957" v="2489" actId="13822"/>
          <ac:spMkLst>
            <pc:docMk/>
            <pc:sldMk cId="1529473104" sldId="401"/>
            <ac:spMk id="20" creationId="{A328A3D4-A52D-ACBE-8708-A0F124B7AA67}"/>
          </ac:spMkLst>
        </pc:spChg>
        <pc:spChg chg="mod topLvl">
          <ac:chgData name="Mayu Ninagawa (蜷川 真優 GE)" userId="15d22be4-2d84-414d-ac66-ca09a50eae87" providerId="ADAL" clId="{5E599063-F5BB-49D4-A9DF-D59C17E5C422}" dt="2026-01-15T09:42:45.560" v="2488" actId="165"/>
          <ac:spMkLst>
            <pc:docMk/>
            <pc:sldMk cId="1529473104" sldId="401"/>
            <ac:spMk id="21" creationId="{E8208C85-D191-9A9A-B5EA-61EF4125EA9F}"/>
          </ac:spMkLst>
        </pc:spChg>
        <pc:spChg chg="mod topLvl">
          <ac:chgData name="Mayu Ninagawa (蜷川 真優 GE)" userId="15d22be4-2d84-414d-ac66-ca09a50eae87" providerId="ADAL" clId="{5E599063-F5BB-49D4-A9DF-D59C17E5C422}" dt="2026-01-15T09:43:11.957" v="2489" actId="13822"/>
          <ac:spMkLst>
            <pc:docMk/>
            <pc:sldMk cId="1529473104" sldId="401"/>
            <ac:spMk id="22" creationId="{F657A2F9-7336-610F-95F4-1178360268CD}"/>
          </ac:spMkLst>
        </pc:spChg>
        <pc:spChg chg="mod topLvl">
          <ac:chgData name="Mayu Ninagawa (蜷川 真優 GE)" userId="15d22be4-2d84-414d-ac66-ca09a50eae87" providerId="ADAL" clId="{5E599063-F5BB-49D4-A9DF-D59C17E5C422}" dt="2026-01-15T09:43:11.957" v="2489" actId="13822"/>
          <ac:spMkLst>
            <pc:docMk/>
            <pc:sldMk cId="1529473104" sldId="401"/>
            <ac:spMk id="23" creationId="{61158104-B2C2-948D-3900-95E3C7AD56C1}"/>
          </ac:spMkLst>
        </pc:spChg>
        <pc:spChg chg="mod topLvl">
          <ac:chgData name="Mayu Ninagawa (蜷川 真優 GE)" userId="15d22be4-2d84-414d-ac66-ca09a50eae87" providerId="ADAL" clId="{5E599063-F5BB-49D4-A9DF-D59C17E5C422}" dt="2026-01-15T09:43:11.957" v="2489" actId="13822"/>
          <ac:spMkLst>
            <pc:docMk/>
            <pc:sldMk cId="1529473104" sldId="401"/>
            <ac:spMk id="24" creationId="{102244C4-1118-920E-9C9E-4C42C80B8A43}"/>
          </ac:spMkLst>
        </pc:spChg>
        <pc:spChg chg="mod topLvl">
          <ac:chgData name="Mayu Ninagawa (蜷川 真優 GE)" userId="15d22be4-2d84-414d-ac66-ca09a50eae87" providerId="ADAL" clId="{5E599063-F5BB-49D4-A9DF-D59C17E5C422}" dt="2026-01-15T09:43:11.957" v="2489" actId="13822"/>
          <ac:spMkLst>
            <pc:docMk/>
            <pc:sldMk cId="1529473104" sldId="401"/>
            <ac:spMk id="25" creationId="{F27FA771-E5F7-C4A0-6C21-3F1980556B41}"/>
          </ac:spMkLst>
        </pc:spChg>
        <pc:spChg chg="mod topLvl">
          <ac:chgData name="Mayu Ninagawa (蜷川 真優 GE)" userId="15d22be4-2d84-414d-ac66-ca09a50eae87" providerId="ADAL" clId="{5E599063-F5BB-49D4-A9DF-D59C17E5C422}" dt="2026-01-15T09:43:11.957" v="2489" actId="13822"/>
          <ac:spMkLst>
            <pc:docMk/>
            <pc:sldMk cId="1529473104" sldId="401"/>
            <ac:spMk id="26" creationId="{87ED037B-5A14-7C82-FD5E-9501658B4C10}"/>
          </ac:spMkLst>
        </pc:spChg>
        <pc:spChg chg="mod topLvl">
          <ac:chgData name="Mayu Ninagawa (蜷川 真優 GE)" userId="15d22be4-2d84-414d-ac66-ca09a50eae87" providerId="ADAL" clId="{5E599063-F5BB-49D4-A9DF-D59C17E5C422}" dt="2026-01-15T09:43:11.957" v="2489" actId="13822"/>
          <ac:spMkLst>
            <pc:docMk/>
            <pc:sldMk cId="1529473104" sldId="401"/>
            <ac:spMk id="27" creationId="{76E09DC5-84D0-D32F-ED09-915F1614D13F}"/>
          </ac:spMkLst>
        </pc:spChg>
        <pc:spChg chg="mod topLvl">
          <ac:chgData name="Mayu Ninagawa (蜷川 真優 GE)" userId="15d22be4-2d84-414d-ac66-ca09a50eae87" providerId="ADAL" clId="{5E599063-F5BB-49D4-A9DF-D59C17E5C422}" dt="2026-01-15T09:43:11.957" v="2489" actId="13822"/>
          <ac:spMkLst>
            <pc:docMk/>
            <pc:sldMk cId="1529473104" sldId="401"/>
            <ac:spMk id="28" creationId="{B68F410D-0AF8-BF3B-65DD-F038FD42C0A8}"/>
          </ac:spMkLst>
        </pc:spChg>
        <pc:spChg chg="mod topLvl">
          <ac:chgData name="Mayu Ninagawa (蜷川 真優 GE)" userId="15d22be4-2d84-414d-ac66-ca09a50eae87" providerId="ADAL" clId="{5E599063-F5BB-49D4-A9DF-D59C17E5C422}" dt="2026-01-15T09:43:11.957" v="2489" actId="13822"/>
          <ac:spMkLst>
            <pc:docMk/>
            <pc:sldMk cId="1529473104" sldId="401"/>
            <ac:spMk id="29" creationId="{F945EB98-27A3-038A-DA3E-2212BC8162F1}"/>
          </ac:spMkLst>
        </pc:spChg>
        <pc:spChg chg="mod topLvl">
          <ac:chgData name="Mayu Ninagawa (蜷川 真優 GE)" userId="15d22be4-2d84-414d-ac66-ca09a50eae87" providerId="ADAL" clId="{5E599063-F5BB-49D4-A9DF-D59C17E5C422}" dt="2026-01-15T09:43:11.957" v="2489" actId="13822"/>
          <ac:spMkLst>
            <pc:docMk/>
            <pc:sldMk cId="1529473104" sldId="401"/>
            <ac:spMk id="30" creationId="{D6E2BD8E-82FF-279B-B95A-32672BA18BAA}"/>
          </ac:spMkLst>
        </pc:spChg>
        <pc:spChg chg="mod topLvl">
          <ac:chgData name="Mayu Ninagawa (蜷川 真優 GE)" userId="15d22be4-2d84-414d-ac66-ca09a50eae87" providerId="ADAL" clId="{5E599063-F5BB-49D4-A9DF-D59C17E5C422}" dt="2026-01-15T09:43:11.957" v="2489" actId="13822"/>
          <ac:spMkLst>
            <pc:docMk/>
            <pc:sldMk cId="1529473104" sldId="401"/>
            <ac:spMk id="31" creationId="{02969DCA-93AF-1244-9C88-C86F66A98AF9}"/>
          </ac:spMkLst>
        </pc:spChg>
        <pc:spChg chg="mod topLvl">
          <ac:chgData name="Mayu Ninagawa (蜷川 真優 GE)" userId="15d22be4-2d84-414d-ac66-ca09a50eae87" providerId="ADAL" clId="{5E599063-F5BB-49D4-A9DF-D59C17E5C422}" dt="2026-01-15T09:43:11.957" v="2489" actId="13822"/>
          <ac:spMkLst>
            <pc:docMk/>
            <pc:sldMk cId="1529473104" sldId="401"/>
            <ac:spMk id="32" creationId="{2C9685DD-D1E6-A144-2508-228B10EC50E1}"/>
          </ac:spMkLst>
        </pc:spChg>
        <pc:spChg chg="mod topLvl">
          <ac:chgData name="Mayu Ninagawa (蜷川 真優 GE)" userId="15d22be4-2d84-414d-ac66-ca09a50eae87" providerId="ADAL" clId="{5E599063-F5BB-49D4-A9DF-D59C17E5C422}" dt="2026-01-15T09:43:11.957" v="2489" actId="13822"/>
          <ac:spMkLst>
            <pc:docMk/>
            <pc:sldMk cId="1529473104" sldId="401"/>
            <ac:spMk id="33" creationId="{12F2C14F-40E7-7EF5-DD22-13C3B5331759}"/>
          </ac:spMkLst>
        </pc:spChg>
        <pc:spChg chg="mod topLvl">
          <ac:chgData name="Mayu Ninagawa (蜷川 真優 GE)" userId="15d22be4-2d84-414d-ac66-ca09a50eae87" providerId="ADAL" clId="{5E599063-F5BB-49D4-A9DF-D59C17E5C422}" dt="2026-01-15T09:43:11.957" v="2489" actId="13822"/>
          <ac:spMkLst>
            <pc:docMk/>
            <pc:sldMk cId="1529473104" sldId="401"/>
            <ac:spMk id="34" creationId="{7C37F828-BD8D-533A-7850-442B61BE371B}"/>
          </ac:spMkLst>
        </pc:spChg>
        <pc:spChg chg="mod topLvl">
          <ac:chgData name="Mayu Ninagawa (蜷川 真優 GE)" userId="15d22be4-2d84-414d-ac66-ca09a50eae87" providerId="ADAL" clId="{5E599063-F5BB-49D4-A9DF-D59C17E5C422}" dt="2026-01-15T09:43:11.957" v="2489" actId="13822"/>
          <ac:spMkLst>
            <pc:docMk/>
            <pc:sldMk cId="1529473104" sldId="401"/>
            <ac:spMk id="35" creationId="{D6B8085A-BA7A-8FC2-A755-00F0E25F15B7}"/>
          </ac:spMkLst>
        </pc:spChg>
        <pc:spChg chg="mod topLvl">
          <ac:chgData name="Mayu Ninagawa (蜷川 真優 GE)" userId="15d22be4-2d84-414d-ac66-ca09a50eae87" providerId="ADAL" clId="{5E599063-F5BB-49D4-A9DF-D59C17E5C422}" dt="2026-01-15T09:43:11.957" v="2489" actId="13822"/>
          <ac:spMkLst>
            <pc:docMk/>
            <pc:sldMk cId="1529473104" sldId="401"/>
            <ac:spMk id="36" creationId="{B0408DC8-10B3-9511-1B99-6D27F723AFC9}"/>
          </ac:spMkLst>
        </pc:spChg>
        <pc:spChg chg="mod topLvl">
          <ac:chgData name="Mayu Ninagawa (蜷川 真優 GE)" userId="15d22be4-2d84-414d-ac66-ca09a50eae87" providerId="ADAL" clId="{5E599063-F5BB-49D4-A9DF-D59C17E5C422}" dt="2026-01-15T09:43:11.957" v="2489" actId="13822"/>
          <ac:spMkLst>
            <pc:docMk/>
            <pc:sldMk cId="1529473104" sldId="401"/>
            <ac:spMk id="37" creationId="{47D1FD3F-C0D1-6E3A-0370-81627AC80F8A}"/>
          </ac:spMkLst>
        </pc:spChg>
        <pc:spChg chg="mod topLvl">
          <ac:chgData name="Mayu Ninagawa (蜷川 真優 GE)" userId="15d22be4-2d84-414d-ac66-ca09a50eae87" providerId="ADAL" clId="{5E599063-F5BB-49D4-A9DF-D59C17E5C422}" dt="2026-01-15T09:43:11.957" v="2489" actId="13822"/>
          <ac:spMkLst>
            <pc:docMk/>
            <pc:sldMk cId="1529473104" sldId="401"/>
            <ac:spMk id="38" creationId="{15AF07FD-0706-32F0-8A0B-2B13E05F59A1}"/>
          </ac:spMkLst>
        </pc:spChg>
        <pc:spChg chg="mod topLvl">
          <ac:chgData name="Mayu Ninagawa (蜷川 真優 GE)" userId="15d22be4-2d84-414d-ac66-ca09a50eae87" providerId="ADAL" clId="{5E599063-F5BB-49D4-A9DF-D59C17E5C422}" dt="2026-01-15T09:43:11.957" v="2489" actId="13822"/>
          <ac:spMkLst>
            <pc:docMk/>
            <pc:sldMk cId="1529473104" sldId="401"/>
            <ac:spMk id="39" creationId="{7AA96A15-6D23-91E1-6083-F74674ABA6E3}"/>
          </ac:spMkLst>
        </pc:spChg>
        <pc:spChg chg="mod topLvl">
          <ac:chgData name="Mayu Ninagawa (蜷川 真優 GE)" userId="15d22be4-2d84-414d-ac66-ca09a50eae87" providerId="ADAL" clId="{5E599063-F5BB-49D4-A9DF-D59C17E5C422}" dt="2026-01-15T09:43:11.957" v="2489" actId="13822"/>
          <ac:spMkLst>
            <pc:docMk/>
            <pc:sldMk cId="1529473104" sldId="401"/>
            <ac:spMk id="40" creationId="{2B3D6E21-7020-631E-6605-0F7F58A968F1}"/>
          </ac:spMkLst>
        </pc:spChg>
        <pc:spChg chg="mod topLvl">
          <ac:chgData name="Mayu Ninagawa (蜷川 真優 GE)" userId="15d22be4-2d84-414d-ac66-ca09a50eae87" providerId="ADAL" clId="{5E599063-F5BB-49D4-A9DF-D59C17E5C422}" dt="2026-01-15T09:43:11.957" v="2489" actId="13822"/>
          <ac:spMkLst>
            <pc:docMk/>
            <pc:sldMk cId="1529473104" sldId="401"/>
            <ac:spMk id="41" creationId="{55F95E44-8A29-4332-F0AA-7B58F0EEED9A}"/>
          </ac:spMkLst>
        </pc:spChg>
        <pc:spChg chg="mod topLvl">
          <ac:chgData name="Mayu Ninagawa (蜷川 真優 GE)" userId="15d22be4-2d84-414d-ac66-ca09a50eae87" providerId="ADAL" clId="{5E599063-F5BB-49D4-A9DF-D59C17E5C422}" dt="2026-01-15T09:43:11.957" v="2489" actId="13822"/>
          <ac:spMkLst>
            <pc:docMk/>
            <pc:sldMk cId="1529473104" sldId="401"/>
            <ac:spMk id="42" creationId="{1006AF7C-2A75-9BD6-C90C-67116C1FBCB3}"/>
          </ac:spMkLst>
        </pc:spChg>
        <pc:spChg chg="mod topLvl">
          <ac:chgData name="Mayu Ninagawa (蜷川 真優 GE)" userId="15d22be4-2d84-414d-ac66-ca09a50eae87" providerId="ADAL" clId="{5E599063-F5BB-49D4-A9DF-D59C17E5C422}" dt="2026-01-15T09:43:11.957" v="2489" actId="13822"/>
          <ac:spMkLst>
            <pc:docMk/>
            <pc:sldMk cId="1529473104" sldId="401"/>
            <ac:spMk id="43" creationId="{0D37B34B-44B1-F94C-CF8E-F18FFEAFDE4A}"/>
          </ac:spMkLst>
        </pc:spChg>
        <pc:spChg chg="mod topLvl">
          <ac:chgData name="Mayu Ninagawa (蜷川 真優 GE)" userId="15d22be4-2d84-414d-ac66-ca09a50eae87" providerId="ADAL" clId="{5E599063-F5BB-49D4-A9DF-D59C17E5C422}" dt="2026-01-15T09:43:11.957" v="2489" actId="13822"/>
          <ac:spMkLst>
            <pc:docMk/>
            <pc:sldMk cId="1529473104" sldId="401"/>
            <ac:spMk id="44" creationId="{BC208A83-1ED7-6227-C8E9-DB0E1683F2A8}"/>
          </ac:spMkLst>
        </pc:spChg>
        <pc:spChg chg="mod topLvl">
          <ac:chgData name="Mayu Ninagawa (蜷川 真優 GE)" userId="15d22be4-2d84-414d-ac66-ca09a50eae87" providerId="ADAL" clId="{5E599063-F5BB-49D4-A9DF-D59C17E5C422}" dt="2026-01-15T09:43:11.957" v="2489" actId="13822"/>
          <ac:spMkLst>
            <pc:docMk/>
            <pc:sldMk cId="1529473104" sldId="401"/>
            <ac:spMk id="45" creationId="{71FDA205-05EB-2CA5-D6C0-97126BA7C452}"/>
          </ac:spMkLst>
        </pc:spChg>
        <pc:spChg chg="mod topLvl">
          <ac:chgData name="Mayu Ninagawa (蜷川 真優 GE)" userId="15d22be4-2d84-414d-ac66-ca09a50eae87" providerId="ADAL" clId="{5E599063-F5BB-49D4-A9DF-D59C17E5C422}" dt="2026-01-15T09:43:11.957" v="2489" actId="13822"/>
          <ac:spMkLst>
            <pc:docMk/>
            <pc:sldMk cId="1529473104" sldId="401"/>
            <ac:spMk id="46" creationId="{1CF40FA3-0569-6329-F472-F65257B3C2CD}"/>
          </ac:spMkLst>
        </pc:spChg>
        <pc:spChg chg="mod topLvl">
          <ac:chgData name="Mayu Ninagawa (蜷川 真優 GE)" userId="15d22be4-2d84-414d-ac66-ca09a50eae87" providerId="ADAL" clId="{5E599063-F5BB-49D4-A9DF-D59C17E5C422}" dt="2026-01-15T09:43:11.957" v="2489" actId="13822"/>
          <ac:spMkLst>
            <pc:docMk/>
            <pc:sldMk cId="1529473104" sldId="401"/>
            <ac:spMk id="47" creationId="{085619CB-D160-8B0C-6AF2-F92C36903AA1}"/>
          </ac:spMkLst>
        </pc:spChg>
        <pc:spChg chg="mod topLvl">
          <ac:chgData name="Mayu Ninagawa (蜷川 真優 GE)" userId="15d22be4-2d84-414d-ac66-ca09a50eae87" providerId="ADAL" clId="{5E599063-F5BB-49D4-A9DF-D59C17E5C422}" dt="2026-01-15T09:43:11.957" v="2489" actId="13822"/>
          <ac:spMkLst>
            <pc:docMk/>
            <pc:sldMk cId="1529473104" sldId="401"/>
            <ac:spMk id="48" creationId="{110DBFD3-A364-96EB-BCF6-6B334AF896EB}"/>
          </ac:spMkLst>
        </pc:spChg>
        <pc:spChg chg="mod topLvl">
          <ac:chgData name="Mayu Ninagawa (蜷川 真優 GE)" userId="15d22be4-2d84-414d-ac66-ca09a50eae87" providerId="ADAL" clId="{5E599063-F5BB-49D4-A9DF-D59C17E5C422}" dt="2026-01-15T09:43:11.957" v="2489" actId="13822"/>
          <ac:spMkLst>
            <pc:docMk/>
            <pc:sldMk cId="1529473104" sldId="401"/>
            <ac:spMk id="49" creationId="{91C62F7D-4E31-36EB-0D9F-0147F14DB72A}"/>
          </ac:spMkLst>
        </pc:spChg>
        <pc:spChg chg="mod topLvl">
          <ac:chgData name="Mayu Ninagawa (蜷川 真優 GE)" userId="15d22be4-2d84-414d-ac66-ca09a50eae87" providerId="ADAL" clId="{5E599063-F5BB-49D4-A9DF-D59C17E5C422}" dt="2026-01-15T09:43:11.957" v="2489" actId="13822"/>
          <ac:spMkLst>
            <pc:docMk/>
            <pc:sldMk cId="1529473104" sldId="401"/>
            <ac:spMk id="50" creationId="{C9792EEA-37C3-C150-7D70-4032861883E2}"/>
          </ac:spMkLst>
        </pc:spChg>
        <pc:spChg chg="mod topLvl">
          <ac:chgData name="Mayu Ninagawa (蜷川 真優 GE)" userId="15d22be4-2d84-414d-ac66-ca09a50eae87" providerId="ADAL" clId="{5E599063-F5BB-49D4-A9DF-D59C17E5C422}" dt="2026-01-15T09:43:11.957" v="2489" actId="13822"/>
          <ac:spMkLst>
            <pc:docMk/>
            <pc:sldMk cId="1529473104" sldId="401"/>
            <ac:spMk id="51" creationId="{68B27E9E-D156-0102-CA02-F78EF023A7EE}"/>
          </ac:spMkLst>
        </pc:spChg>
        <pc:spChg chg="mod topLvl">
          <ac:chgData name="Mayu Ninagawa (蜷川 真優 GE)" userId="15d22be4-2d84-414d-ac66-ca09a50eae87" providerId="ADAL" clId="{5E599063-F5BB-49D4-A9DF-D59C17E5C422}" dt="2026-01-15T09:43:11.957" v="2489" actId="13822"/>
          <ac:spMkLst>
            <pc:docMk/>
            <pc:sldMk cId="1529473104" sldId="401"/>
            <ac:spMk id="52" creationId="{B747F273-3DD1-9255-AB4E-C19054582F07}"/>
          </ac:spMkLst>
        </pc:spChg>
        <pc:spChg chg="mod topLvl">
          <ac:chgData name="Mayu Ninagawa (蜷川 真優 GE)" userId="15d22be4-2d84-414d-ac66-ca09a50eae87" providerId="ADAL" clId="{5E599063-F5BB-49D4-A9DF-D59C17E5C422}" dt="2026-01-15T09:43:11.957" v="2489" actId="13822"/>
          <ac:spMkLst>
            <pc:docMk/>
            <pc:sldMk cId="1529473104" sldId="401"/>
            <ac:spMk id="53" creationId="{E620F8F9-A68C-8D53-1738-F923A252A0F0}"/>
          </ac:spMkLst>
        </pc:spChg>
        <pc:grpChg chg="add del mod">
          <ac:chgData name="Mayu Ninagawa (蜷川 真優 GE)" userId="15d22be4-2d84-414d-ac66-ca09a50eae87" providerId="ADAL" clId="{5E599063-F5BB-49D4-A9DF-D59C17E5C422}" dt="2026-01-15T09:42:45.560" v="2488" actId="165"/>
          <ac:grpSpMkLst>
            <pc:docMk/>
            <pc:sldMk cId="1529473104" sldId="401"/>
            <ac:grpSpMk id="7" creationId="{859F0A93-1B50-77CE-03B3-C31DF41A5CA0}"/>
          </ac:grpSpMkLst>
        </pc:grpChg>
        <pc:graphicFrameChg chg="mod modGraphic">
          <ac:chgData name="Mayu Ninagawa (蜷川 真優 GE)" userId="15d22be4-2d84-414d-ac66-ca09a50eae87" providerId="ADAL" clId="{5E599063-F5BB-49D4-A9DF-D59C17E5C422}" dt="2026-01-15T10:28:57.103" v="2963" actId="207"/>
          <ac:graphicFrameMkLst>
            <pc:docMk/>
            <pc:sldMk cId="1529473104" sldId="401"/>
            <ac:graphicFrameMk id="6" creationId="{673AD947-B2E6-3947-C6A4-91A729A01C91}"/>
          </ac:graphicFrameMkLst>
        </pc:graphicFrameChg>
        <pc:graphicFrameChg chg="mod modGraphic">
          <ac:chgData name="Mayu Ninagawa (蜷川 真優 GE)" userId="15d22be4-2d84-414d-ac66-ca09a50eae87" providerId="ADAL" clId="{5E599063-F5BB-49D4-A9DF-D59C17E5C422}" dt="2026-01-15T10:29:04.207" v="2964" actId="207"/>
          <ac:graphicFrameMkLst>
            <pc:docMk/>
            <pc:sldMk cId="1529473104" sldId="401"/>
            <ac:graphicFrameMk id="10" creationId="{DD979A1D-917B-55D0-9C5D-859EBFE1EF95}"/>
          </ac:graphicFrameMkLst>
        </pc:graphicFrameChg>
        <pc:graphicFrameChg chg="add mod modGraphic">
          <ac:chgData name="Mayu Ninagawa (蜷川 真優 GE)" userId="15d22be4-2d84-414d-ac66-ca09a50eae87" providerId="ADAL" clId="{5E599063-F5BB-49D4-A9DF-D59C17E5C422}" dt="2026-01-15T10:29:07.824" v="2965" actId="207"/>
          <ac:graphicFrameMkLst>
            <pc:docMk/>
            <pc:sldMk cId="1529473104" sldId="401"/>
            <ac:graphicFrameMk id="54" creationId="{89861019-49B8-9154-548A-52D6D7E5B6AD}"/>
          </ac:graphicFrameMkLst>
        </pc:graphicFrameChg>
      </pc:sldChg>
      <pc:sldChg chg="addSp delSp modSp del mod modShow">
        <pc:chgData name="Mayu Ninagawa (蜷川 真優 GE)" userId="15d22be4-2d84-414d-ac66-ca09a50eae87" providerId="ADAL" clId="{5E599063-F5BB-49D4-A9DF-D59C17E5C422}" dt="2026-01-15T09:54:21.076" v="2566" actId="47"/>
        <pc:sldMkLst>
          <pc:docMk/>
          <pc:sldMk cId="2202196463" sldId="402"/>
        </pc:sldMkLst>
        <pc:spChg chg="mod">
          <ac:chgData name="Mayu Ninagawa (蜷川 真優 GE)" userId="15d22be4-2d84-414d-ac66-ca09a50eae87" providerId="ADAL" clId="{5E599063-F5BB-49D4-A9DF-D59C17E5C422}" dt="2026-01-15T09:11:01.298" v="2030" actId="20577"/>
          <ac:spMkLst>
            <pc:docMk/>
            <pc:sldMk cId="2202196463" sldId="402"/>
            <ac:spMk id="3" creationId="{1A9890B5-4F1A-E8FE-73D4-6B22D984764B}"/>
          </ac:spMkLst>
        </pc:spChg>
        <pc:graphicFrameChg chg="del mod modGraphic">
          <ac:chgData name="Mayu Ninagawa (蜷川 真優 GE)" userId="15d22be4-2d84-414d-ac66-ca09a50eae87" providerId="ADAL" clId="{5E599063-F5BB-49D4-A9DF-D59C17E5C422}" dt="2026-01-15T09:54:14.418" v="2563" actId="21"/>
          <ac:graphicFrameMkLst>
            <pc:docMk/>
            <pc:sldMk cId="2202196463" sldId="402"/>
            <ac:graphicFrameMk id="6" creationId="{673AD947-B2E6-3947-C6A4-91A729A01C91}"/>
          </ac:graphicFrameMkLst>
        </pc:graphicFrameChg>
        <pc:graphicFrameChg chg="add del mod modGraphic">
          <ac:chgData name="Mayu Ninagawa (蜷川 真優 GE)" userId="15d22be4-2d84-414d-ac66-ca09a50eae87" providerId="ADAL" clId="{5E599063-F5BB-49D4-A9DF-D59C17E5C422}" dt="2026-01-15T08:59:55.506" v="1864" actId="21"/>
          <ac:graphicFrameMkLst>
            <pc:docMk/>
            <pc:sldMk cId="2202196463" sldId="402"/>
            <ac:graphicFrameMk id="7" creationId="{C89D83B0-C428-89D5-A820-AD644321D519}"/>
          </ac:graphicFrameMkLst>
        </pc:graphicFrameChg>
        <pc:picChg chg="add mod">
          <ac:chgData name="Mayu Ninagawa (蜷川 真優 GE)" userId="15d22be4-2d84-414d-ac66-ca09a50eae87" providerId="ADAL" clId="{5E599063-F5BB-49D4-A9DF-D59C17E5C422}" dt="2026-01-15T09:43:39.186" v="2492" actId="1076"/>
          <ac:picMkLst>
            <pc:docMk/>
            <pc:sldMk cId="2202196463" sldId="402"/>
            <ac:picMk id="8" creationId="{3A62ED8C-A77A-A853-1CD7-AF0B28F90AF4}"/>
          </ac:picMkLst>
        </pc:picChg>
      </pc:sldChg>
    </pc:docChg>
  </pc:docChgLst>
  <pc:docChgLst>
    <pc:chgData name="Mayu Ninagawa (蜷川 真優 GE)" userId="15d22be4-2d84-414d-ac66-ca09a50eae87" providerId="ADAL" clId="{2A43D1C7-C612-4547-BA11-3049DC01C97C}"/>
    <pc:docChg chg="undo redo custSel addSld delSld modSld sldOrd modSection">
      <pc:chgData name="Mayu Ninagawa (蜷川 真優 GE)" userId="15d22be4-2d84-414d-ac66-ca09a50eae87" providerId="ADAL" clId="{2A43D1C7-C612-4547-BA11-3049DC01C97C}" dt="2026-01-30T08:20:35.544" v="10173" actId="20577"/>
      <pc:docMkLst>
        <pc:docMk/>
      </pc:docMkLst>
      <pc:sldChg chg="modSp">
        <pc:chgData name="Mayu Ninagawa (蜷川 真優 GE)" userId="15d22be4-2d84-414d-ac66-ca09a50eae87" providerId="ADAL" clId="{2A43D1C7-C612-4547-BA11-3049DC01C97C}" dt="2026-01-30T06:33:10.070" v="9552"/>
        <pc:sldMkLst>
          <pc:docMk/>
          <pc:sldMk cId="2235026678" sldId="256"/>
        </pc:sldMkLst>
        <pc:spChg chg="mod">
          <ac:chgData name="Mayu Ninagawa (蜷川 真優 GE)" userId="15d22be4-2d84-414d-ac66-ca09a50eae87" providerId="ADAL" clId="{2A43D1C7-C612-4547-BA11-3049DC01C97C}" dt="2026-01-30T06:33:10.070" v="9552"/>
          <ac:spMkLst>
            <pc:docMk/>
            <pc:sldMk cId="2235026678" sldId="256"/>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2235026678" sldId="256"/>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927485226" sldId="259"/>
        </pc:sldMkLst>
        <pc:spChg chg="mod">
          <ac:chgData name="Mayu Ninagawa (蜷川 真優 GE)" userId="15d22be4-2d84-414d-ac66-ca09a50eae87" providerId="ADAL" clId="{2A43D1C7-C612-4547-BA11-3049DC01C97C}" dt="2026-01-30T06:33:10.070" v="9552"/>
          <ac:spMkLst>
            <pc:docMk/>
            <pc:sldMk cId="1927485226" sldId="259"/>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098216257" sldId="260"/>
        </pc:sldMkLst>
        <pc:spChg chg="mod">
          <ac:chgData name="Mayu Ninagawa (蜷川 真優 GE)" userId="15d22be4-2d84-414d-ac66-ca09a50eae87" providerId="ADAL" clId="{2A43D1C7-C612-4547-BA11-3049DC01C97C}" dt="2026-01-30T06:33:10.070" v="9552"/>
          <ac:spMkLst>
            <pc:docMk/>
            <pc:sldMk cId="1098216257" sldId="260"/>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1098216257" sldId="260"/>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3962101772" sldId="261"/>
        </pc:sldMkLst>
        <pc:spChg chg="mod">
          <ac:chgData name="Mayu Ninagawa (蜷川 真優 GE)" userId="15d22be4-2d84-414d-ac66-ca09a50eae87" providerId="ADAL" clId="{2A43D1C7-C612-4547-BA11-3049DC01C97C}" dt="2026-01-30T06:33:10.070" v="9552"/>
          <ac:spMkLst>
            <pc:docMk/>
            <pc:sldMk cId="3962101772" sldId="261"/>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3962101772" sldId="261"/>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3748939581" sldId="262"/>
        </pc:sldMkLst>
        <pc:spChg chg="mod">
          <ac:chgData name="Mayu Ninagawa (蜷川 真優 GE)" userId="15d22be4-2d84-414d-ac66-ca09a50eae87" providerId="ADAL" clId="{2A43D1C7-C612-4547-BA11-3049DC01C97C}" dt="2026-01-30T06:33:10.070" v="9552"/>
          <ac:spMkLst>
            <pc:docMk/>
            <pc:sldMk cId="3748939581" sldId="262"/>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2465533375" sldId="263"/>
        </pc:sldMkLst>
        <pc:spChg chg="mod">
          <ac:chgData name="Mayu Ninagawa (蜷川 真優 GE)" userId="15d22be4-2d84-414d-ac66-ca09a50eae87" providerId="ADAL" clId="{2A43D1C7-C612-4547-BA11-3049DC01C97C}" dt="2026-01-30T06:33:10.070" v="9552"/>
          <ac:spMkLst>
            <pc:docMk/>
            <pc:sldMk cId="2465533375" sldId="263"/>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262312971" sldId="265"/>
        </pc:sldMkLst>
        <pc:spChg chg="mod">
          <ac:chgData name="Mayu Ninagawa (蜷川 真優 GE)" userId="15d22be4-2d84-414d-ac66-ca09a50eae87" providerId="ADAL" clId="{2A43D1C7-C612-4547-BA11-3049DC01C97C}" dt="2026-01-30T06:33:10.070" v="9552"/>
          <ac:spMkLst>
            <pc:docMk/>
            <pc:sldMk cId="1262312971" sldId="265"/>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651741072" sldId="266"/>
        </pc:sldMkLst>
        <pc:spChg chg="mod">
          <ac:chgData name="Mayu Ninagawa (蜷川 真優 GE)" userId="15d22be4-2d84-414d-ac66-ca09a50eae87" providerId="ADAL" clId="{2A43D1C7-C612-4547-BA11-3049DC01C97C}" dt="2026-01-30T06:33:10.070" v="9552"/>
          <ac:spMkLst>
            <pc:docMk/>
            <pc:sldMk cId="1651741072" sldId="266"/>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1651741072" sldId="266"/>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29670004" sldId="268"/>
        </pc:sldMkLst>
        <pc:spChg chg="mod">
          <ac:chgData name="Mayu Ninagawa (蜷川 真優 GE)" userId="15d22be4-2d84-414d-ac66-ca09a50eae87" providerId="ADAL" clId="{2A43D1C7-C612-4547-BA11-3049DC01C97C}" dt="2026-01-30T06:33:10.070" v="9552"/>
          <ac:spMkLst>
            <pc:docMk/>
            <pc:sldMk cId="129670004" sldId="268"/>
            <ac:spMk id="3" creationId="{C57100E3-3A9C-CC74-4FA0-D0526643E333}"/>
          </ac:spMkLst>
        </pc:spChg>
        <pc:spChg chg="mod">
          <ac:chgData name="Mayu Ninagawa (蜷川 真優 GE)" userId="15d22be4-2d84-414d-ac66-ca09a50eae87" providerId="ADAL" clId="{2A43D1C7-C612-4547-BA11-3049DC01C97C}" dt="2026-01-30T06:33:10.070" v="9552"/>
          <ac:spMkLst>
            <pc:docMk/>
            <pc:sldMk cId="129670004" sldId="268"/>
            <ac:spMk id="7" creationId="{18B5851D-8D23-0F03-0A9D-8DC9D4CA0B34}"/>
          </ac:spMkLst>
        </pc:spChg>
      </pc:sldChg>
      <pc:sldChg chg="modSp">
        <pc:chgData name="Mayu Ninagawa (蜷川 真優 GE)" userId="15d22be4-2d84-414d-ac66-ca09a50eae87" providerId="ADAL" clId="{2A43D1C7-C612-4547-BA11-3049DC01C97C}" dt="2026-01-30T06:33:10.070" v="9552"/>
        <pc:sldMkLst>
          <pc:docMk/>
          <pc:sldMk cId="1415261508" sldId="269"/>
        </pc:sldMkLst>
        <pc:spChg chg="mod">
          <ac:chgData name="Mayu Ninagawa (蜷川 真優 GE)" userId="15d22be4-2d84-414d-ac66-ca09a50eae87" providerId="ADAL" clId="{2A43D1C7-C612-4547-BA11-3049DC01C97C}" dt="2026-01-30T06:33:10.070" v="9552"/>
          <ac:spMkLst>
            <pc:docMk/>
            <pc:sldMk cId="1415261508" sldId="269"/>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1415261508" sldId="269"/>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009894157" sldId="271"/>
        </pc:sldMkLst>
        <pc:spChg chg="mod">
          <ac:chgData name="Mayu Ninagawa (蜷川 真優 GE)" userId="15d22be4-2d84-414d-ac66-ca09a50eae87" providerId="ADAL" clId="{2A43D1C7-C612-4547-BA11-3049DC01C97C}" dt="2026-01-30T06:33:10.070" v="9552"/>
          <ac:spMkLst>
            <pc:docMk/>
            <pc:sldMk cId="1009894157" sldId="271"/>
            <ac:spMk id="5" creationId="{A27B86AB-8489-6484-C1E2-AC7ED537BFED}"/>
          </ac:spMkLst>
        </pc:spChg>
      </pc:sldChg>
      <pc:sldChg chg="modSp">
        <pc:chgData name="Mayu Ninagawa (蜷川 真優 GE)" userId="15d22be4-2d84-414d-ac66-ca09a50eae87" providerId="ADAL" clId="{2A43D1C7-C612-4547-BA11-3049DC01C97C}" dt="2026-01-30T06:33:10.070" v="9552"/>
        <pc:sldMkLst>
          <pc:docMk/>
          <pc:sldMk cId="45426592" sldId="272"/>
        </pc:sldMkLst>
        <pc:spChg chg="mod">
          <ac:chgData name="Mayu Ninagawa (蜷川 真優 GE)" userId="15d22be4-2d84-414d-ac66-ca09a50eae87" providerId="ADAL" clId="{2A43D1C7-C612-4547-BA11-3049DC01C97C}" dt="2026-01-30T06:33:10.070" v="9552"/>
          <ac:spMkLst>
            <pc:docMk/>
            <pc:sldMk cId="45426592" sldId="272"/>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45426592" sldId="272"/>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2490272334" sldId="275"/>
        </pc:sldMkLst>
        <pc:spChg chg="mod">
          <ac:chgData name="Mayu Ninagawa (蜷川 真優 GE)" userId="15d22be4-2d84-414d-ac66-ca09a50eae87" providerId="ADAL" clId="{2A43D1C7-C612-4547-BA11-3049DC01C97C}" dt="2026-01-30T06:33:10.070" v="9552"/>
          <ac:spMkLst>
            <pc:docMk/>
            <pc:sldMk cId="2490272334" sldId="275"/>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2490272334" sldId="275"/>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3489560846" sldId="276"/>
        </pc:sldMkLst>
        <pc:spChg chg="mod">
          <ac:chgData name="Mayu Ninagawa (蜷川 真優 GE)" userId="15d22be4-2d84-414d-ac66-ca09a50eae87" providerId="ADAL" clId="{2A43D1C7-C612-4547-BA11-3049DC01C97C}" dt="2026-01-30T06:33:10.070" v="9552"/>
          <ac:spMkLst>
            <pc:docMk/>
            <pc:sldMk cId="3489560846" sldId="276"/>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3489560846" sldId="276"/>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2056443912" sldId="277"/>
        </pc:sldMkLst>
        <pc:spChg chg="mod">
          <ac:chgData name="Mayu Ninagawa (蜷川 真優 GE)" userId="15d22be4-2d84-414d-ac66-ca09a50eae87" providerId="ADAL" clId="{2A43D1C7-C612-4547-BA11-3049DC01C97C}" dt="2026-01-30T06:33:10.070" v="9552"/>
          <ac:spMkLst>
            <pc:docMk/>
            <pc:sldMk cId="2056443912" sldId="277"/>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2056443912" sldId="277"/>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1034880233" sldId="278"/>
        </pc:sldMkLst>
        <pc:spChg chg="mod">
          <ac:chgData name="Mayu Ninagawa (蜷川 真優 GE)" userId="15d22be4-2d84-414d-ac66-ca09a50eae87" providerId="ADAL" clId="{2A43D1C7-C612-4547-BA11-3049DC01C97C}" dt="2026-01-30T06:33:10.070" v="9552"/>
          <ac:spMkLst>
            <pc:docMk/>
            <pc:sldMk cId="1034880233" sldId="278"/>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1034880233" sldId="278"/>
            <ac:spMk id="4" creationId="{4F28E2CA-1709-5690-3F63-443B9CA14882}"/>
          </ac:spMkLst>
        </pc:spChg>
      </pc:sldChg>
      <pc:sldChg chg="modSp">
        <pc:chgData name="Mayu Ninagawa (蜷川 真優 GE)" userId="15d22be4-2d84-414d-ac66-ca09a50eae87" providerId="ADAL" clId="{2A43D1C7-C612-4547-BA11-3049DC01C97C}" dt="2026-01-30T06:33:10.070" v="9552"/>
        <pc:sldMkLst>
          <pc:docMk/>
          <pc:sldMk cId="2450384602" sldId="279"/>
        </pc:sldMkLst>
        <pc:spChg chg="mod">
          <ac:chgData name="Mayu Ninagawa (蜷川 真優 GE)" userId="15d22be4-2d84-414d-ac66-ca09a50eae87" providerId="ADAL" clId="{2A43D1C7-C612-4547-BA11-3049DC01C97C}" dt="2026-01-30T06:33:10.070" v="9552"/>
          <ac:spMkLst>
            <pc:docMk/>
            <pc:sldMk cId="2450384602" sldId="279"/>
            <ac:spMk id="20" creationId="{BE925BFD-3C60-4145-EE80-ED48EFE3D38F}"/>
          </ac:spMkLst>
        </pc:spChg>
        <pc:spChg chg="mod">
          <ac:chgData name="Mayu Ninagawa (蜷川 真優 GE)" userId="15d22be4-2d84-414d-ac66-ca09a50eae87" providerId="ADAL" clId="{2A43D1C7-C612-4547-BA11-3049DC01C97C}" dt="2026-01-30T06:33:10.070" v="9552"/>
          <ac:spMkLst>
            <pc:docMk/>
            <pc:sldMk cId="2450384602" sldId="279"/>
            <ac:spMk id="21" creationId="{C3EC5F6F-6372-D324-7BF4-DA62C92FB784}"/>
          </ac:spMkLst>
        </pc:spChg>
        <pc:spChg chg="mod">
          <ac:chgData name="Mayu Ninagawa (蜷川 真優 GE)" userId="15d22be4-2d84-414d-ac66-ca09a50eae87" providerId="ADAL" clId="{2A43D1C7-C612-4547-BA11-3049DC01C97C}" dt="2026-01-30T06:33:10.070" v="9552"/>
          <ac:spMkLst>
            <pc:docMk/>
            <pc:sldMk cId="2450384602" sldId="279"/>
            <ac:spMk id="27" creationId="{18FDF9E5-BDAE-1491-6659-F5536CF20624}"/>
          </ac:spMkLst>
        </pc:spChg>
        <pc:spChg chg="mod">
          <ac:chgData name="Mayu Ninagawa (蜷川 真優 GE)" userId="15d22be4-2d84-414d-ac66-ca09a50eae87" providerId="ADAL" clId="{2A43D1C7-C612-4547-BA11-3049DC01C97C}" dt="2026-01-30T06:33:10.070" v="9552"/>
          <ac:spMkLst>
            <pc:docMk/>
            <pc:sldMk cId="2450384602" sldId="279"/>
            <ac:spMk id="29" creationId="{9F3366E7-5795-8081-0F31-5DC9708087AC}"/>
          </ac:spMkLst>
        </pc:spChg>
      </pc:sldChg>
      <pc:sldChg chg="modSp">
        <pc:chgData name="Mayu Ninagawa (蜷川 真優 GE)" userId="15d22be4-2d84-414d-ac66-ca09a50eae87" providerId="ADAL" clId="{2A43D1C7-C612-4547-BA11-3049DC01C97C}" dt="2026-01-30T06:33:10.070" v="9552"/>
        <pc:sldMkLst>
          <pc:docMk/>
          <pc:sldMk cId="1383138598" sldId="281"/>
        </pc:sldMkLst>
        <pc:spChg chg="mod">
          <ac:chgData name="Mayu Ninagawa (蜷川 真優 GE)" userId="15d22be4-2d84-414d-ac66-ca09a50eae87" providerId="ADAL" clId="{2A43D1C7-C612-4547-BA11-3049DC01C97C}" dt="2026-01-30T06:33:10.070" v="9552"/>
          <ac:spMkLst>
            <pc:docMk/>
            <pc:sldMk cId="1383138598" sldId="281"/>
            <ac:spMk id="2" creationId="{2E3708BD-98C4-44FB-6491-65D21015DF69}"/>
          </ac:spMkLst>
        </pc:spChg>
        <pc:spChg chg="mod">
          <ac:chgData name="Mayu Ninagawa (蜷川 真優 GE)" userId="15d22be4-2d84-414d-ac66-ca09a50eae87" providerId="ADAL" clId="{2A43D1C7-C612-4547-BA11-3049DC01C97C}" dt="2026-01-30T06:33:10.070" v="9552"/>
          <ac:spMkLst>
            <pc:docMk/>
            <pc:sldMk cId="1383138598" sldId="281"/>
            <ac:spMk id="4" creationId="{4F28E2CA-1709-5690-3F63-443B9CA14882}"/>
          </ac:spMkLst>
        </pc:spChg>
      </pc:sldChg>
      <pc:sldChg chg="addSp delSp modSp mod">
        <pc:chgData name="Mayu Ninagawa (蜷川 真優 GE)" userId="15d22be4-2d84-414d-ac66-ca09a50eae87" providerId="ADAL" clId="{2A43D1C7-C612-4547-BA11-3049DC01C97C}" dt="2026-01-30T06:33:10.070" v="9552"/>
        <pc:sldMkLst>
          <pc:docMk/>
          <pc:sldMk cId="37530022" sldId="285"/>
        </pc:sldMkLst>
        <pc:spChg chg="add mod">
          <ac:chgData name="Mayu Ninagawa (蜷川 真優 GE)" userId="15d22be4-2d84-414d-ac66-ca09a50eae87" providerId="ADAL" clId="{2A43D1C7-C612-4547-BA11-3049DC01C97C}" dt="2026-01-29T03:20:48.953" v="5487"/>
          <ac:spMkLst>
            <pc:docMk/>
            <pc:sldMk cId="37530022" sldId="285"/>
            <ac:spMk id="5" creationId="{5F6B8651-B6B3-6547-A51E-AB23F10C171A}"/>
          </ac:spMkLst>
        </pc:spChg>
        <pc:spChg chg="add del">
          <ac:chgData name="Mayu Ninagawa (蜷川 真優 GE)" userId="15d22be4-2d84-414d-ac66-ca09a50eae87" providerId="ADAL" clId="{2A43D1C7-C612-4547-BA11-3049DC01C97C}" dt="2026-01-22T03:09:39.110" v="4232" actId="22"/>
          <ac:spMkLst>
            <pc:docMk/>
            <pc:sldMk cId="37530022" sldId="285"/>
            <ac:spMk id="7" creationId="{57182F26-21EA-2E22-C541-1AD21CCAF311}"/>
          </ac:spMkLst>
        </pc:spChg>
        <pc:spChg chg="mod">
          <ac:chgData name="Mayu Ninagawa (蜷川 真優 GE)" userId="15d22be4-2d84-414d-ac66-ca09a50eae87" providerId="ADAL" clId="{2A43D1C7-C612-4547-BA11-3049DC01C97C}" dt="2026-01-22T03:09:44.890" v="4237" actId="20577"/>
          <ac:spMkLst>
            <pc:docMk/>
            <pc:sldMk cId="37530022" sldId="285"/>
            <ac:spMk id="51" creationId="{DD5E4485-1988-C38F-780B-5D46DF0B7BAD}"/>
          </ac:spMkLst>
        </pc:spChg>
        <pc:spChg chg="del">
          <ac:chgData name="Mayu Ninagawa (蜷川 真優 GE)" userId="15d22be4-2d84-414d-ac66-ca09a50eae87" providerId="ADAL" clId="{2A43D1C7-C612-4547-BA11-3049DC01C97C}" dt="2026-01-22T03:09:23.993" v="4228" actId="478"/>
          <ac:spMkLst>
            <pc:docMk/>
            <pc:sldMk cId="37530022" sldId="285"/>
            <ac:spMk id="52" creationId="{A0CEAF6E-6FAD-59C2-2E5A-B32CC87F670D}"/>
          </ac:spMkLst>
        </pc:spChg>
        <pc:graphicFrameChg chg="mod">
          <ac:chgData name="Mayu Ninagawa (蜷川 真優 GE)" userId="15d22be4-2d84-414d-ac66-ca09a50eae87" providerId="ADAL" clId="{2A43D1C7-C612-4547-BA11-3049DC01C97C}" dt="2026-01-30T06:33:10.070" v="9552"/>
          <ac:graphicFrameMkLst>
            <pc:docMk/>
            <pc:sldMk cId="37530022" sldId="285"/>
            <ac:graphicFrameMk id="2" creationId="{55987AC2-056F-9C5A-5E0E-7FB4AAAEE811}"/>
          </ac:graphicFrameMkLst>
        </pc:graphicFrameChg>
        <pc:graphicFrameChg chg="mod">
          <ac:chgData name="Mayu Ninagawa (蜷川 真優 GE)" userId="15d22be4-2d84-414d-ac66-ca09a50eae87" providerId="ADAL" clId="{2A43D1C7-C612-4547-BA11-3049DC01C97C}" dt="2026-01-30T06:33:10.070" v="9552"/>
          <ac:graphicFrameMkLst>
            <pc:docMk/>
            <pc:sldMk cId="37530022" sldId="285"/>
            <ac:graphicFrameMk id="50" creationId="{E4943B89-54F6-032F-1F68-0FA4377BD74C}"/>
          </ac:graphicFrameMkLst>
        </pc:graphicFrameChg>
      </pc:sldChg>
      <pc:sldChg chg="modSp">
        <pc:chgData name="Mayu Ninagawa (蜷川 真優 GE)" userId="15d22be4-2d84-414d-ac66-ca09a50eae87" providerId="ADAL" clId="{2A43D1C7-C612-4547-BA11-3049DC01C97C}" dt="2026-01-29T03:21:01.776" v="5488"/>
        <pc:sldMkLst>
          <pc:docMk/>
          <pc:sldMk cId="3690118109" sldId="286"/>
        </pc:sldMkLst>
        <pc:spChg chg="mod">
          <ac:chgData name="Mayu Ninagawa (蜷川 真優 GE)" userId="15d22be4-2d84-414d-ac66-ca09a50eae87" providerId="ADAL" clId="{2A43D1C7-C612-4547-BA11-3049DC01C97C}" dt="2026-01-29T03:21:01.776" v="5488"/>
          <ac:spMkLst>
            <pc:docMk/>
            <pc:sldMk cId="3690118109" sldId="286"/>
            <ac:spMk id="6" creationId="{DF0298C5-7C87-8EDC-2671-7F2716D6CB60}"/>
          </ac:spMkLst>
        </pc:spChg>
      </pc:sldChg>
      <pc:sldChg chg="modSp">
        <pc:chgData name="Mayu Ninagawa (蜷川 真優 GE)" userId="15d22be4-2d84-414d-ac66-ca09a50eae87" providerId="ADAL" clId="{2A43D1C7-C612-4547-BA11-3049DC01C97C}" dt="2026-01-30T06:33:10.070" v="9552"/>
        <pc:sldMkLst>
          <pc:docMk/>
          <pc:sldMk cId="2283520066" sldId="287"/>
        </pc:sldMkLst>
        <pc:spChg chg="mod">
          <ac:chgData name="Mayu Ninagawa (蜷川 真優 GE)" userId="15d22be4-2d84-414d-ac66-ca09a50eae87" providerId="ADAL" clId="{2A43D1C7-C612-4547-BA11-3049DC01C97C}" dt="2026-01-30T06:33:10.070" v="9552"/>
          <ac:spMkLst>
            <pc:docMk/>
            <pc:sldMk cId="2283520066" sldId="287"/>
            <ac:spMk id="3" creationId="{C57100E3-3A9C-CC74-4FA0-D0526643E333}"/>
          </ac:spMkLst>
        </pc:spChg>
        <pc:spChg chg="mod">
          <ac:chgData name="Mayu Ninagawa (蜷川 真優 GE)" userId="15d22be4-2d84-414d-ac66-ca09a50eae87" providerId="ADAL" clId="{2A43D1C7-C612-4547-BA11-3049DC01C97C}" dt="2026-01-30T06:33:10.070" v="9552"/>
          <ac:spMkLst>
            <pc:docMk/>
            <pc:sldMk cId="2283520066" sldId="287"/>
            <ac:spMk id="4" creationId="{A55C62E1-4852-3314-7305-9571DAD90964}"/>
          </ac:spMkLst>
        </pc:spChg>
        <pc:spChg chg="mod">
          <ac:chgData name="Mayu Ninagawa (蜷川 真優 GE)" userId="15d22be4-2d84-414d-ac66-ca09a50eae87" providerId="ADAL" clId="{2A43D1C7-C612-4547-BA11-3049DC01C97C}" dt="2026-01-30T06:33:10.070" v="9552"/>
          <ac:spMkLst>
            <pc:docMk/>
            <pc:sldMk cId="2283520066" sldId="287"/>
            <ac:spMk id="7" creationId="{18B5851D-8D23-0F03-0A9D-8DC9D4CA0B34}"/>
          </ac:spMkLst>
        </pc:spChg>
      </pc:sldChg>
      <pc:sldChg chg="modSp">
        <pc:chgData name="Mayu Ninagawa (蜷川 真優 GE)" userId="15d22be4-2d84-414d-ac66-ca09a50eae87" providerId="ADAL" clId="{2A43D1C7-C612-4547-BA11-3049DC01C97C}" dt="2026-01-29T03:21:01.776" v="5488"/>
        <pc:sldMkLst>
          <pc:docMk/>
          <pc:sldMk cId="2144706422" sldId="288"/>
        </pc:sldMkLst>
        <pc:spChg chg="mod">
          <ac:chgData name="Mayu Ninagawa (蜷川 真優 GE)" userId="15d22be4-2d84-414d-ac66-ca09a50eae87" providerId="ADAL" clId="{2A43D1C7-C612-4547-BA11-3049DC01C97C}" dt="2026-01-29T03:21:01.776" v="5488"/>
          <ac:spMkLst>
            <pc:docMk/>
            <pc:sldMk cId="2144706422" sldId="288"/>
            <ac:spMk id="18" creationId="{E5BF5E3B-6B05-4A89-C709-44664F96CAFA}"/>
          </ac:spMkLst>
        </pc:spChg>
      </pc:sldChg>
      <pc:sldChg chg="modSp">
        <pc:chgData name="Mayu Ninagawa (蜷川 真優 GE)" userId="15d22be4-2d84-414d-ac66-ca09a50eae87" providerId="ADAL" clId="{2A43D1C7-C612-4547-BA11-3049DC01C97C}" dt="2026-01-30T06:33:10.070" v="9552"/>
        <pc:sldMkLst>
          <pc:docMk/>
          <pc:sldMk cId="800187806" sldId="290"/>
        </pc:sldMkLst>
        <pc:graphicFrameChg chg="mod">
          <ac:chgData name="Mayu Ninagawa (蜷川 真優 GE)" userId="15d22be4-2d84-414d-ac66-ca09a50eae87" providerId="ADAL" clId="{2A43D1C7-C612-4547-BA11-3049DC01C97C}" dt="2026-01-30T06:33:10.070" v="9552"/>
          <ac:graphicFrameMkLst>
            <pc:docMk/>
            <pc:sldMk cId="800187806" sldId="290"/>
            <ac:graphicFrameMk id="2" creationId="{EBCE823A-94C5-7BBD-9105-CB366DAAE3EA}"/>
          </ac:graphicFrameMkLst>
        </pc:graphicFrameChg>
      </pc:sldChg>
      <pc:sldChg chg="addSp delSp modSp mod">
        <pc:chgData name="Mayu Ninagawa (蜷川 真優 GE)" userId="15d22be4-2d84-414d-ac66-ca09a50eae87" providerId="ADAL" clId="{2A43D1C7-C612-4547-BA11-3049DC01C97C}" dt="2026-01-30T06:33:10.070" v="9552"/>
        <pc:sldMkLst>
          <pc:docMk/>
          <pc:sldMk cId="3045437763" sldId="292"/>
        </pc:sldMkLst>
        <pc:spChg chg="mod">
          <ac:chgData name="Mayu Ninagawa (蜷川 真優 GE)" userId="15d22be4-2d84-414d-ac66-ca09a50eae87" providerId="ADAL" clId="{2A43D1C7-C612-4547-BA11-3049DC01C97C}" dt="2026-01-22T03:10:54.902" v="4252" actId="1076"/>
          <ac:spMkLst>
            <pc:docMk/>
            <pc:sldMk cId="3045437763" sldId="292"/>
            <ac:spMk id="8" creationId="{63BF7610-23CC-BEE2-BAC9-43D5B0E45FC4}"/>
          </ac:spMkLst>
        </pc:spChg>
        <pc:spChg chg="del">
          <ac:chgData name="Mayu Ninagawa (蜷川 真優 GE)" userId="15d22be4-2d84-414d-ac66-ca09a50eae87" providerId="ADAL" clId="{2A43D1C7-C612-4547-BA11-3049DC01C97C}" dt="2026-01-22T03:10:32.412" v="4247" actId="478"/>
          <ac:spMkLst>
            <pc:docMk/>
            <pc:sldMk cId="3045437763" sldId="292"/>
            <ac:spMk id="10" creationId="{7523FEBC-BC73-6159-049E-3C9AA9206945}"/>
          </ac:spMkLst>
        </pc:spChg>
        <pc:spChg chg="mod">
          <ac:chgData name="Mayu Ninagawa (蜷川 真優 GE)" userId="15d22be4-2d84-414d-ac66-ca09a50eae87" providerId="ADAL" clId="{2A43D1C7-C612-4547-BA11-3049DC01C97C}" dt="2026-01-29T03:13:34.530" v="5166" actId="1076"/>
          <ac:spMkLst>
            <pc:docMk/>
            <pc:sldMk cId="3045437763" sldId="292"/>
            <ac:spMk id="15" creationId="{DD50BD91-5804-5853-515F-D01E1E8ACB23}"/>
          </ac:spMkLst>
        </pc:spChg>
        <pc:spChg chg="mod">
          <ac:chgData name="Mayu Ninagawa (蜷川 真優 GE)" userId="15d22be4-2d84-414d-ac66-ca09a50eae87" providerId="ADAL" clId="{2A43D1C7-C612-4547-BA11-3049DC01C97C}" dt="2026-01-22T03:10:54.902" v="4252" actId="1076"/>
          <ac:spMkLst>
            <pc:docMk/>
            <pc:sldMk cId="3045437763" sldId="292"/>
            <ac:spMk id="21" creationId="{0B574393-4898-AC0A-E15B-457835EDEDEC}"/>
          </ac:spMkLst>
        </pc:spChg>
        <pc:spChg chg="mod">
          <ac:chgData name="Mayu Ninagawa (蜷川 真優 GE)" userId="15d22be4-2d84-414d-ac66-ca09a50eae87" providerId="ADAL" clId="{2A43D1C7-C612-4547-BA11-3049DC01C97C}" dt="2026-01-30T06:33:10.070" v="9552"/>
          <ac:spMkLst>
            <pc:docMk/>
            <pc:sldMk cId="3045437763" sldId="292"/>
            <ac:spMk id="23" creationId="{AA11256D-8600-891D-C80B-35D1D5FD695C}"/>
          </ac:spMkLst>
        </pc:spChg>
        <pc:spChg chg="mod">
          <ac:chgData name="Mayu Ninagawa (蜷川 真優 GE)" userId="15d22be4-2d84-414d-ac66-ca09a50eae87" providerId="ADAL" clId="{2A43D1C7-C612-4547-BA11-3049DC01C97C}" dt="2026-01-22T03:10:54.902" v="4252" actId="1076"/>
          <ac:spMkLst>
            <pc:docMk/>
            <pc:sldMk cId="3045437763" sldId="292"/>
            <ac:spMk id="24" creationId="{01967542-E393-B57C-CD23-E6B7527E6CA7}"/>
          </ac:spMkLst>
        </pc:spChg>
        <pc:spChg chg="mod">
          <ac:chgData name="Mayu Ninagawa (蜷川 真優 GE)" userId="15d22be4-2d84-414d-ac66-ca09a50eae87" providerId="ADAL" clId="{2A43D1C7-C612-4547-BA11-3049DC01C97C}" dt="2026-01-22T03:10:44.760" v="4249" actId="1076"/>
          <ac:spMkLst>
            <pc:docMk/>
            <pc:sldMk cId="3045437763" sldId="292"/>
            <ac:spMk id="25" creationId="{1575E919-1F36-267B-B584-D940DB9AB6C4}"/>
          </ac:spMkLst>
        </pc:spChg>
        <pc:spChg chg="add mod">
          <ac:chgData name="Mayu Ninagawa (蜷川 真優 GE)" userId="15d22be4-2d84-414d-ac66-ca09a50eae87" providerId="ADAL" clId="{2A43D1C7-C612-4547-BA11-3049DC01C97C}" dt="2026-01-22T03:10:58.319" v="4253" actId="1076"/>
          <ac:spMkLst>
            <pc:docMk/>
            <pc:sldMk cId="3045437763" sldId="292"/>
            <ac:spMk id="27" creationId="{EED5EE15-FEAB-95E1-F70B-B3488AD2E4EE}"/>
          </ac:spMkLst>
        </pc:spChg>
        <pc:picChg chg="mod">
          <ac:chgData name="Mayu Ninagawa (蜷川 真優 GE)" userId="15d22be4-2d84-414d-ac66-ca09a50eae87" providerId="ADAL" clId="{2A43D1C7-C612-4547-BA11-3049DC01C97C}" dt="2026-01-22T03:10:54.902" v="4252" actId="1076"/>
          <ac:picMkLst>
            <pc:docMk/>
            <pc:sldMk cId="3045437763" sldId="292"/>
            <ac:picMk id="14" creationId="{F0FC1732-527B-E138-FC5A-54780E5A3586}"/>
          </ac:picMkLst>
        </pc:picChg>
      </pc:sldChg>
      <pc:sldChg chg="addSp delSp modSp mod">
        <pc:chgData name="Mayu Ninagawa (蜷川 真優 GE)" userId="15d22be4-2d84-414d-ac66-ca09a50eae87" providerId="ADAL" clId="{2A43D1C7-C612-4547-BA11-3049DC01C97C}" dt="2026-01-30T06:33:10.070" v="9552"/>
        <pc:sldMkLst>
          <pc:docMk/>
          <pc:sldMk cId="713162008" sldId="296"/>
        </pc:sldMkLst>
        <pc:spChg chg="del">
          <ac:chgData name="Mayu Ninagawa (蜷川 真優 GE)" userId="15d22be4-2d84-414d-ac66-ca09a50eae87" providerId="ADAL" clId="{2A43D1C7-C612-4547-BA11-3049DC01C97C}" dt="2026-01-22T03:09:53.761" v="4238" actId="478"/>
          <ac:spMkLst>
            <pc:docMk/>
            <pc:sldMk cId="713162008" sldId="296"/>
            <ac:spMk id="4" creationId="{1B245278-6761-06AC-4C36-C3273EA63FCF}"/>
          </ac:spMkLst>
        </pc:spChg>
        <pc:spChg chg="del">
          <ac:chgData name="Mayu Ninagawa (蜷川 真優 GE)" userId="15d22be4-2d84-414d-ac66-ca09a50eae87" providerId="ADAL" clId="{2A43D1C7-C612-4547-BA11-3049DC01C97C}" dt="2026-01-22T03:09:53.761" v="4238" actId="478"/>
          <ac:spMkLst>
            <pc:docMk/>
            <pc:sldMk cId="713162008" sldId="296"/>
            <ac:spMk id="5" creationId="{EC3971A5-50A1-64E6-F235-B2AC66B641A9}"/>
          </ac:spMkLst>
        </pc:spChg>
        <pc:spChg chg="add mod">
          <ac:chgData name="Mayu Ninagawa (蜷川 真優 GE)" userId="15d22be4-2d84-414d-ac66-ca09a50eae87" providerId="ADAL" clId="{2A43D1C7-C612-4547-BA11-3049DC01C97C}" dt="2026-01-22T03:09:53.911" v="4239"/>
          <ac:spMkLst>
            <pc:docMk/>
            <pc:sldMk cId="713162008" sldId="296"/>
            <ac:spMk id="7" creationId="{0AEF9146-5BFA-0066-B9AD-8ECC312BF894}"/>
          </ac:spMkLst>
        </pc:spChg>
        <pc:spChg chg="add mod">
          <ac:chgData name="Mayu Ninagawa (蜷川 真優 GE)" userId="15d22be4-2d84-414d-ac66-ca09a50eae87" providerId="ADAL" clId="{2A43D1C7-C612-4547-BA11-3049DC01C97C}" dt="2026-01-29T03:20:48.953" v="5487"/>
          <ac:spMkLst>
            <pc:docMk/>
            <pc:sldMk cId="713162008" sldId="296"/>
            <ac:spMk id="8" creationId="{E5E20BB4-9AB2-BD9E-0EE5-E99CAB80E0A3}"/>
          </ac:spMkLst>
        </pc:spChg>
        <pc:graphicFrameChg chg="mod">
          <ac:chgData name="Mayu Ninagawa (蜷川 真優 GE)" userId="15d22be4-2d84-414d-ac66-ca09a50eae87" providerId="ADAL" clId="{2A43D1C7-C612-4547-BA11-3049DC01C97C}" dt="2026-01-30T06:33:10.070" v="9552"/>
          <ac:graphicFrameMkLst>
            <pc:docMk/>
            <pc:sldMk cId="713162008" sldId="296"/>
            <ac:graphicFrameMk id="2" creationId="{55987AC2-056F-9C5A-5E0E-7FB4AAAEE811}"/>
          </ac:graphicFrameMkLst>
        </pc:graphicFrameChg>
        <pc:graphicFrameChg chg="mod">
          <ac:chgData name="Mayu Ninagawa (蜷川 真優 GE)" userId="15d22be4-2d84-414d-ac66-ca09a50eae87" providerId="ADAL" clId="{2A43D1C7-C612-4547-BA11-3049DC01C97C}" dt="2026-01-30T06:33:10.070" v="9552"/>
          <ac:graphicFrameMkLst>
            <pc:docMk/>
            <pc:sldMk cId="713162008" sldId="296"/>
            <ac:graphicFrameMk id="54" creationId="{DC522B19-6EC1-3CA2-2D37-A3B46574336B}"/>
          </ac:graphicFrameMkLst>
        </pc:graphicFrameChg>
      </pc:sldChg>
      <pc:sldChg chg="addSp delSp modSp mod">
        <pc:chgData name="Mayu Ninagawa (蜷川 真優 GE)" userId="15d22be4-2d84-414d-ac66-ca09a50eae87" providerId="ADAL" clId="{2A43D1C7-C612-4547-BA11-3049DC01C97C}" dt="2026-01-30T06:33:10.070" v="9552"/>
        <pc:sldMkLst>
          <pc:docMk/>
          <pc:sldMk cId="1229992762" sldId="298"/>
        </pc:sldMkLst>
        <pc:spChg chg="del">
          <ac:chgData name="Mayu Ninagawa (蜷川 真優 GE)" userId="15d22be4-2d84-414d-ac66-ca09a50eae87" providerId="ADAL" clId="{2A43D1C7-C612-4547-BA11-3049DC01C97C}" dt="2026-01-22T03:09:57.405" v="4240" actId="478"/>
          <ac:spMkLst>
            <pc:docMk/>
            <pc:sldMk cId="1229992762" sldId="298"/>
            <ac:spMk id="4" creationId="{D33DE436-4266-8BDC-8D2E-432429255107}"/>
          </ac:spMkLst>
        </pc:spChg>
        <pc:spChg chg="del">
          <ac:chgData name="Mayu Ninagawa (蜷川 真優 GE)" userId="15d22be4-2d84-414d-ac66-ca09a50eae87" providerId="ADAL" clId="{2A43D1C7-C612-4547-BA11-3049DC01C97C}" dt="2026-01-22T03:09:57.405" v="4240" actId="478"/>
          <ac:spMkLst>
            <pc:docMk/>
            <pc:sldMk cId="1229992762" sldId="298"/>
            <ac:spMk id="5" creationId="{66A18726-02C0-7321-5FBE-89D392CE7E46}"/>
          </ac:spMkLst>
        </pc:spChg>
        <pc:spChg chg="add mod">
          <ac:chgData name="Mayu Ninagawa (蜷川 真優 GE)" userId="15d22be4-2d84-414d-ac66-ca09a50eae87" providerId="ADAL" clId="{2A43D1C7-C612-4547-BA11-3049DC01C97C}" dt="2026-01-22T03:09:57.560" v="4241"/>
          <ac:spMkLst>
            <pc:docMk/>
            <pc:sldMk cId="1229992762" sldId="298"/>
            <ac:spMk id="7" creationId="{472FD803-A86B-6681-E278-9015849DF353}"/>
          </ac:spMkLst>
        </pc:spChg>
        <pc:spChg chg="add mod">
          <ac:chgData name="Mayu Ninagawa (蜷川 真優 GE)" userId="15d22be4-2d84-414d-ac66-ca09a50eae87" providerId="ADAL" clId="{2A43D1C7-C612-4547-BA11-3049DC01C97C}" dt="2026-01-29T03:20:48.953" v="5487"/>
          <ac:spMkLst>
            <pc:docMk/>
            <pc:sldMk cId="1229992762" sldId="298"/>
            <ac:spMk id="8" creationId="{E75C47F4-1D17-D386-0B30-57750A1219F4}"/>
          </ac:spMkLst>
        </pc:spChg>
        <pc:graphicFrameChg chg="mod">
          <ac:chgData name="Mayu Ninagawa (蜷川 真優 GE)" userId="15d22be4-2d84-414d-ac66-ca09a50eae87" providerId="ADAL" clId="{2A43D1C7-C612-4547-BA11-3049DC01C97C}" dt="2026-01-30T06:33:10.070" v="9552"/>
          <ac:graphicFrameMkLst>
            <pc:docMk/>
            <pc:sldMk cId="1229992762" sldId="298"/>
            <ac:graphicFrameMk id="54" creationId="{DC522B19-6EC1-3CA2-2D37-A3B46574336B}"/>
          </ac:graphicFrameMkLst>
        </pc:graphicFrameChg>
      </pc:sldChg>
      <pc:sldChg chg="modSp mod">
        <pc:chgData name="Mayu Ninagawa (蜷川 真優 GE)" userId="15d22be4-2d84-414d-ac66-ca09a50eae87" providerId="ADAL" clId="{2A43D1C7-C612-4547-BA11-3049DC01C97C}" dt="2026-01-30T06:33:10.070" v="9552"/>
        <pc:sldMkLst>
          <pc:docMk/>
          <pc:sldMk cId="3856994439" sldId="299"/>
        </pc:sldMkLst>
        <pc:spChg chg="mod">
          <ac:chgData name="Mayu Ninagawa (蜷川 真優 GE)" userId="15d22be4-2d84-414d-ac66-ca09a50eae87" providerId="ADAL" clId="{2A43D1C7-C612-4547-BA11-3049DC01C97C}" dt="2026-01-29T03:22:17.158" v="5512" actId="313"/>
          <ac:spMkLst>
            <pc:docMk/>
            <pc:sldMk cId="3856994439" sldId="299"/>
            <ac:spMk id="51" creationId="{DD5E4485-1988-C38F-780B-5D46DF0B7BAD}"/>
          </ac:spMkLst>
        </pc:spChg>
        <pc:graphicFrameChg chg="mod">
          <ac:chgData name="Mayu Ninagawa (蜷川 真優 GE)" userId="15d22be4-2d84-414d-ac66-ca09a50eae87" providerId="ADAL" clId="{2A43D1C7-C612-4547-BA11-3049DC01C97C}" dt="2026-01-30T06:33:10.070" v="9552"/>
          <ac:graphicFrameMkLst>
            <pc:docMk/>
            <pc:sldMk cId="3856994439" sldId="299"/>
            <ac:graphicFrameMk id="114" creationId="{0D502737-4EA4-5885-1864-712C9893961E}"/>
          </ac:graphicFrameMkLst>
        </pc:graphicFrameChg>
      </pc:sldChg>
      <pc:sldChg chg="modSp mod">
        <pc:chgData name="Mayu Ninagawa (蜷川 真優 GE)" userId="15d22be4-2d84-414d-ac66-ca09a50eae87" providerId="ADAL" clId="{2A43D1C7-C612-4547-BA11-3049DC01C97C}" dt="2026-01-30T06:33:10.070" v="9552"/>
        <pc:sldMkLst>
          <pc:docMk/>
          <pc:sldMk cId="1558002874" sldId="300"/>
        </pc:sldMkLst>
        <pc:spChg chg="mod">
          <ac:chgData name="Mayu Ninagawa (蜷川 真優 GE)" userId="15d22be4-2d84-414d-ac66-ca09a50eae87" providerId="ADAL" clId="{2A43D1C7-C612-4547-BA11-3049DC01C97C}" dt="2026-01-29T03:22:17.772" v="5513" actId="313"/>
          <ac:spMkLst>
            <pc:docMk/>
            <pc:sldMk cId="1558002874" sldId="300"/>
            <ac:spMk id="51" creationId="{DD5E4485-1988-C38F-780B-5D46DF0B7BAD}"/>
          </ac:spMkLst>
        </pc:spChg>
        <pc:graphicFrameChg chg="mod">
          <ac:chgData name="Mayu Ninagawa (蜷川 真優 GE)" userId="15d22be4-2d84-414d-ac66-ca09a50eae87" providerId="ADAL" clId="{2A43D1C7-C612-4547-BA11-3049DC01C97C}" dt="2026-01-30T06:33:10.070" v="9552"/>
          <ac:graphicFrameMkLst>
            <pc:docMk/>
            <pc:sldMk cId="1558002874" sldId="300"/>
            <ac:graphicFrameMk id="2" creationId="{55987AC2-056F-9C5A-5E0E-7FB4AAAEE811}"/>
          </ac:graphicFrameMkLst>
        </pc:graphicFrameChg>
        <pc:graphicFrameChg chg="mod">
          <ac:chgData name="Mayu Ninagawa (蜷川 真優 GE)" userId="15d22be4-2d84-414d-ac66-ca09a50eae87" providerId="ADAL" clId="{2A43D1C7-C612-4547-BA11-3049DC01C97C}" dt="2026-01-30T06:33:10.070" v="9552"/>
          <ac:graphicFrameMkLst>
            <pc:docMk/>
            <pc:sldMk cId="1558002874" sldId="300"/>
            <ac:graphicFrameMk id="114" creationId="{0D502737-4EA4-5885-1864-712C9893961E}"/>
          </ac:graphicFrameMkLst>
        </pc:graphicFrameChg>
      </pc:sldChg>
      <pc:sldChg chg="modSp mod">
        <pc:chgData name="Mayu Ninagawa (蜷川 真優 GE)" userId="15d22be4-2d84-414d-ac66-ca09a50eae87" providerId="ADAL" clId="{2A43D1C7-C612-4547-BA11-3049DC01C97C}" dt="2026-01-30T06:33:10.070" v="9552"/>
        <pc:sldMkLst>
          <pc:docMk/>
          <pc:sldMk cId="1415790163" sldId="301"/>
        </pc:sldMkLst>
        <pc:spChg chg="mod">
          <ac:chgData name="Mayu Ninagawa (蜷川 真優 GE)" userId="15d22be4-2d84-414d-ac66-ca09a50eae87" providerId="ADAL" clId="{2A43D1C7-C612-4547-BA11-3049DC01C97C}" dt="2026-01-29T03:22:18.285" v="5514" actId="313"/>
          <ac:spMkLst>
            <pc:docMk/>
            <pc:sldMk cId="1415790163" sldId="301"/>
            <ac:spMk id="51" creationId="{DD5E4485-1988-C38F-780B-5D46DF0B7BAD}"/>
          </ac:spMkLst>
        </pc:spChg>
        <pc:graphicFrameChg chg="mod">
          <ac:chgData name="Mayu Ninagawa (蜷川 真優 GE)" userId="15d22be4-2d84-414d-ac66-ca09a50eae87" providerId="ADAL" clId="{2A43D1C7-C612-4547-BA11-3049DC01C97C}" dt="2026-01-30T06:33:10.070" v="9552"/>
          <ac:graphicFrameMkLst>
            <pc:docMk/>
            <pc:sldMk cId="1415790163" sldId="301"/>
            <ac:graphicFrameMk id="2" creationId="{55987AC2-056F-9C5A-5E0E-7FB4AAAEE811}"/>
          </ac:graphicFrameMkLst>
        </pc:graphicFrameChg>
        <pc:graphicFrameChg chg="mod">
          <ac:chgData name="Mayu Ninagawa (蜷川 真優 GE)" userId="15d22be4-2d84-414d-ac66-ca09a50eae87" providerId="ADAL" clId="{2A43D1C7-C612-4547-BA11-3049DC01C97C}" dt="2026-01-30T06:33:10.070" v="9552"/>
          <ac:graphicFrameMkLst>
            <pc:docMk/>
            <pc:sldMk cId="1415790163" sldId="301"/>
            <ac:graphicFrameMk id="114" creationId="{0D502737-4EA4-5885-1864-712C9893961E}"/>
          </ac:graphicFrameMkLst>
        </pc:graphicFrameChg>
      </pc:sldChg>
      <pc:sldChg chg="modSp mod">
        <pc:chgData name="Mayu Ninagawa (蜷川 真優 GE)" userId="15d22be4-2d84-414d-ac66-ca09a50eae87" providerId="ADAL" clId="{2A43D1C7-C612-4547-BA11-3049DC01C97C}" dt="2026-01-29T03:21:01.776" v="5488"/>
        <pc:sldMkLst>
          <pc:docMk/>
          <pc:sldMk cId="1229723394" sldId="311"/>
        </pc:sldMkLst>
        <pc:spChg chg="mod">
          <ac:chgData name="Mayu Ninagawa (蜷川 真優 GE)" userId="15d22be4-2d84-414d-ac66-ca09a50eae87" providerId="ADAL" clId="{2A43D1C7-C612-4547-BA11-3049DC01C97C}" dt="2026-01-29T03:13:11.483" v="5145" actId="20577"/>
          <ac:spMkLst>
            <pc:docMk/>
            <pc:sldMk cId="1229723394" sldId="311"/>
            <ac:spMk id="4" creationId="{088D9F42-7EC1-042B-47CA-692D87C09505}"/>
          </ac:spMkLst>
        </pc:spChg>
        <pc:spChg chg="mod">
          <ac:chgData name="Mayu Ninagawa (蜷川 真優 GE)" userId="15d22be4-2d84-414d-ac66-ca09a50eae87" providerId="ADAL" clId="{2A43D1C7-C612-4547-BA11-3049DC01C97C}" dt="2026-01-29T03:21:01.776" v="5488"/>
          <ac:spMkLst>
            <pc:docMk/>
            <pc:sldMk cId="1229723394" sldId="311"/>
            <ac:spMk id="6" creationId="{DF0298C5-7C87-8EDC-2671-7F2716D6CB60}"/>
          </ac:spMkLst>
        </pc:spChg>
      </pc:sldChg>
      <pc:sldChg chg="modSp">
        <pc:chgData name="Mayu Ninagawa (蜷川 真優 GE)" userId="15d22be4-2d84-414d-ac66-ca09a50eae87" providerId="ADAL" clId="{2A43D1C7-C612-4547-BA11-3049DC01C97C}" dt="2026-01-29T03:21:01.776" v="5488"/>
        <pc:sldMkLst>
          <pc:docMk/>
          <pc:sldMk cId="2138676762" sldId="314"/>
        </pc:sldMkLst>
        <pc:spChg chg="mod">
          <ac:chgData name="Mayu Ninagawa (蜷川 真優 GE)" userId="15d22be4-2d84-414d-ac66-ca09a50eae87" providerId="ADAL" clId="{2A43D1C7-C612-4547-BA11-3049DC01C97C}" dt="2026-01-29T03:21:01.776" v="5488"/>
          <ac:spMkLst>
            <pc:docMk/>
            <pc:sldMk cId="2138676762" sldId="314"/>
            <ac:spMk id="6" creationId="{DF0298C5-7C87-8EDC-2671-7F2716D6CB60}"/>
          </ac:spMkLst>
        </pc:spChg>
      </pc:sldChg>
      <pc:sldChg chg="modSp">
        <pc:chgData name="Mayu Ninagawa (蜷川 真優 GE)" userId="15d22be4-2d84-414d-ac66-ca09a50eae87" providerId="ADAL" clId="{2A43D1C7-C612-4547-BA11-3049DC01C97C}" dt="2026-01-30T06:33:10.070" v="9552"/>
        <pc:sldMkLst>
          <pc:docMk/>
          <pc:sldMk cId="907635696" sldId="315"/>
        </pc:sldMkLst>
        <pc:graphicFrameChg chg="mod">
          <ac:chgData name="Mayu Ninagawa (蜷川 真優 GE)" userId="15d22be4-2d84-414d-ac66-ca09a50eae87" providerId="ADAL" clId="{2A43D1C7-C612-4547-BA11-3049DC01C97C}" dt="2026-01-30T06:33:10.070" v="9552"/>
          <ac:graphicFrameMkLst>
            <pc:docMk/>
            <pc:sldMk cId="907635696" sldId="315"/>
            <ac:graphicFrameMk id="3" creationId="{CDD72F41-EC79-9E98-FE9C-000D299E16A4}"/>
          </ac:graphicFrameMkLst>
        </pc:graphicFrameChg>
      </pc:sldChg>
      <pc:sldChg chg="modSp">
        <pc:chgData name="Mayu Ninagawa (蜷川 真優 GE)" userId="15d22be4-2d84-414d-ac66-ca09a50eae87" providerId="ADAL" clId="{2A43D1C7-C612-4547-BA11-3049DC01C97C}" dt="2026-01-30T06:33:10.070" v="9552"/>
        <pc:sldMkLst>
          <pc:docMk/>
          <pc:sldMk cId="1841162924" sldId="316"/>
        </pc:sldMkLst>
        <pc:graphicFrameChg chg="mod">
          <ac:chgData name="Mayu Ninagawa (蜷川 真優 GE)" userId="15d22be4-2d84-414d-ac66-ca09a50eae87" providerId="ADAL" clId="{2A43D1C7-C612-4547-BA11-3049DC01C97C}" dt="2026-01-30T06:33:10.070" v="9552"/>
          <ac:graphicFrameMkLst>
            <pc:docMk/>
            <pc:sldMk cId="1841162924" sldId="316"/>
            <ac:graphicFrameMk id="4" creationId="{35448F5A-3C7E-1A22-3C86-2B71DED27545}"/>
          </ac:graphicFrameMkLst>
        </pc:graphicFrameChg>
      </pc:sldChg>
      <pc:sldChg chg="modSp">
        <pc:chgData name="Mayu Ninagawa (蜷川 真優 GE)" userId="15d22be4-2d84-414d-ac66-ca09a50eae87" providerId="ADAL" clId="{2A43D1C7-C612-4547-BA11-3049DC01C97C}" dt="2026-01-30T06:33:10.070" v="9552"/>
        <pc:sldMkLst>
          <pc:docMk/>
          <pc:sldMk cId="3893619036" sldId="319"/>
        </pc:sldMkLst>
        <pc:spChg chg="mod">
          <ac:chgData name="Mayu Ninagawa (蜷川 真優 GE)" userId="15d22be4-2d84-414d-ac66-ca09a50eae87" providerId="ADAL" clId="{2A43D1C7-C612-4547-BA11-3049DC01C97C}" dt="2026-01-30T06:33:10.070" v="9552"/>
          <ac:spMkLst>
            <pc:docMk/>
            <pc:sldMk cId="3893619036" sldId="319"/>
            <ac:spMk id="307" creationId="{CE007487-311C-E99E-6C07-46C3AF5902B4}"/>
          </ac:spMkLst>
        </pc:spChg>
        <pc:spChg chg="mod">
          <ac:chgData name="Mayu Ninagawa (蜷川 真優 GE)" userId="15d22be4-2d84-414d-ac66-ca09a50eae87" providerId="ADAL" clId="{2A43D1C7-C612-4547-BA11-3049DC01C97C}" dt="2026-01-30T06:33:10.070" v="9552"/>
          <ac:spMkLst>
            <pc:docMk/>
            <pc:sldMk cId="3893619036" sldId="319"/>
            <ac:spMk id="313" creationId="{06253BCA-D331-F0DF-D143-9239CC47F985}"/>
          </ac:spMkLst>
        </pc:spChg>
        <pc:spChg chg="mod">
          <ac:chgData name="Mayu Ninagawa (蜷川 真優 GE)" userId="15d22be4-2d84-414d-ac66-ca09a50eae87" providerId="ADAL" clId="{2A43D1C7-C612-4547-BA11-3049DC01C97C}" dt="2026-01-30T06:33:10.070" v="9552"/>
          <ac:spMkLst>
            <pc:docMk/>
            <pc:sldMk cId="3893619036" sldId="319"/>
            <ac:spMk id="315" creationId="{E7B0A6B5-545F-7A5D-9CBC-C178382108BC}"/>
          </ac:spMkLst>
        </pc:spChg>
      </pc:sldChg>
      <pc:sldChg chg="modSp">
        <pc:chgData name="Mayu Ninagawa (蜷川 真優 GE)" userId="15d22be4-2d84-414d-ac66-ca09a50eae87" providerId="ADAL" clId="{2A43D1C7-C612-4547-BA11-3049DC01C97C}" dt="2026-01-30T06:33:10.070" v="9552"/>
        <pc:sldMkLst>
          <pc:docMk/>
          <pc:sldMk cId="325233471" sldId="320"/>
        </pc:sldMkLst>
        <pc:spChg chg="mod">
          <ac:chgData name="Mayu Ninagawa (蜷川 真優 GE)" userId="15d22be4-2d84-414d-ac66-ca09a50eae87" providerId="ADAL" clId="{2A43D1C7-C612-4547-BA11-3049DC01C97C}" dt="2026-01-30T06:33:10.070" v="9552"/>
          <ac:spMkLst>
            <pc:docMk/>
            <pc:sldMk cId="325233471" sldId="320"/>
            <ac:spMk id="10" creationId="{7D43AD53-A7DB-F294-C4ED-7A7B336617D4}"/>
          </ac:spMkLst>
        </pc:spChg>
        <pc:spChg chg="mod">
          <ac:chgData name="Mayu Ninagawa (蜷川 真優 GE)" userId="15d22be4-2d84-414d-ac66-ca09a50eae87" providerId="ADAL" clId="{2A43D1C7-C612-4547-BA11-3049DC01C97C}" dt="2026-01-30T06:33:10.070" v="9552"/>
          <ac:spMkLst>
            <pc:docMk/>
            <pc:sldMk cId="325233471" sldId="320"/>
            <ac:spMk id="88" creationId="{9EF4DD60-3097-C97C-9247-886AE2D2F31A}"/>
          </ac:spMkLst>
        </pc:spChg>
      </pc:sldChg>
      <pc:sldChg chg="addSp delSp modSp del mod modShow">
        <pc:chgData name="Mayu Ninagawa (蜷川 真優 GE)" userId="15d22be4-2d84-414d-ac66-ca09a50eae87" providerId="ADAL" clId="{2A43D1C7-C612-4547-BA11-3049DC01C97C}" dt="2026-01-29T09:29:13.144" v="8123" actId="47"/>
        <pc:sldMkLst>
          <pc:docMk/>
          <pc:sldMk cId="3083871939" sldId="321"/>
        </pc:sldMkLst>
        <pc:spChg chg="del">
          <ac:chgData name="Mayu Ninagawa (蜷川 真優 GE)" userId="15d22be4-2d84-414d-ac66-ca09a50eae87" providerId="ADAL" clId="{2A43D1C7-C612-4547-BA11-3049DC01C97C}" dt="2026-01-22T03:40:53.193" v="4645" actId="478"/>
          <ac:spMkLst>
            <pc:docMk/>
            <pc:sldMk cId="3083871939" sldId="321"/>
            <ac:spMk id="3" creationId="{1A9890B5-4F1A-E8FE-73D4-6B22D984764B}"/>
          </ac:spMkLst>
        </pc:spChg>
        <pc:spChg chg="add mod">
          <ac:chgData name="Mayu Ninagawa (蜷川 真優 GE)" userId="15d22be4-2d84-414d-ac66-ca09a50eae87" providerId="ADAL" clId="{2A43D1C7-C612-4547-BA11-3049DC01C97C}" dt="2026-01-22T03:40:53.524" v="4646"/>
          <ac:spMkLst>
            <pc:docMk/>
            <pc:sldMk cId="3083871939" sldId="321"/>
            <ac:spMk id="8" creationId="{553B70B9-1871-5EE9-DE2E-C8385DF1B535}"/>
          </ac:spMkLst>
        </pc:spChg>
        <pc:graphicFrameChg chg="mod">
          <ac:chgData name="Mayu Ninagawa (蜷川 真優 GE)" userId="15d22be4-2d84-414d-ac66-ca09a50eae87" providerId="ADAL" clId="{2A43D1C7-C612-4547-BA11-3049DC01C97C}" dt="2026-01-22T03:40:58.668" v="4647" actId="1076"/>
          <ac:graphicFrameMkLst>
            <pc:docMk/>
            <pc:sldMk cId="3083871939" sldId="321"/>
            <ac:graphicFrameMk id="7" creationId="{6B58BBBF-DBCB-17D4-A619-9878F1CCA274}"/>
          </ac:graphicFrameMkLst>
        </pc:graphicFrameChg>
        <pc:graphicFrameChg chg="mod modGraphic">
          <ac:chgData name="Mayu Ninagawa (蜷川 真優 GE)" userId="15d22be4-2d84-414d-ac66-ca09a50eae87" providerId="ADAL" clId="{2A43D1C7-C612-4547-BA11-3049DC01C97C}" dt="2026-01-22T03:40:58.668" v="4647" actId="1076"/>
          <ac:graphicFrameMkLst>
            <pc:docMk/>
            <pc:sldMk cId="3083871939" sldId="321"/>
            <ac:graphicFrameMk id="47" creationId="{4E863408-904A-AA18-E7B6-292B8BECE2DB}"/>
          </ac:graphicFrameMkLst>
        </pc:graphicFrameChg>
      </pc:sldChg>
      <pc:sldChg chg="modSp mod">
        <pc:chgData name="Mayu Ninagawa (蜷川 真優 GE)" userId="15d22be4-2d84-414d-ac66-ca09a50eae87" providerId="ADAL" clId="{2A43D1C7-C612-4547-BA11-3049DC01C97C}" dt="2026-01-30T06:33:10.070" v="9552"/>
        <pc:sldMkLst>
          <pc:docMk/>
          <pc:sldMk cId="1502694645" sldId="322"/>
        </pc:sldMkLst>
        <pc:spChg chg="mod">
          <ac:chgData name="Mayu Ninagawa (蜷川 真優 GE)" userId="15d22be4-2d84-414d-ac66-ca09a50eae87" providerId="ADAL" clId="{2A43D1C7-C612-4547-BA11-3049DC01C97C}" dt="2026-01-29T03:21:52.304" v="5500" actId="313"/>
          <ac:spMkLst>
            <pc:docMk/>
            <pc:sldMk cId="1502694645" sldId="322"/>
            <ac:spMk id="4" creationId="{880DD277-E4F4-5500-AA10-36871EC15EB1}"/>
          </ac:spMkLst>
        </pc:spChg>
        <pc:spChg chg="mod">
          <ac:chgData name="Mayu Ninagawa (蜷川 真優 GE)" userId="15d22be4-2d84-414d-ac66-ca09a50eae87" providerId="ADAL" clId="{2A43D1C7-C612-4547-BA11-3049DC01C97C}" dt="2026-01-29T03:21:51.619" v="5499" actId="313"/>
          <ac:spMkLst>
            <pc:docMk/>
            <pc:sldMk cId="1502694645" sldId="322"/>
            <ac:spMk id="11" creationId="{0EDD3780-D14A-D774-E261-4A749696ED17}"/>
          </ac:spMkLst>
        </pc:spChg>
        <pc:graphicFrameChg chg="mod">
          <ac:chgData name="Mayu Ninagawa (蜷川 真優 GE)" userId="15d22be4-2d84-414d-ac66-ca09a50eae87" providerId="ADAL" clId="{2A43D1C7-C612-4547-BA11-3049DC01C97C}" dt="2026-01-30T06:33:10.070" v="9552"/>
          <ac:graphicFrameMkLst>
            <pc:docMk/>
            <pc:sldMk cId="1502694645" sldId="322"/>
            <ac:graphicFrameMk id="3" creationId="{72453C9E-C515-9103-494A-85DFEF9DB269}"/>
          </ac:graphicFrameMkLst>
        </pc:graphicFrameChg>
      </pc:sldChg>
      <pc:sldChg chg="modSp">
        <pc:chgData name="Mayu Ninagawa (蜷川 真優 GE)" userId="15d22be4-2d84-414d-ac66-ca09a50eae87" providerId="ADAL" clId="{2A43D1C7-C612-4547-BA11-3049DC01C97C}" dt="2026-01-30T06:33:10.070" v="9552"/>
        <pc:sldMkLst>
          <pc:docMk/>
          <pc:sldMk cId="1181399052" sldId="329"/>
        </pc:sldMkLst>
        <pc:spChg chg="mod">
          <ac:chgData name="Mayu Ninagawa (蜷川 真優 GE)" userId="15d22be4-2d84-414d-ac66-ca09a50eae87" providerId="ADAL" clId="{2A43D1C7-C612-4547-BA11-3049DC01C97C}" dt="2026-01-30T06:33:10.070" v="9552"/>
          <ac:spMkLst>
            <pc:docMk/>
            <pc:sldMk cId="1181399052" sldId="329"/>
            <ac:spMk id="233" creationId="{B7365F2D-D411-149D-6DFC-C3CF47914ECD}"/>
          </ac:spMkLst>
        </pc:spChg>
        <pc:spChg chg="mod">
          <ac:chgData name="Mayu Ninagawa (蜷川 真優 GE)" userId="15d22be4-2d84-414d-ac66-ca09a50eae87" providerId="ADAL" clId="{2A43D1C7-C612-4547-BA11-3049DC01C97C}" dt="2026-01-30T06:33:10.070" v="9552"/>
          <ac:spMkLst>
            <pc:docMk/>
            <pc:sldMk cId="1181399052" sldId="329"/>
            <ac:spMk id="240" creationId="{0FBEFA4D-A321-27E7-CF2F-65677B63DDC4}"/>
          </ac:spMkLst>
        </pc:spChg>
        <pc:spChg chg="mod">
          <ac:chgData name="Mayu Ninagawa (蜷川 真優 GE)" userId="15d22be4-2d84-414d-ac66-ca09a50eae87" providerId="ADAL" clId="{2A43D1C7-C612-4547-BA11-3049DC01C97C}" dt="2026-01-30T06:33:10.070" v="9552"/>
          <ac:spMkLst>
            <pc:docMk/>
            <pc:sldMk cId="1181399052" sldId="329"/>
            <ac:spMk id="263" creationId="{4DE266A2-F93F-9EB2-51F0-A2F2C379E498}"/>
          </ac:spMkLst>
        </pc:spChg>
      </pc:sldChg>
      <pc:sldChg chg="modSp">
        <pc:chgData name="Mayu Ninagawa (蜷川 真優 GE)" userId="15d22be4-2d84-414d-ac66-ca09a50eae87" providerId="ADAL" clId="{2A43D1C7-C612-4547-BA11-3049DC01C97C}" dt="2026-01-30T06:33:10.070" v="9552"/>
        <pc:sldMkLst>
          <pc:docMk/>
          <pc:sldMk cId="2720622670" sldId="334"/>
        </pc:sldMkLst>
        <pc:graphicFrameChg chg="mod">
          <ac:chgData name="Mayu Ninagawa (蜷川 真優 GE)" userId="15d22be4-2d84-414d-ac66-ca09a50eae87" providerId="ADAL" clId="{2A43D1C7-C612-4547-BA11-3049DC01C97C}" dt="2026-01-30T06:33:10.070" v="9552"/>
          <ac:graphicFrameMkLst>
            <pc:docMk/>
            <pc:sldMk cId="2720622670" sldId="334"/>
            <ac:graphicFrameMk id="2" creationId="{C804836A-2DD6-7E6A-2230-E72E391FEB85}"/>
          </ac:graphicFrameMkLst>
        </pc:graphicFrameChg>
        <pc:graphicFrameChg chg="mod">
          <ac:chgData name="Mayu Ninagawa (蜷川 真優 GE)" userId="15d22be4-2d84-414d-ac66-ca09a50eae87" providerId="ADAL" clId="{2A43D1C7-C612-4547-BA11-3049DC01C97C}" dt="2026-01-30T06:33:10.070" v="9552"/>
          <ac:graphicFrameMkLst>
            <pc:docMk/>
            <pc:sldMk cId="2720622670" sldId="334"/>
            <ac:graphicFrameMk id="10" creationId="{07732E0A-3348-BA14-1956-21308808E213}"/>
          </ac:graphicFrameMkLst>
        </pc:graphicFrameChg>
      </pc:sldChg>
      <pc:sldChg chg="modSp">
        <pc:chgData name="Mayu Ninagawa (蜷川 真優 GE)" userId="15d22be4-2d84-414d-ac66-ca09a50eae87" providerId="ADAL" clId="{2A43D1C7-C612-4547-BA11-3049DC01C97C}" dt="2026-01-30T06:33:10.070" v="9552"/>
        <pc:sldMkLst>
          <pc:docMk/>
          <pc:sldMk cId="4283086956" sldId="341"/>
        </pc:sldMkLst>
        <pc:graphicFrameChg chg="mod">
          <ac:chgData name="Mayu Ninagawa (蜷川 真優 GE)" userId="15d22be4-2d84-414d-ac66-ca09a50eae87" providerId="ADAL" clId="{2A43D1C7-C612-4547-BA11-3049DC01C97C}" dt="2026-01-30T06:33:10.070" v="9552"/>
          <ac:graphicFrameMkLst>
            <pc:docMk/>
            <pc:sldMk cId="4283086956" sldId="341"/>
            <ac:graphicFrameMk id="3" creationId="{5464638B-EA7C-A632-C24A-7B98A65D3B51}"/>
          </ac:graphicFrameMkLst>
        </pc:graphicFrameChg>
      </pc:sldChg>
      <pc:sldChg chg="modSp">
        <pc:chgData name="Mayu Ninagawa (蜷川 真優 GE)" userId="15d22be4-2d84-414d-ac66-ca09a50eae87" providerId="ADAL" clId="{2A43D1C7-C612-4547-BA11-3049DC01C97C}" dt="2026-01-30T06:33:10.070" v="9552"/>
        <pc:sldMkLst>
          <pc:docMk/>
          <pc:sldMk cId="2244885126" sldId="342"/>
        </pc:sldMkLst>
        <pc:graphicFrameChg chg="mod">
          <ac:chgData name="Mayu Ninagawa (蜷川 真優 GE)" userId="15d22be4-2d84-414d-ac66-ca09a50eae87" providerId="ADAL" clId="{2A43D1C7-C612-4547-BA11-3049DC01C97C}" dt="2026-01-30T06:33:10.070" v="9552"/>
          <ac:graphicFrameMkLst>
            <pc:docMk/>
            <pc:sldMk cId="2244885126" sldId="342"/>
            <ac:graphicFrameMk id="2" creationId="{84198504-EB1E-2C8A-685C-7ED064C00CE6}"/>
          </ac:graphicFrameMkLst>
        </pc:graphicFrameChg>
      </pc:sldChg>
      <pc:sldChg chg="addSp modSp mod ord">
        <pc:chgData name="Mayu Ninagawa (蜷川 真優 GE)" userId="15d22be4-2d84-414d-ac66-ca09a50eae87" providerId="ADAL" clId="{2A43D1C7-C612-4547-BA11-3049DC01C97C}" dt="2026-01-30T06:33:10.070" v="9552"/>
        <pc:sldMkLst>
          <pc:docMk/>
          <pc:sldMk cId="3511408942" sldId="346"/>
        </pc:sldMkLst>
        <pc:spChg chg="mod">
          <ac:chgData name="Mayu Ninagawa (蜷川 真優 GE)" userId="15d22be4-2d84-414d-ac66-ca09a50eae87" providerId="ADAL" clId="{2A43D1C7-C612-4547-BA11-3049DC01C97C}" dt="2026-01-29T09:14:06.110" v="7587" actId="21"/>
          <ac:spMkLst>
            <pc:docMk/>
            <pc:sldMk cId="3511408942" sldId="346"/>
            <ac:spMk id="3" creationId="{CC639382-D56C-20DC-6524-FD84F1701746}"/>
          </ac:spMkLst>
        </pc:spChg>
        <pc:spChg chg="add mod">
          <ac:chgData name="Mayu Ninagawa (蜷川 真優 GE)" userId="15d22be4-2d84-414d-ac66-ca09a50eae87" providerId="ADAL" clId="{2A43D1C7-C612-4547-BA11-3049DC01C97C}" dt="2026-01-20T08:18:43.647" v="1105" actId="1076"/>
          <ac:spMkLst>
            <pc:docMk/>
            <pc:sldMk cId="3511408942" sldId="346"/>
            <ac:spMk id="4" creationId="{FE49D913-0A00-3E69-9770-4E9C41B45107}"/>
          </ac:spMkLst>
        </pc:spChg>
        <pc:spChg chg="add mod">
          <ac:chgData name="Mayu Ninagawa (蜷川 真優 GE)" userId="15d22be4-2d84-414d-ac66-ca09a50eae87" providerId="ADAL" clId="{2A43D1C7-C612-4547-BA11-3049DC01C97C}" dt="2026-01-20T08:18:51.144" v="1108" actId="14100"/>
          <ac:spMkLst>
            <pc:docMk/>
            <pc:sldMk cId="3511408942" sldId="346"/>
            <ac:spMk id="5" creationId="{E775F6F1-D542-2AD0-4A57-1F3AA3D9D1EF}"/>
          </ac:spMkLst>
        </pc:spChg>
        <pc:spChg chg="add mod">
          <ac:chgData name="Mayu Ninagawa (蜷川 真優 GE)" userId="15d22be4-2d84-414d-ac66-ca09a50eae87" providerId="ADAL" clId="{2A43D1C7-C612-4547-BA11-3049DC01C97C}" dt="2026-01-20T08:18:43.647" v="1105" actId="1076"/>
          <ac:spMkLst>
            <pc:docMk/>
            <pc:sldMk cId="3511408942" sldId="346"/>
            <ac:spMk id="6" creationId="{B8040A04-44F4-8159-6842-8D93A567D660}"/>
          </ac:spMkLst>
        </pc:spChg>
        <pc:spChg chg="add mod">
          <ac:chgData name="Mayu Ninagawa (蜷川 真優 GE)" userId="15d22be4-2d84-414d-ac66-ca09a50eae87" providerId="ADAL" clId="{2A43D1C7-C612-4547-BA11-3049DC01C97C}" dt="2026-01-20T08:18:51.144" v="1108" actId="14100"/>
          <ac:spMkLst>
            <pc:docMk/>
            <pc:sldMk cId="3511408942" sldId="346"/>
            <ac:spMk id="10" creationId="{B6F639F8-D6B6-78B9-59F5-DD8FEC3A9E4B}"/>
          </ac:spMkLst>
        </pc:spChg>
        <pc:spChg chg="add mod">
          <ac:chgData name="Mayu Ninagawa (蜷川 真優 GE)" userId="15d22be4-2d84-414d-ac66-ca09a50eae87" providerId="ADAL" clId="{2A43D1C7-C612-4547-BA11-3049DC01C97C}" dt="2026-01-22T03:11:38.072" v="4276" actId="14100"/>
          <ac:spMkLst>
            <pc:docMk/>
            <pc:sldMk cId="3511408942" sldId="346"/>
            <ac:spMk id="11" creationId="{AF804522-307B-7C20-2836-F137960CDA98}"/>
          </ac:spMkLst>
        </pc:spChg>
        <pc:graphicFrameChg chg="mod modGraphic">
          <ac:chgData name="Mayu Ninagawa (蜷川 真優 GE)" userId="15d22be4-2d84-414d-ac66-ca09a50eae87" providerId="ADAL" clId="{2A43D1C7-C612-4547-BA11-3049DC01C97C}" dt="2026-01-30T06:33:10.070" v="9552"/>
          <ac:graphicFrameMkLst>
            <pc:docMk/>
            <pc:sldMk cId="3511408942" sldId="346"/>
            <ac:graphicFrameMk id="2" creationId="{651E5935-8463-2DBE-5BB3-72C741640F6D}"/>
          </ac:graphicFrameMkLst>
        </pc:graphicFrameChg>
        <pc:graphicFrameChg chg="add mod">
          <ac:chgData name="Mayu Ninagawa (蜷川 真優 GE)" userId="15d22be4-2d84-414d-ac66-ca09a50eae87" providerId="ADAL" clId="{2A43D1C7-C612-4547-BA11-3049DC01C97C}" dt="2026-01-20T08:16:53.960" v="1089" actId="571"/>
          <ac:graphicFrameMkLst>
            <pc:docMk/>
            <pc:sldMk cId="3511408942" sldId="346"/>
            <ac:graphicFrameMk id="11" creationId="{55B7F140-DAD9-3995-6E54-2FAE48FD7812}"/>
          </ac:graphicFrameMkLst>
        </pc:graphicFrameChg>
      </pc:sldChg>
      <pc:sldChg chg="modSp">
        <pc:chgData name="Mayu Ninagawa (蜷川 真優 GE)" userId="15d22be4-2d84-414d-ac66-ca09a50eae87" providerId="ADAL" clId="{2A43D1C7-C612-4547-BA11-3049DC01C97C}" dt="2026-01-29T03:21:01.776" v="5488"/>
        <pc:sldMkLst>
          <pc:docMk/>
          <pc:sldMk cId="1936913764" sldId="347"/>
        </pc:sldMkLst>
        <pc:graphicFrameChg chg="mod">
          <ac:chgData name="Mayu Ninagawa (蜷川 真優 GE)" userId="15d22be4-2d84-414d-ac66-ca09a50eae87" providerId="ADAL" clId="{2A43D1C7-C612-4547-BA11-3049DC01C97C}" dt="2026-01-29T03:21:01.776" v="5488"/>
          <ac:graphicFrameMkLst>
            <pc:docMk/>
            <pc:sldMk cId="1936913764" sldId="347"/>
            <ac:graphicFrameMk id="20" creationId="{F760C326-077C-44F4-A1FE-319FCC645E60}"/>
          </ac:graphicFrameMkLst>
        </pc:graphicFrameChg>
      </pc:sldChg>
      <pc:sldChg chg="addSp modSp mod">
        <pc:chgData name="Mayu Ninagawa (蜷川 真優 GE)" userId="15d22be4-2d84-414d-ac66-ca09a50eae87" providerId="ADAL" clId="{2A43D1C7-C612-4547-BA11-3049DC01C97C}" dt="2026-01-30T06:33:10.070" v="9552"/>
        <pc:sldMkLst>
          <pc:docMk/>
          <pc:sldMk cId="1470444246" sldId="348"/>
        </pc:sldMkLst>
        <pc:spChg chg="mod">
          <ac:chgData name="Mayu Ninagawa (蜷川 真優 GE)" userId="15d22be4-2d84-414d-ac66-ca09a50eae87" providerId="ADAL" clId="{2A43D1C7-C612-4547-BA11-3049DC01C97C}" dt="2026-01-22T03:07:46.047" v="4155" actId="14100"/>
          <ac:spMkLst>
            <pc:docMk/>
            <pc:sldMk cId="1470444246" sldId="348"/>
            <ac:spMk id="7" creationId="{392FD586-DAED-CE45-1630-B7A9E5F1AFFE}"/>
          </ac:spMkLst>
        </pc:spChg>
        <pc:spChg chg="add mod">
          <ac:chgData name="Mayu Ninagawa (蜷川 真優 GE)" userId="15d22be4-2d84-414d-ac66-ca09a50eae87" providerId="ADAL" clId="{2A43D1C7-C612-4547-BA11-3049DC01C97C}" dt="2026-01-22T03:08:10.422" v="4194" actId="1076"/>
          <ac:spMkLst>
            <pc:docMk/>
            <pc:sldMk cId="1470444246" sldId="348"/>
            <ac:spMk id="8" creationId="{9A9142E2-7E03-E4BA-9C01-93C47CB517E3}"/>
          </ac:spMkLst>
        </pc:spChg>
        <pc:spChg chg="add mod ord">
          <ac:chgData name="Mayu Ninagawa (蜷川 真優 GE)" userId="15d22be4-2d84-414d-ac66-ca09a50eae87" providerId="ADAL" clId="{2A43D1C7-C612-4547-BA11-3049DC01C97C}" dt="2026-01-29T03:23:29.818" v="5522" actId="164"/>
          <ac:spMkLst>
            <pc:docMk/>
            <pc:sldMk cId="1470444246" sldId="348"/>
            <ac:spMk id="14" creationId="{9792C2E6-8F21-2523-F3C1-EA4EEAF3F935}"/>
          </ac:spMkLst>
        </pc:spChg>
        <pc:spChg chg="mod">
          <ac:chgData name="Mayu Ninagawa (蜷川 真優 GE)" userId="15d22be4-2d84-414d-ac66-ca09a50eae87" providerId="ADAL" clId="{2A43D1C7-C612-4547-BA11-3049DC01C97C}" dt="2026-01-30T06:33:10.070" v="9552"/>
          <ac:spMkLst>
            <pc:docMk/>
            <pc:sldMk cId="1470444246" sldId="348"/>
            <ac:spMk id="307" creationId="{CE007487-311C-E99E-6C07-46C3AF5902B4}"/>
          </ac:spMkLst>
        </pc:spChg>
        <pc:spChg chg="mod">
          <ac:chgData name="Mayu Ninagawa (蜷川 真優 GE)" userId="15d22be4-2d84-414d-ac66-ca09a50eae87" providerId="ADAL" clId="{2A43D1C7-C612-4547-BA11-3049DC01C97C}" dt="2026-01-30T06:33:10.070" v="9552"/>
          <ac:spMkLst>
            <pc:docMk/>
            <pc:sldMk cId="1470444246" sldId="348"/>
            <ac:spMk id="313" creationId="{06253BCA-D331-F0DF-D143-9239CC47F985}"/>
          </ac:spMkLst>
        </pc:spChg>
        <pc:spChg chg="mod">
          <ac:chgData name="Mayu Ninagawa (蜷川 真優 GE)" userId="15d22be4-2d84-414d-ac66-ca09a50eae87" providerId="ADAL" clId="{2A43D1C7-C612-4547-BA11-3049DC01C97C}" dt="2026-01-30T06:33:10.070" v="9552"/>
          <ac:spMkLst>
            <pc:docMk/>
            <pc:sldMk cId="1470444246" sldId="348"/>
            <ac:spMk id="315" creationId="{E7B0A6B5-545F-7A5D-9CBC-C178382108BC}"/>
          </ac:spMkLst>
        </pc:spChg>
        <pc:grpChg chg="mod">
          <ac:chgData name="Mayu Ninagawa (蜷川 真優 GE)" userId="15d22be4-2d84-414d-ac66-ca09a50eae87" providerId="ADAL" clId="{2A43D1C7-C612-4547-BA11-3049DC01C97C}" dt="2026-01-29T03:23:29.818" v="5522" actId="164"/>
          <ac:grpSpMkLst>
            <pc:docMk/>
            <pc:sldMk cId="1470444246" sldId="348"/>
            <ac:grpSpMk id="13" creationId="{BCF8F5F6-1C89-7E4C-0CCA-53F4DDF2660E}"/>
          </ac:grpSpMkLst>
        </pc:grpChg>
        <pc:grpChg chg="add mod">
          <ac:chgData name="Mayu Ninagawa (蜷川 真優 GE)" userId="15d22be4-2d84-414d-ac66-ca09a50eae87" providerId="ADAL" clId="{2A43D1C7-C612-4547-BA11-3049DC01C97C}" dt="2026-01-29T03:23:29.818" v="5522" actId="164"/>
          <ac:grpSpMkLst>
            <pc:docMk/>
            <pc:sldMk cId="1470444246" sldId="348"/>
            <ac:grpSpMk id="15" creationId="{866AB9BD-D6A4-30FD-E194-705972F465D0}"/>
          </ac:grpSpMkLst>
        </pc:grpChg>
      </pc:sldChg>
      <pc:sldChg chg="modSp">
        <pc:chgData name="Mayu Ninagawa (蜷川 真優 GE)" userId="15d22be4-2d84-414d-ac66-ca09a50eae87" providerId="ADAL" clId="{2A43D1C7-C612-4547-BA11-3049DC01C97C}" dt="2026-01-30T06:33:10.070" v="9552"/>
        <pc:sldMkLst>
          <pc:docMk/>
          <pc:sldMk cId="4088168329" sldId="350"/>
        </pc:sldMkLst>
        <pc:graphicFrameChg chg="mod">
          <ac:chgData name="Mayu Ninagawa (蜷川 真優 GE)" userId="15d22be4-2d84-414d-ac66-ca09a50eae87" providerId="ADAL" clId="{2A43D1C7-C612-4547-BA11-3049DC01C97C}" dt="2026-01-30T06:33:10.070" v="9552"/>
          <ac:graphicFrameMkLst>
            <pc:docMk/>
            <pc:sldMk cId="4088168329" sldId="350"/>
            <ac:graphicFrameMk id="4" creationId="{FC1342A8-D48B-7789-EDAB-66F908625431}"/>
          </ac:graphicFrameMkLst>
        </pc:graphicFrameChg>
      </pc:sldChg>
      <pc:sldChg chg="modSp">
        <pc:chgData name="Mayu Ninagawa (蜷川 真優 GE)" userId="15d22be4-2d84-414d-ac66-ca09a50eae87" providerId="ADAL" clId="{2A43D1C7-C612-4547-BA11-3049DC01C97C}" dt="2026-01-30T06:33:10.070" v="9552"/>
        <pc:sldMkLst>
          <pc:docMk/>
          <pc:sldMk cId="210008101" sldId="351"/>
        </pc:sldMkLst>
        <pc:graphicFrameChg chg="mod">
          <ac:chgData name="Mayu Ninagawa (蜷川 真優 GE)" userId="15d22be4-2d84-414d-ac66-ca09a50eae87" providerId="ADAL" clId="{2A43D1C7-C612-4547-BA11-3049DC01C97C}" dt="2026-01-30T06:33:10.070" v="9552"/>
          <ac:graphicFrameMkLst>
            <pc:docMk/>
            <pc:sldMk cId="210008101" sldId="351"/>
            <ac:graphicFrameMk id="7" creationId="{B46FDB6A-3DC2-F342-1E4C-6EA724594836}"/>
          </ac:graphicFrameMkLst>
        </pc:graphicFrameChg>
        <pc:graphicFrameChg chg="mod">
          <ac:chgData name="Mayu Ninagawa (蜷川 真優 GE)" userId="15d22be4-2d84-414d-ac66-ca09a50eae87" providerId="ADAL" clId="{2A43D1C7-C612-4547-BA11-3049DC01C97C}" dt="2026-01-30T06:33:10.070" v="9552"/>
          <ac:graphicFrameMkLst>
            <pc:docMk/>
            <pc:sldMk cId="210008101" sldId="351"/>
            <ac:graphicFrameMk id="8" creationId="{0EF8E5B1-8F07-5F41-62E4-3276DFC26942}"/>
          </ac:graphicFrameMkLst>
        </pc:graphicFrameChg>
      </pc:sldChg>
      <pc:sldChg chg="addSp delSp modSp mod">
        <pc:chgData name="Mayu Ninagawa (蜷川 真優 GE)" userId="15d22be4-2d84-414d-ac66-ca09a50eae87" providerId="ADAL" clId="{2A43D1C7-C612-4547-BA11-3049DC01C97C}" dt="2026-01-30T06:33:10.070" v="9552"/>
        <pc:sldMkLst>
          <pc:docMk/>
          <pc:sldMk cId="787992016" sldId="352"/>
        </pc:sldMkLst>
        <pc:spChg chg="add mod">
          <ac:chgData name="Mayu Ninagawa (蜷川 真優 GE)" userId="15d22be4-2d84-414d-ac66-ca09a50eae87" providerId="ADAL" clId="{2A43D1C7-C612-4547-BA11-3049DC01C97C}" dt="2026-01-22T03:09:02.463" v="4222" actId="1076"/>
          <ac:spMkLst>
            <pc:docMk/>
            <pc:sldMk cId="787992016" sldId="352"/>
            <ac:spMk id="4" creationId="{C153C365-2DB3-115D-5E3C-7F0ECD268C49}"/>
          </ac:spMkLst>
        </pc:spChg>
        <pc:spChg chg="del">
          <ac:chgData name="Mayu Ninagawa (蜷川 真優 GE)" userId="15d22be4-2d84-414d-ac66-ca09a50eae87" providerId="ADAL" clId="{2A43D1C7-C612-4547-BA11-3049DC01C97C}" dt="2026-01-22T03:08:32.729" v="4215" actId="478"/>
          <ac:spMkLst>
            <pc:docMk/>
            <pc:sldMk cId="787992016" sldId="352"/>
            <ac:spMk id="7" creationId="{392FD586-DAED-CE45-1630-B7A9E5F1AFFE}"/>
          </ac:spMkLst>
        </pc:spChg>
        <pc:graphicFrameChg chg="mod modGraphic">
          <ac:chgData name="Mayu Ninagawa (蜷川 真優 GE)" userId="15d22be4-2d84-414d-ac66-ca09a50eae87" providerId="ADAL" clId="{2A43D1C7-C612-4547-BA11-3049DC01C97C}" dt="2026-01-30T06:33:10.070" v="9552"/>
          <ac:graphicFrameMkLst>
            <pc:docMk/>
            <pc:sldMk cId="787992016" sldId="352"/>
            <ac:graphicFrameMk id="3" creationId="{FBE5FB24-E457-A0FB-14F4-5D4BE2B37745}"/>
          </ac:graphicFrameMkLst>
        </pc:graphicFrameChg>
      </pc:sldChg>
      <pc:sldChg chg="modSp ord">
        <pc:chgData name="Mayu Ninagawa (蜷川 真優 GE)" userId="15d22be4-2d84-414d-ac66-ca09a50eae87" providerId="ADAL" clId="{2A43D1C7-C612-4547-BA11-3049DC01C97C}" dt="2026-01-29T09:29:30.296" v="8125"/>
        <pc:sldMkLst>
          <pc:docMk/>
          <pc:sldMk cId="1655168306" sldId="353"/>
        </pc:sldMkLst>
        <pc:graphicFrameChg chg="mod">
          <ac:chgData name="Mayu Ninagawa (蜷川 真優 GE)" userId="15d22be4-2d84-414d-ac66-ca09a50eae87" providerId="ADAL" clId="{2A43D1C7-C612-4547-BA11-3049DC01C97C}" dt="2026-01-29T03:21:01.776" v="5488"/>
          <ac:graphicFrameMkLst>
            <pc:docMk/>
            <pc:sldMk cId="1655168306" sldId="353"/>
            <ac:graphicFrameMk id="7" creationId="{85D0FB50-1989-0331-D5BA-EEBC4EBCFD20}"/>
          </ac:graphicFrameMkLst>
        </pc:graphicFrameChg>
      </pc:sldChg>
      <pc:sldChg chg="del">
        <pc:chgData name="Mayu Ninagawa (蜷川 真優 GE)" userId="15d22be4-2d84-414d-ac66-ca09a50eae87" providerId="ADAL" clId="{2A43D1C7-C612-4547-BA11-3049DC01C97C}" dt="2026-01-20T08:31:48.027" v="1134" actId="47"/>
        <pc:sldMkLst>
          <pc:docMk/>
          <pc:sldMk cId="1055752041" sldId="354"/>
        </pc:sldMkLst>
      </pc:sldChg>
      <pc:sldChg chg="modSp add del mod">
        <pc:chgData name="Mayu Ninagawa (蜷川 真優 GE)" userId="15d22be4-2d84-414d-ac66-ca09a50eae87" providerId="ADAL" clId="{2A43D1C7-C612-4547-BA11-3049DC01C97C}" dt="2026-01-29T03:13:01.847" v="5139" actId="47"/>
        <pc:sldMkLst>
          <pc:docMk/>
          <pc:sldMk cId="1490617529" sldId="354"/>
        </pc:sldMkLst>
        <pc:spChg chg="mod">
          <ac:chgData name="Mayu Ninagawa (蜷川 真優 GE)" userId="15d22be4-2d84-414d-ac66-ca09a50eae87" providerId="ADAL" clId="{2A43D1C7-C612-4547-BA11-3049DC01C97C}" dt="2026-01-29T03:12:59.234" v="5138" actId="20577"/>
          <ac:spMkLst>
            <pc:docMk/>
            <pc:sldMk cId="1490617529" sldId="354"/>
            <ac:spMk id="4" creationId="{088D9F42-7EC1-042B-47CA-692D87C09505}"/>
          </ac:spMkLst>
        </pc:spChg>
        <pc:grpChg chg="mod">
          <ac:chgData name="Mayu Ninagawa (蜷川 真優 GE)" userId="15d22be4-2d84-414d-ac66-ca09a50eae87" providerId="ADAL" clId="{2A43D1C7-C612-4547-BA11-3049DC01C97C}" dt="2026-01-29T03:11:26.705" v="5126" actId="1076"/>
          <ac:grpSpMkLst>
            <pc:docMk/>
            <pc:sldMk cId="1490617529" sldId="354"/>
            <ac:grpSpMk id="9" creationId="{7024B502-AF80-A3E8-85E4-82ADBB3052DE}"/>
          </ac:grpSpMkLst>
        </pc:grpChg>
      </pc:sldChg>
      <pc:sldChg chg="addSp delSp modSp add mod">
        <pc:chgData name="Mayu Ninagawa (蜷川 真優 GE)" userId="15d22be4-2d84-414d-ac66-ca09a50eae87" providerId="ADAL" clId="{2A43D1C7-C612-4547-BA11-3049DC01C97C}" dt="2026-01-29T09:16:16.659" v="7777" actId="478"/>
        <pc:sldMkLst>
          <pc:docMk/>
          <pc:sldMk cId="2494420373" sldId="354"/>
        </pc:sldMkLst>
        <pc:spChg chg="mod">
          <ac:chgData name="Mayu Ninagawa (蜷川 真優 GE)" userId="15d22be4-2d84-414d-ac66-ca09a50eae87" providerId="ADAL" clId="{2A43D1C7-C612-4547-BA11-3049DC01C97C}" dt="2026-01-29T08:57:23.878" v="6958"/>
          <ac:spMkLst>
            <pc:docMk/>
            <pc:sldMk cId="2494420373" sldId="354"/>
            <ac:spMk id="3" creationId="{D019A5A1-3327-4AB3-94B4-238CB556A6B5}"/>
          </ac:spMkLst>
        </pc:spChg>
        <pc:spChg chg="del">
          <ac:chgData name="Mayu Ninagawa (蜷川 真優 GE)" userId="15d22be4-2d84-414d-ac66-ca09a50eae87" providerId="ADAL" clId="{2A43D1C7-C612-4547-BA11-3049DC01C97C}" dt="2026-01-29T03:18:41.601" v="5444" actId="478"/>
          <ac:spMkLst>
            <pc:docMk/>
            <pc:sldMk cId="2494420373" sldId="354"/>
            <ac:spMk id="7" creationId="{141A7AA5-8F37-A89A-4D5D-5AAA2900B25C}"/>
          </ac:spMkLst>
        </pc:spChg>
        <pc:spChg chg="add mod">
          <ac:chgData name="Mayu Ninagawa (蜷川 真優 GE)" userId="15d22be4-2d84-414d-ac66-ca09a50eae87" providerId="ADAL" clId="{2A43D1C7-C612-4547-BA11-3049DC01C97C}" dt="2026-01-29T09:13:18.290" v="7533"/>
          <ac:spMkLst>
            <pc:docMk/>
            <pc:sldMk cId="2494420373" sldId="354"/>
            <ac:spMk id="7" creationId="{FB1DE9FC-38A0-B54F-6CCB-22924238211E}"/>
          </ac:spMkLst>
        </pc:spChg>
        <pc:spChg chg="add mod">
          <ac:chgData name="Mayu Ninagawa (蜷川 真優 GE)" userId="15d22be4-2d84-414d-ac66-ca09a50eae87" providerId="ADAL" clId="{2A43D1C7-C612-4547-BA11-3049DC01C97C}" dt="2026-01-29T08:57:49.616" v="6962" actId="1076"/>
          <ac:spMkLst>
            <pc:docMk/>
            <pc:sldMk cId="2494420373" sldId="354"/>
            <ac:spMk id="8" creationId="{0CAF4FF1-8513-7BF6-11F0-3CEFD8AAE67D}"/>
          </ac:spMkLst>
        </pc:spChg>
        <pc:spChg chg="del">
          <ac:chgData name="Mayu Ninagawa (蜷川 真優 GE)" userId="15d22be4-2d84-414d-ac66-ca09a50eae87" providerId="ADAL" clId="{2A43D1C7-C612-4547-BA11-3049DC01C97C}" dt="2026-01-29T03:18:41.601" v="5444" actId="478"/>
          <ac:spMkLst>
            <pc:docMk/>
            <pc:sldMk cId="2494420373" sldId="354"/>
            <ac:spMk id="8" creationId="{7EFDD5F7-E364-A65E-85E1-8D80D33DD8EF}"/>
          </ac:spMkLst>
        </pc:spChg>
        <pc:spChg chg="add del mod">
          <ac:chgData name="Mayu Ninagawa (蜷川 真優 GE)" userId="15d22be4-2d84-414d-ac66-ca09a50eae87" providerId="ADAL" clId="{2A43D1C7-C612-4547-BA11-3049DC01C97C}" dt="2026-01-29T09:16:16.659" v="7777" actId="478"/>
          <ac:spMkLst>
            <pc:docMk/>
            <pc:sldMk cId="2494420373" sldId="354"/>
            <ac:spMk id="10" creationId="{92495904-E884-D087-E921-5CB2D86E4C8B}"/>
          </ac:spMkLst>
        </pc:spChg>
        <pc:spChg chg="del">
          <ac:chgData name="Mayu Ninagawa (蜷川 真優 GE)" userId="15d22be4-2d84-414d-ac66-ca09a50eae87" providerId="ADAL" clId="{2A43D1C7-C612-4547-BA11-3049DC01C97C}" dt="2026-01-29T03:18:41.601" v="5444" actId="478"/>
          <ac:spMkLst>
            <pc:docMk/>
            <pc:sldMk cId="2494420373" sldId="354"/>
            <ac:spMk id="11" creationId="{3FD2E6C6-87DA-1141-00DA-21D6031E7D50}"/>
          </ac:spMkLst>
        </pc:spChg>
        <pc:spChg chg="add del mod">
          <ac:chgData name="Mayu Ninagawa (蜷川 真優 GE)" userId="15d22be4-2d84-414d-ac66-ca09a50eae87" providerId="ADAL" clId="{2A43D1C7-C612-4547-BA11-3049DC01C97C}" dt="2026-01-29T09:13:36.876" v="7573" actId="478"/>
          <ac:spMkLst>
            <pc:docMk/>
            <pc:sldMk cId="2494420373" sldId="354"/>
            <ac:spMk id="40" creationId="{1BBF26D5-4ABF-0EFD-C976-D850878F1F4D}"/>
          </ac:spMkLst>
        </pc:spChg>
        <pc:spChg chg="del">
          <ac:chgData name="Mayu Ninagawa (蜷川 真優 GE)" userId="15d22be4-2d84-414d-ac66-ca09a50eae87" providerId="ADAL" clId="{2A43D1C7-C612-4547-BA11-3049DC01C97C}" dt="2026-01-29T03:18:41.601" v="5444" actId="478"/>
          <ac:spMkLst>
            <pc:docMk/>
            <pc:sldMk cId="2494420373" sldId="354"/>
            <ac:spMk id="40" creationId="{45FDB3CC-BDAD-5A86-EE36-EC0F7BE457E9}"/>
          </ac:spMkLst>
        </pc:spChg>
        <pc:spChg chg="mod">
          <ac:chgData name="Mayu Ninagawa (蜷川 真優 GE)" userId="15d22be4-2d84-414d-ac66-ca09a50eae87" providerId="ADAL" clId="{2A43D1C7-C612-4547-BA11-3049DC01C97C}" dt="2026-01-29T09:15:31.288" v="7752" actId="20577"/>
          <ac:spMkLst>
            <pc:docMk/>
            <pc:sldMk cId="2494420373" sldId="354"/>
            <ac:spMk id="42" creationId="{5DC51EA1-CCD7-96A1-AE02-1AD611FE951D}"/>
          </ac:spMkLst>
        </pc:spChg>
        <pc:spChg chg="del mod">
          <ac:chgData name="Mayu Ninagawa (蜷川 真優 GE)" userId="15d22be4-2d84-414d-ac66-ca09a50eae87" providerId="ADAL" clId="{2A43D1C7-C612-4547-BA11-3049DC01C97C}" dt="2026-01-29T08:57:39.918" v="6959" actId="478"/>
          <ac:spMkLst>
            <pc:docMk/>
            <pc:sldMk cId="2494420373" sldId="354"/>
            <ac:spMk id="44" creationId="{65E5EDC6-04B8-4516-5E67-9F167019AB1C}"/>
          </ac:spMkLst>
        </pc:spChg>
        <pc:picChg chg="del">
          <ac:chgData name="Mayu Ninagawa (蜷川 真優 GE)" userId="15d22be4-2d84-414d-ac66-ca09a50eae87" providerId="ADAL" clId="{2A43D1C7-C612-4547-BA11-3049DC01C97C}" dt="2026-01-29T03:18:41.601" v="5444" actId="478"/>
          <ac:picMkLst>
            <pc:docMk/>
            <pc:sldMk cId="2494420373" sldId="354"/>
            <ac:picMk id="10" creationId="{BF21433B-FD82-5729-5F97-700232F4470A}"/>
          </ac:picMkLst>
        </pc:picChg>
        <pc:picChg chg="add mod">
          <ac:chgData name="Mayu Ninagawa (蜷川 真優 GE)" userId="15d22be4-2d84-414d-ac66-ca09a50eae87" providerId="ADAL" clId="{2A43D1C7-C612-4547-BA11-3049DC01C97C}" dt="2026-01-29T09:10:32.687" v="7406" actId="1076"/>
          <ac:picMkLst>
            <pc:docMk/>
            <pc:sldMk cId="2494420373" sldId="354"/>
            <ac:picMk id="46" creationId="{5A980DDC-26D2-8994-300B-96FC0777113D}"/>
          </ac:picMkLst>
        </pc:picChg>
        <pc:picChg chg="del">
          <ac:chgData name="Mayu Ninagawa (蜷川 真優 GE)" userId="15d22be4-2d84-414d-ac66-ca09a50eae87" providerId="ADAL" clId="{2A43D1C7-C612-4547-BA11-3049DC01C97C}" dt="2026-01-29T03:18:41.601" v="5444" actId="478"/>
          <ac:picMkLst>
            <pc:docMk/>
            <pc:sldMk cId="2494420373" sldId="354"/>
            <ac:picMk id="409" creationId="{A1B24E57-B0FC-14B8-900D-B8BD98EBC556}"/>
          </ac:picMkLst>
        </pc:picChg>
      </pc:sldChg>
      <pc:sldChg chg="modSp">
        <pc:chgData name="Mayu Ninagawa (蜷川 真優 GE)" userId="15d22be4-2d84-414d-ac66-ca09a50eae87" providerId="ADAL" clId="{2A43D1C7-C612-4547-BA11-3049DC01C97C}" dt="2026-01-30T06:33:10.070" v="9552"/>
        <pc:sldMkLst>
          <pc:docMk/>
          <pc:sldMk cId="2861708508" sldId="357"/>
        </pc:sldMkLst>
        <pc:spChg chg="mod">
          <ac:chgData name="Mayu Ninagawa (蜷川 真優 GE)" userId="15d22be4-2d84-414d-ac66-ca09a50eae87" providerId="ADAL" clId="{2A43D1C7-C612-4547-BA11-3049DC01C97C}" dt="2026-01-30T06:33:10.070" v="9552"/>
          <ac:spMkLst>
            <pc:docMk/>
            <pc:sldMk cId="2861708508" sldId="357"/>
            <ac:spMk id="42" creationId="{445857C5-D8CF-C410-BD68-D67DBED087F5}"/>
          </ac:spMkLst>
        </pc:spChg>
        <pc:spChg chg="mod">
          <ac:chgData name="Mayu Ninagawa (蜷川 真優 GE)" userId="15d22be4-2d84-414d-ac66-ca09a50eae87" providerId="ADAL" clId="{2A43D1C7-C612-4547-BA11-3049DC01C97C}" dt="2026-01-30T06:33:10.070" v="9552"/>
          <ac:spMkLst>
            <pc:docMk/>
            <pc:sldMk cId="2861708508" sldId="357"/>
            <ac:spMk id="49" creationId="{081EBE60-3B9D-E8B4-046D-AA8A6DBBC177}"/>
          </ac:spMkLst>
        </pc:spChg>
      </pc:sldChg>
      <pc:sldChg chg="modSp">
        <pc:chgData name="Mayu Ninagawa (蜷川 真優 GE)" userId="15d22be4-2d84-414d-ac66-ca09a50eae87" providerId="ADAL" clId="{2A43D1C7-C612-4547-BA11-3049DC01C97C}" dt="2026-01-30T06:33:10.070" v="9552"/>
        <pc:sldMkLst>
          <pc:docMk/>
          <pc:sldMk cId="847155175" sldId="358"/>
        </pc:sldMkLst>
        <pc:spChg chg="mod">
          <ac:chgData name="Mayu Ninagawa (蜷川 真優 GE)" userId="15d22be4-2d84-414d-ac66-ca09a50eae87" providerId="ADAL" clId="{2A43D1C7-C612-4547-BA11-3049DC01C97C}" dt="2026-01-30T06:33:10.070" v="9552"/>
          <ac:spMkLst>
            <pc:docMk/>
            <pc:sldMk cId="847155175" sldId="358"/>
            <ac:spMk id="307" creationId="{CE007487-311C-E99E-6C07-46C3AF5902B4}"/>
          </ac:spMkLst>
        </pc:spChg>
        <pc:spChg chg="mod">
          <ac:chgData name="Mayu Ninagawa (蜷川 真優 GE)" userId="15d22be4-2d84-414d-ac66-ca09a50eae87" providerId="ADAL" clId="{2A43D1C7-C612-4547-BA11-3049DC01C97C}" dt="2026-01-30T06:33:10.070" v="9552"/>
          <ac:spMkLst>
            <pc:docMk/>
            <pc:sldMk cId="847155175" sldId="358"/>
            <ac:spMk id="313" creationId="{06253BCA-D331-F0DF-D143-9239CC47F985}"/>
          </ac:spMkLst>
        </pc:spChg>
        <pc:spChg chg="mod">
          <ac:chgData name="Mayu Ninagawa (蜷川 真優 GE)" userId="15d22be4-2d84-414d-ac66-ca09a50eae87" providerId="ADAL" clId="{2A43D1C7-C612-4547-BA11-3049DC01C97C}" dt="2026-01-30T06:33:10.070" v="9552"/>
          <ac:spMkLst>
            <pc:docMk/>
            <pc:sldMk cId="847155175" sldId="358"/>
            <ac:spMk id="315" creationId="{E7B0A6B5-545F-7A5D-9CBC-C178382108BC}"/>
          </ac:spMkLst>
        </pc:spChg>
      </pc:sldChg>
      <pc:sldChg chg="modSp">
        <pc:chgData name="Mayu Ninagawa (蜷川 真優 GE)" userId="15d22be4-2d84-414d-ac66-ca09a50eae87" providerId="ADAL" clId="{2A43D1C7-C612-4547-BA11-3049DC01C97C}" dt="2026-01-30T06:33:10.070" v="9552"/>
        <pc:sldMkLst>
          <pc:docMk/>
          <pc:sldMk cId="698687800" sldId="359"/>
        </pc:sldMkLst>
        <pc:spChg chg="mod">
          <ac:chgData name="Mayu Ninagawa (蜷川 真優 GE)" userId="15d22be4-2d84-414d-ac66-ca09a50eae87" providerId="ADAL" clId="{2A43D1C7-C612-4547-BA11-3049DC01C97C}" dt="2026-01-30T06:33:10.070" v="9552"/>
          <ac:spMkLst>
            <pc:docMk/>
            <pc:sldMk cId="698687800" sldId="359"/>
            <ac:spMk id="105" creationId="{26545503-1099-4921-C7A0-92DA5A66D5F8}"/>
          </ac:spMkLst>
        </pc:spChg>
        <pc:spChg chg="mod">
          <ac:chgData name="Mayu Ninagawa (蜷川 真優 GE)" userId="15d22be4-2d84-414d-ac66-ca09a50eae87" providerId="ADAL" clId="{2A43D1C7-C612-4547-BA11-3049DC01C97C}" dt="2026-01-30T06:33:10.070" v="9552"/>
          <ac:spMkLst>
            <pc:docMk/>
            <pc:sldMk cId="698687800" sldId="359"/>
            <ac:spMk id="118" creationId="{C7FAC28C-08EB-E7EE-5F45-BB2D71B6BB1F}"/>
          </ac:spMkLst>
        </pc:spChg>
        <pc:spChg chg="mod">
          <ac:chgData name="Mayu Ninagawa (蜷川 真優 GE)" userId="15d22be4-2d84-414d-ac66-ca09a50eae87" providerId="ADAL" clId="{2A43D1C7-C612-4547-BA11-3049DC01C97C}" dt="2026-01-30T06:33:10.070" v="9552"/>
          <ac:spMkLst>
            <pc:docMk/>
            <pc:sldMk cId="698687800" sldId="359"/>
            <ac:spMk id="120" creationId="{7C502348-02CD-D8A5-6DCD-AEC676A7BFDD}"/>
          </ac:spMkLst>
        </pc:spChg>
        <pc:spChg chg="mod">
          <ac:chgData name="Mayu Ninagawa (蜷川 真優 GE)" userId="15d22be4-2d84-414d-ac66-ca09a50eae87" providerId="ADAL" clId="{2A43D1C7-C612-4547-BA11-3049DC01C97C}" dt="2026-01-30T06:33:10.070" v="9552"/>
          <ac:spMkLst>
            <pc:docMk/>
            <pc:sldMk cId="698687800" sldId="359"/>
            <ac:spMk id="131" creationId="{5239CD43-F088-CC42-7A40-D858AD8B7AD2}"/>
          </ac:spMkLst>
        </pc:spChg>
        <pc:spChg chg="mod">
          <ac:chgData name="Mayu Ninagawa (蜷川 真優 GE)" userId="15d22be4-2d84-414d-ac66-ca09a50eae87" providerId="ADAL" clId="{2A43D1C7-C612-4547-BA11-3049DC01C97C}" dt="2026-01-30T06:33:10.070" v="9552"/>
          <ac:spMkLst>
            <pc:docMk/>
            <pc:sldMk cId="698687800" sldId="359"/>
            <ac:spMk id="138" creationId="{783A699E-A4AB-93B9-E68B-0F75806D3BBD}"/>
          </ac:spMkLst>
        </pc:spChg>
      </pc:sldChg>
      <pc:sldChg chg="modSp">
        <pc:chgData name="Mayu Ninagawa (蜷川 真優 GE)" userId="15d22be4-2d84-414d-ac66-ca09a50eae87" providerId="ADAL" clId="{2A43D1C7-C612-4547-BA11-3049DC01C97C}" dt="2026-01-30T06:33:10.070" v="9552"/>
        <pc:sldMkLst>
          <pc:docMk/>
          <pc:sldMk cId="1497128120" sldId="360"/>
        </pc:sldMkLst>
        <pc:spChg chg="mod">
          <ac:chgData name="Mayu Ninagawa (蜷川 真優 GE)" userId="15d22be4-2d84-414d-ac66-ca09a50eae87" providerId="ADAL" clId="{2A43D1C7-C612-4547-BA11-3049DC01C97C}" dt="2026-01-30T06:33:10.070" v="9552"/>
          <ac:spMkLst>
            <pc:docMk/>
            <pc:sldMk cId="1497128120" sldId="360"/>
            <ac:spMk id="96" creationId="{50C65476-37AB-2557-A54B-10CD189C6483}"/>
          </ac:spMkLst>
        </pc:spChg>
      </pc:sldChg>
      <pc:sldChg chg="modSp">
        <pc:chgData name="Mayu Ninagawa (蜷川 真優 GE)" userId="15d22be4-2d84-414d-ac66-ca09a50eae87" providerId="ADAL" clId="{2A43D1C7-C612-4547-BA11-3049DC01C97C}" dt="2026-01-29T03:21:01.776" v="5488"/>
        <pc:sldMkLst>
          <pc:docMk/>
          <pc:sldMk cId="823542726" sldId="361"/>
        </pc:sldMkLst>
        <pc:spChg chg="mod">
          <ac:chgData name="Mayu Ninagawa (蜷川 真優 GE)" userId="15d22be4-2d84-414d-ac66-ca09a50eae87" providerId="ADAL" clId="{2A43D1C7-C612-4547-BA11-3049DC01C97C}" dt="2026-01-29T03:21:01.776" v="5488"/>
          <ac:spMkLst>
            <pc:docMk/>
            <pc:sldMk cId="823542726" sldId="361"/>
            <ac:spMk id="6" creationId="{DF0298C5-7C87-8EDC-2671-7F2716D6CB60}"/>
          </ac:spMkLst>
        </pc:spChg>
      </pc:sldChg>
      <pc:sldChg chg="modSp">
        <pc:chgData name="Mayu Ninagawa (蜷川 真優 GE)" userId="15d22be4-2d84-414d-ac66-ca09a50eae87" providerId="ADAL" clId="{2A43D1C7-C612-4547-BA11-3049DC01C97C}" dt="2026-01-29T03:21:01.776" v="5488"/>
        <pc:sldMkLst>
          <pc:docMk/>
          <pc:sldMk cId="1785380027" sldId="363"/>
        </pc:sldMkLst>
        <pc:spChg chg="mod">
          <ac:chgData name="Mayu Ninagawa (蜷川 真優 GE)" userId="15d22be4-2d84-414d-ac66-ca09a50eae87" providerId="ADAL" clId="{2A43D1C7-C612-4547-BA11-3049DC01C97C}" dt="2026-01-29T03:21:01.776" v="5488"/>
          <ac:spMkLst>
            <pc:docMk/>
            <pc:sldMk cId="1785380027" sldId="363"/>
            <ac:spMk id="6" creationId="{DF0298C5-7C87-8EDC-2671-7F2716D6CB60}"/>
          </ac:spMkLst>
        </pc:spChg>
      </pc:sldChg>
      <pc:sldChg chg="modSp">
        <pc:chgData name="Mayu Ninagawa (蜷川 真優 GE)" userId="15d22be4-2d84-414d-ac66-ca09a50eae87" providerId="ADAL" clId="{2A43D1C7-C612-4547-BA11-3049DC01C97C}" dt="2026-01-29T03:21:01.776" v="5488"/>
        <pc:sldMkLst>
          <pc:docMk/>
          <pc:sldMk cId="735377845" sldId="364"/>
        </pc:sldMkLst>
        <pc:spChg chg="mod">
          <ac:chgData name="Mayu Ninagawa (蜷川 真優 GE)" userId="15d22be4-2d84-414d-ac66-ca09a50eae87" providerId="ADAL" clId="{2A43D1C7-C612-4547-BA11-3049DC01C97C}" dt="2026-01-29T03:21:01.776" v="5488"/>
          <ac:spMkLst>
            <pc:docMk/>
            <pc:sldMk cId="735377845" sldId="364"/>
            <ac:spMk id="6" creationId="{DF0298C5-7C87-8EDC-2671-7F2716D6CB60}"/>
          </ac:spMkLst>
        </pc:spChg>
      </pc:sldChg>
      <pc:sldChg chg="modSp mod">
        <pc:chgData name="Mayu Ninagawa (蜷川 真優 GE)" userId="15d22be4-2d84-414d-ac66-ca09a50eae87" providerId="ADAL" clId="{2A43D1C7-C612-4547-BA11-3049DC01C97C}" dt="2026-01-30T06:33:10.070" v="9552"/>
        <pc:sldMkLst>
          <pc:docMk/>
          <pc:sldMk cId="1925714285" sldId="366"/>
        </pc:sldMkLst>
        <pc:graphicFrameChg chg="mod modGraphic">
          <ac:chgData name="Mayu Ninagawa (蜷川 真優 GE)" userId="15d22be4-2d84-414d-ac66-ca09a50eae87" providerId="ADAL" clId="{2A43D1C7-C612-4547-BA11-3049DC01C97C}" dt="2026-01-30T06:33:10.070" v="9552"/>
          <ac:graphicFrameMkLst>
            <pc:docMk/>
            <pc:sldMk cId="1925714285" sldId="366"/>
            <ac:graphicFrameMk id="4" creationId="{705EF53B-5047-6A33-7DE0-051B9A66CED6}"/>
          </ac:graphicFrameMkLst>
        </pc:graphicFrameChg>
      </pc:sldChg>
      <pc:sldChg chg="mod modShow">
        <pc:chgData name="Mayu Ninagawa (蜷川 真優 GE)" userId="15d22be4-2d84-414d-ac66-ca09a50eae87" providerId="ADAL" clId="{2A43D1C7-C612-4547-BA11-3049DC01C97C}" dt="2026-01-21T08:36:58.761" v="3442" actId="729"/>
        <pc:sldMkLst>
          <pc:docMk/>
          <pc:sldMk cId="2708797565" sldId="367"/>
        </pc:sldMkLst>
      </pc:sldChg>
      <pc:sldChg chg="modSp">
        <pc:chgData name="Mayu Ninagawa (蜷川 真優 GE)" userId="15d22be4-2d84-414d-ac66-ca09a50eae87" providerId="ADAL" clId="{2A43D1C7-C612-4547-BA11-3049DC01C97C}" dt="2026-01-30T06:33:10.070" v="9552"/>
        <pc:sldMkLst>
          <pc:docMk/>
          <pc:sldMk cId="709869430" sldId="369"/>
        </pc:sldMkLst>
        <pc:graphicFrameChg chg="mod">
          <ac:chgData name="Mayu Ninagawa (蜷川 真優 GE)" userId="15d22be4-2d84-414d-ac66-ca09a50eae87" providerId="ADAL" clId="{2A43D1C7-C612-4547-BA11-3049DC01C97C}" dt="2026-01-30T06:33:10.070" v="9552"/>
          <ac:graphicFrameMkLst>
            <pc:docMk/>
            <pc:sldMk cId="709869430" sldId="369"/>
            <ac:graphicFrameMk id="10" creationId="{7C718E74-7A40-5D51-18F7-E397C2095CAA}"/>
          </ac:graphicFrameMkLst>
        </pc:graphicFrameChg>
      </pc:sldChg>
      <pc:sldChg chg="modSp mod ord modShow">
        <pc:chgData name="Mayu Ninagawa (蜷川 真優 GE)" userId="15d22be4-2d84-414d-ac66-ca09a50eae87" providerId="ADAL" clId="{2A43D1C7-C612-4547-BA11-3049DC01C97C}" dt="2026-01-30T08:20:35.544" v="10173" actId="20577"/>
        <pc:sldMkLst>
          <pc:docMk/>
          <pc:sldMk cId="4161718202" sldId="370"/>
        </pc:sldMkLst>
        <pc:graphicFrameChg chg="mod modGraphic">
          <ac:chgData name="Mayu Ninagawa (蜷川 真優 GE)" userId="15d22be4-2d84-414d-ac66-ca09a50eae87" providerId="ADAL" clId="{2A43D1C7-C612-4547-BA11-3049DC01C97C}" dt="2026-01-30T08:20:35.544" v="10173" actId="20577"/>
          <ac:graphicFrameMkLst>
            <pc:docMk/>
            <pc:sldMk cId="4161718202" sldId="370"/>
            <ac:graphicFrameMk id="6" creationId="{1BE6163E-1C57-223C-4EDD-B15C81E3D7A9}"/>
          </ac:graphicFrameMkLst>
        </pc:graphicFrameChg>
        <pc:graphicFrameChg chg="mod modGraphic">
          <ac:chgData name="Mayu Ninagawa (蜷川 真優 GE)" userId="15d22be4-2d84-414d-ac66-ca09a50eae87" providerId="ADAL" clId="{2A43D1C7-C612-4547-BA11-3049DC01C97C}" dt="2026-01-30T08:19:06.505" v="10149" actId="14734"/>
          <ac:graphicFrameMkLst>
            <pc:docMk/>
            <pc:sldMk cId="4161718202" sldId="370"/>
            <ac:graphicFrameMk id="8" creationId="{09FD96DD-ADC0-995B-F368-B5903BD86602}"/>
          </ac:graphicFrameMkLst>
        </pc:graphicFrameChg>
      </pc:sldChg>
      <pc:sldChg chg="modSp mod">
        <pc:chgData name="Mayu Ninagawa (蜷川 真優 GE)" userId="15d22be4-2d84-414d-ac66-ca09a50eae87" providerId="ADAL" clId="{2A43D1C7-C612-4547-BA11-3049DC01C97C}" dt="2026-01-30T06:33:10.070" v="9552"/>
        <pc:sldMkLst>
          <pc:docMk/>
          <pc:sldMk cId="2498319697" sldId="371"/>
        </pc:sldMkLst>
        <pc:spChg chg="mod">
          <ac:chgData name="Mayu Ninagawa (蜷川 真優 GE)" userId="15d22be4-2d84-414d-ac66-ca09a50eae87" providerId="ADAL" clId="{2A43D1C7-C612-4547-BA11-3049DC01C97C}" dt="2026-01-20T08:37:47.705" v="1163" actId="14100"/>
          <ac:spMkLst>
            <pc:docMk/>
            <pc:sldMk cId="2498319697" sldId="371"/>
            <ac:spMk id="4" creationId="{DFAB56DE-8607-3F4B-764C-1059C94762AA}"/>
          </ac:spMkLst>
        </pc:spChg>
        <pc:graphicFrameChg chg="mod modGraphic">
          <ac:chgData name="Mayu Ninagawa (蜷川 真優 GE)" userId="15d22be4-2d84-414d-ac66-ca09a50eae87" providerId="ADAL" clId="{2A43D1C7-C612-4547-BA11-3049DC01C97C}" dt="2026-01-30T06:33:10.070" v="9552"/>
          <ac:graphicFrameMkLst>
            <pc:docMk/>
            <pc:sldMk cId="2498319697" sldId="371"/>
            <ac:graphicFrameMk id="6" creationId="{8DEFC60D-E6A7-F4D6-69A0-6AC95A7D618B}"/>
          </ac:graphicFrameMkLst>
        </pc:graphicFrameChg>
      </pc:sldChg>
      <pc:sldChg chg="modSp">
        <pc:chgData name="Mayu Ninagawa (蜷川 真優 GE)" userId="15d22be4-2d84-414d-ac66-ca09a50eae87" providerId="ADAL" clId="{2A43D1C7-C612-4547-BA11-3049DC01C97C}" dt="2026-01-30T06:33:10.070" v="9552"/>
        <pc:sldMkLst>
          <pc:docMk/>
          <pc:sldMk cId="3001469719" sldId="372"/>
        </pc:sldMkLst>
        <pc:spChg chg="mod">
          <ac:chgData name="Mayu Ninagawa (蜷川 真優 GE)" userId="15d22be4-2d84-414d-ac66-ca09a50eae87" providerId="ADAL" clId="{2A43D1C7-C612-4547-BA11-3049DC01C97C}" dt="2026-01-30T06:33:10.070" v="9552"/>
          <ac:spMkLst>
            <pc:docMk/>
            <pc:sldMk cId="3001469719" sldId="372"/>
            <ac:spMk id="48" creationId="{3F3A4AF8-5113-C260-97B6-A78D9CFAC06B}"/>
          </ac:spMkLst>
        </pc:spChg>
      </pc:sldChg>
      <pc:sldChg chg="modSp mod">
        <pc:chgData name="Mayu Ninagawa (蜷川 真優 GE)" userId="15d22be4-2d84-414d-ac66-ca09a50eae87" providerId="ADAL" clId="{2A43D1C7-C612-4547-BA11-3049DC01C97C}" dt="2026-01-30T06:33:10.070" v="9552"/>
        <pc:sldMkLst>
          <pc:docMk/>
          <pc:sldMk cId="2272161432" sldId="373"/>
        </pc:sldMkLst>
        <pc:graphicFrameChg chg="mod modGraphic">
          <ac:chgData name="Mayu Ninagawa (蜷川 真優 GE)" userId="15d22be4-2d84-414d-ac66-ca09a50eae87" providerId="ADAL" clId="{2A43D1C7-C612-4547-BA11-3049DC01C97C}" dt="2026-01-30T06:33:10.070" v="9552"/>
          <ac:graphicFrameMkLst>
            <pc:docMk/>
            <pc:sldMk cId="2272161432" sldId="373"/>
            <ac:graphicFrameMk id="3" creationId="{7F0A514B-145D-C674-71DF-343B3B63887D}"/>
          </ac:graphicFrameMkLst>
        </pc:graphicFrameChg>
      </pc:sldChg>
      <pc:sldChg chg="addSp delSp modSp mod">
        <pc:chgData name="Mayu Ninagawa (蜷川 真優 GE)" userId="15d22be4-2d84-414d-ac66-ca09a50eae87" providerId="ADAL" clId="{2A43D1C7-C612-4547-BA11-3049DC01C97C}" dt="2026-01-29T09:11:10.835" v="7420" actId="14100"/>
        <pc:sldMkLst>
          <pc:docMk/>
          <pc:sldMk cId="2885507277" sldId="374"/>
        </pc:sldMkLst>
        <pc:spChg chg="mod">
          <ac:chgData name="Mayu Ninagawa (蜷川 真優 GE)" userId="15d22be4-2d84-414d-ac66-ca09a50eae87" providerId="ADAL" clId="{2A43D1C7-C612-4547-BA11-3049DC01C97C}" dt="2026-01-29T03:13:27.381" v="5164" actId="20577"/>
          <ac:spMkLst>
            <pc:docMk/>
            <pc:sldMk cId="2885507277" sldId="374"/>
            <ac:spMk id="2" creationId="{B73CBE3E-691D-3C96-8FBB-4F1B73809788}"/>
          </ac:spMkLst>
        </pc:spChg>
        <pc:spChg chg="mod">
          <ac:chgData name="Mayu Ninagawa (蜷川 真優 GE)" userId="15d22be4-2d84-414d-ac66-ca09a50eae87" providerId="ADAL" clId="{2A43D1C7-C612-4547-BA11-3049DC01C97C}" dt="2026-01-29T08:55:59.241" v="6887" actId="20577"/>
          <ac:spMkLst>
            <pc:docMk/>
            <pc:sldMk cId="2885507277" sldId="374"/>
            <ac:spMk id="3" creationId="{D019A5A1-3327-4AB3-94B4-238CB556A6B5}"/>
          </ac:spMkLst>
        </pc:spChg>
        <pc:spChg chg="del">
          <ac:chgData name="Mayu Ninagawa (蜷川 真優 GE)" userId="15d22be4-2d84-414d-ac66-ca09a50eae87" providerId="ADAL" clId="{2A43D1C7-C612-4547-BA11-3049DC01C97C}" dt="2026-01-29T03:13:42.927" v="5168" actId="478"/>
          <ac:spMkLst>
            <pc:docMk/>
            <pc:sldMk cId="2885507277" sldId="374"/>
            <ac:spMk id="7" creationId="{141A7AA5-8F37-A89A-4D5D-5AAA2900B25C}"/>
          </ac:spMkLst>
        </pc:spChg>
        <pc:spChg chg="del">
          <ac:chgData name="Mayu Ninagawa (蜷川 真優 GE)" userId="15d22be4-2d84-414d-ac66-ca09a50eae87" providerId="ADAL" clId="{2A43D1C7-C612-4547-BA11-3049DC01C97C}" dt="2026-01-29T03:13:42.927" v="5168" actId="478"/>
          <ac:spMkLst>
            <pc:docMk/>
            <pc:sldMk cId="2885507277" sldId="374"/>
            <ac:spMk id="8" creationId="{7EFDD5F7-E364-A65E-85E1-8D80D33DD8EF}"/>
          </ac:spMkLst>
        </pc:spChg>
        <pc:spChg chg="del">
          <ac:chgData name="Mayu Ninagawa (蜷川 真優 GE)" userId="15d22be4-2d84-414d-ac66-ca09a50eae87" providerId="ADAL" clId="{2A43D1C7-C612-4547-BA11-3049DC01C97C}" dt="2026-01-29T03:13:42.927" v="5168" actId="478"/>
          <ac:spMkLst>
            <pc:docMk/>
            <pc:sldMk cId="2885507277" sldId="374"/>
            <ac:spMk id="11" creationId="{3FD2E6C6-87DA-1141-00DA-21D6031E7D50}"/>
          </ac:spMkLst>
        </pc:spChg>
        <pc:spChg chg="del mod">
          <ac:chgData name="Mayu Ninagawa (蜷川 真優 GE)" userId="15d22be4-2d84-414d-ac66-ca09a50eae87" providerId="ADAL" clId="{2A43D1C7-C612-4547-BA11-3049DC01C97C}" dt="2026-01-29T03:13:42.927" v="5168" actId="478"/>
          <ac:spMkLst>
            <pc:docMk/>
            <pc:sldMk cId="2885507277" sldId="374"/>
            <ac:spMk id="40" creationId="{45FDB3CC-BDAD-5A86-EE36-EC0F7BE457E9}"/>
          </ac:spMkLst>
        </pc:spChg>
        <pc:spChg chg="del mod">
          <ac:chgData name="Mayu Ninagawa (蜷川 真優 GE)" userId="15d22be4-2d84-414d-ac66-ca09a50eae87" providerId="ADAL" clId="{2A43D1C7-C612-4547-BA11-3049DC01C97C}" dt="2026-01-29T03:13:42.927" v="5168" actId="478"/>
          <ac:spMkLst>
            <pc:docMk/>
            <pc:sldMk cId="2885507277" sldId="374"/>
            <ac:spMk id="42" creationId="{5DC51EA1-CCD7-96A1-AE02-1AD611FE951D}"/>
          </ac:spMkLst>
        </pc:spChg>
        <pc:spChg chg="del">
          <ac:chgData name="Mayu Ninagawa (蜷川 真優 GE)" userId="15d22be4-2d84-414d-ac66-ca09a50eae87" providerId="ADAL" clId="{2A43D1C7-C612-4547-BA11-3049DC01C97C}" dt="2026-01-29T03:13:42.927" v="5168" actId="478"/>
          <ac:spMkLst>
            <pc:docMk/>
            <pc:sldMk cId="2885507277" sldId="374"/>
            <ac:spMk id="43" creationId="{C0762E4F-D01C-63E6-4B22-66BE4FCA804E}"/>
          </ac:spMkLst>
        </pc:spChg>
        <pc:spChg chg="del">
          <ac:chgData name="Mayu Ninagawa (蜷川 真優 GE)" userId="15d22be4-2d84-414d-ac66-ca09a50eae87" providerId="ADAL" clId="{2A43D1C7-C612-4547-BA11-3049DC01C97C}" dt="2026-01-29T03:13:42.927" v="5168" actId="478"/>
          <ac:spMkLst>
            <pc:docMk/>
            <pc:sldMk cId="2885507277" sldId="374"/>
            <ac:spMk id="44" creationId="{65E5EDC6-04B8-4516-5E67-9F167019AB1C}"/>
          </ac:spMkLst>
        </pc:spChg>
        <pc:spChg chg="add del mod">
          <ac:chgData name="Mayu Ninagawa (蜷川 真優 GE)" userId="15d22be4-2d84-414d-ac66-ca09a50eae87" providerId="ADAL" clId="{2A43D1C7-C612-4547-BA11-3049DC01C97C}" dt="2026-01-29T03:14:09.896" v="5175" actId="21"/>
          <ac:spMkLst>
            <pc:docMk/>
            <pc:sldMk cId="2885507277" sldId="374"/>
            <ac:spMk id="47" creationId="{03552BDA-8D50-583C-94CC-60ED9825CC1E}"/>
          </ac:spMkLst>
        </pc:spChg>
        <pc:spChg chg="add del mod">
          <ac:chgData name="Mayu Ninagawa (蜷川 真優 GE)" userId="15d22be4-2d84-414d-ac66-ca09a50eae87" providerId="ADAL" clId="{2A43D1C7-C612-4547-BA11-3049DC01C97C}" dt="2026-01-29T03:14:09.896" v="5175" actId="21"/>
          <ac:spMkLst>
            <pc:docMk/>
            <pc:sldMk cId="2885507277" sldId="374"/>
            <ac:spMk id="48" creationId="{FB8EB52E-52A6-13B0-9C18-2596247FD6F7}"/>
          </ac:spMkLst>
        </pc:spChg>
        <pc:spChg chg="add del mod">
          <ac:chgData name="Mayu Ninagawa (蜷川 真優 GE)" userId="15d22be4-2d84-414d-ac66-ca09a50eae87" providerId="ADAL" clId="{2A43D1C7-C612-4547-BA11-3049DC01C97C}" dt="2026-01-29T03:14:09.896" v="5175" actId="21"/>
          <ac:spMkLst>
            <pc:docMk/>
            <pc:sldMk cId="2885507277" sldId="374"/>
            <ac:spMk id="49" creationId="{9DAE1943-DBFA-16CC-9188-F94987F2578F}"/>
          </ac:spMkLst>
        </pc:spChg>
        <pc:spChg chg="add del mod">
          <ac:chgData name="Mayu Ninagawa (蜷川 真優 GE)" userId="15d22be4-2d84-414d-ac66-ca09a50eae87" providerId="ADAL" clId="{2A43D1C7-C612-4547-BA11-3049DC01C97C}" dt="2026-01-29T03:14:09.896" v="5175" actId="21"/>
          <ac:spMkLst>
            <pc:docMk/>
            <pc:sldMk cId="2885507277" sldId="374"/>
            <ac:spMk id="50" creationId="{48E3D472-7AD0-9D90-D8E6-D44473B9FA0B}"/>
          </ac:spMkLst>
        </pc:spChg>
        <pc:spChg chg="add del mod">
          <ac:chgData name="Mayu Ninagawa (蜷川 真優 GE)" userId="15d22be4-2d84-414d-ac66-ca09a50eae87" providerId="ADAL" clId="{2A43D1C7-C612-4547-BA11-3049DC01C97C}" dt="2026-01-29T03:14:09.896" v="5175" actId="21"/>
          <ac:spMkLst>
            <pc:docMk/>
            <pc:sldMk cId="2885507277" sldId="374"/>
            <ac:spMk id="51" creationId="{45CB3515-D1F9-DB6C-80B2-ED31F4C6AD63}"/>
          </ac:spMkLst>
        </pc:spChg>
        <pc:spChg chg="add del mod">
          <ac:chgData name="Mayu Ninagawa (蜷川 真優 GE)" userId="15d22be4-2d84-414d-ac66-ca09a50eae87" providerId="ADAL" clId="{2A43D1C7-C612-4547-BA11-3049DC01C97C}" dt="2026-01-29T03:14:09.896" v="5175" actId="21"/>
          <ac:spMkLst>
            <pc:docMk/>
            <pc:sldMk cId="2885507277" sldId="374"/>
            <ac:spMk id="53" creationId="{291B9694-3FF4-4539-AE82-28F5BE96FB95}"/>
          </ac:spMkLst>
        </pc:spChg>
        <pc:spChg chg="add del mod">
          <ac:chgData name="Mayu Ninagawa (蜷川 真優 GE)" userId="15d22be4-2d84-414d-ac66-ca09a50eae87" providerId="ADAL" clId="{2A43D1C7-C612-4547-BA11-3049DC01C97C}" dt="2026-01-29T03:14:09.896" v="5175" actId="21"/>
          <ac:spMkLst>
            <pc:docMk/>
            <pc:sldMk cId="2885507277" sldId="374"/>
            <ac:spMk id="55" creationId="{537C2889-9F8E-3EA6-0C3C-E09AD3BBEB07}"/>
          </ac:spMkLst>
        </pc:spChg>
        <pc:spChg chg="add del mod">
          <ac:chgData name="Mayu Ninagawa (蜷川 真優 GE)" userId="15d22be4-2d84-414d-ac66-ca09a50eae87" providerId="ADAL" clId="{2A43D1C7-C612-4547-BA11-3049DC01C97C}" dt="2026-01-29T03:14:09.896" v="5175" actId="21"/>
          <ac:spMkLst>
            <pc:docMk/>
            <pc:sldMk cId="2885507277" sldId="374"/>
            <ac:spMk id="57" creationId="{42FBE52B-6140-5A74-4588-C0ED6C12F6C6}"/>
          </ac:spMkLst>
        </pc:spChg>
        <pc:spChg chg="add del mod">
          <ac:chgData name="Mayu Ninagawa (蜷川 真優 GE)" userId="15d22be4-2d84-414d-ac66-ca09a50eae87" providerId="ADAL" clId="{2A43D1C7-C612-4547-BA11-3049DC01C97C}" dt="2026-01-29T03:14:09.896" v="5175" actId="21"/>
          <ac:spMkLst>
            <pc:docMk/>
            <pc:sldMk cId="2885507277" sldId="374"/>
            <ac:spMk id="58" creationId="{8264BA07-B8FF-E8EE-4553-6A95792DA779}"/>
          </ac:spMkLst>
        </pc:spChg>
        <pc:spChg chg="add del mod">
          <ac:chgData name="Mayu Ninagawa (蜷川 真優 GE)" userId="15d22be4-2d84-414d-ac66-ca09a50eae87" providerId="ADAL" clId="{2A43D1C7-C612-4547-BA11-3049DC01C97C}" dt="2026-01-29T03:14:09.896" v="5175" actId="21"/>
          <ac:spMkLst>
            <pc:docMk/>
            <pc:sldMk cId="2885507277" sldId="374"/>
            <ac:spMk id="59" creationId="{EFCBCCFD-E919-2F7C-9E87-3C418319C690}"/>
          </ac:spMkLst>
        </pc:spChg>
        <pc:spChg chg="add del mod">
          <ac:chgData name="Mayu Ninagawa (蜷川 真優 GE)" userId="15d22be4-2d84-414d-ac66-ca09a50eae87" providerId="ADAL" clId="{2A43D1C7-C612-4547-BA11-3049DC01C97C}" dt="2026-01-29T03:14:09.896" v="5175" actId="21"/>
          <ac:spMkLst>
            <pc:docMk/>
            <pc:sldMk cId="2885507277" sldId="374"/>
            <ac:spMk id="60" creationId="{B338FD47-9C10-FFB4-BAD3-AEE6A3518092}"/>
          </ac:spMkLst>
        </pc:spChg>
        <pc:spChg chg="add del mod">
          <ac:chgData name="Mayu Ninagawa (蜷川 真優 GE)" userId="15d22be4-2d84-414d-ac66-ca09a50eae87" providerId="ADAL" clId="{2A43D1C7-C612-4547-BA11-3049DC01C97C}" dt="2026-01-29T03:14:09.896" v="5175" actId="21"/>
          <ac:spMkLst>
            <pc:docMk/>
            <pc:sldMk cId="2885507277" sldId="374"/>
            <ac:spMk id="61" creationId="{09779CF7-2B0F-522C-6229-6D87A3BAE4FB}"/>
          </ac:spMkLst>
        </pc:spChg>
        <pc:spChg chg="add del mod">
          <ac:chgData name="Mayu Ninagawa (蜷川 真優 GE)" userId="15d22be4-2d84-414d-ac66-ca09a50eae87" providerId="ADAL" clId="{2A43D1C7-C612-4547-BA11-3049DC01C97C}" dt="2026-01-29T03:14:09.896" v="5175" actId="21"/>
          <ac:spMkLst>
            <pc:docMk/>
            <pc:sldMk cId="2885507277" sldId="374"/>
            <ac:spMk id="62" creationId="{889CBE9B-9360-4165-1DC5-ED8C4438A366}"/>
          </ac:spMkLst>
        </pc:spChg>
        <pc:spChg chg="mod">
          <ac:chgData name="Mayu Ninagawa (蜷川 真優 GE)" userId="15d22be4-2d84-414d-ac66-ca09a50eae87" providerId="ADAL" clId="{2A43D1C7-C612-4547-BA11-3049DC01C97C}" dt="2026-01-29T03:16:42.357" v="5409"/>
          <ac:spMkLst>
            <pc:docMk/>
            <pc:sldMk cId="2885507277" sldId="374"/>
            <ac:spMk id="64" creationId="{C6E11A28-5D48-5C93-742C-5C898DE024C6}"/>
          </ac:spMkLst>
        </pc:spChg>
        <pc:spChg chg="mod">
          <ac:chgData name="Mayu Ninagawa (蜷川 真優 GE)" userId="15d22be4-2d84-414d-ac66-ca09a50eae87" providerId="ADAL" clId="{2A43D1C7-C612-4547-BA11-3049DC01C97C}" dt="2026-01-29T03:16:42.357" v="5409"/>
          <ac:spMkLst>
            <pc:docMk/>
            <pc:sldMk cId="2885507277" sldId="374"/>
            <ac:spMk id="65" creationId="{83628C5F-0DA6-BD3A-EDD9-260A6AB64110}"/>
          </ac:spMkLst>
        </pc:spChg>
        <pc:spChg chg="mod">
          <ac:chgData name="Mayu Ninagawa (蜷川 真優 GE)" userId="15d22be4-2d84-414d-ac66-ca09a50eae87" providerId="ADAL" clId="{2A43D1C7-C612-4547-BA11-3049DC01C97C}" dt="2026-01-29T03:16:42.357" v="5409"/>
          <ac:spMkLst>
            <pc:docMk/>
            <pc:sldMk cId="2885507277" sldId="374"/>
            <ac:spMk id="66" creationId="{991E26AD-059D-900A-028D-D987558BA2EA}"/>
          </ac:spMkLst>
        </pc:spChg>
        <pc:spChg chg="mod">
          <ac:chgData name="Mayu Ninagawa (蜷川 真優 GE)" userId="15d22be4-2d84-414d-ac66-ca09a50eae87" providerId="ADAL" clId="{2A43D1C7-C612-4547-BA11-3049DC01C97C}" dt="2026-01-29T03:16:42.357" v="5409"/>
          <ac:spMkLst>
            <pc:docMk/>
            <pc:sldMk cId="2885507277" sldId="374"/>
            <ac:spMk id="67" creationId="{D785AA35-CD4F-18A1-952D-02AEEA43140B}"/>
          </ac:spMkLst>
        </pc:spChg>
        <pc:spChg chg="mod">
          <ac:chgData name="Mayu Ninagawa (蜷川 真優 GE)" userId="15d22be4-2d84-414d-ac66-ca09a50eae87" providerId="ADAL" clId="{2A43D1C7-C612-4547-BA11-3049DC01C97C}" dt="2026-01-29T03:16:42.357" v="5409"/>
          <ac:spMkLst>
            <pc:docMk/>
            <pc:sldMk cId="2885507277" sldId="374"/>
            <ac:spMk id="68" creationId="{2B924596-2799-DEBD-571C-8BB6D080FA52}"/>
          </ac:spMkLst>
        </pc:spChg>
        <pc:spChg chg="mod">
          <ac:chgData name="Mayu Ninagawa (蜷川 真優 GE)" userId="15d22be4-2d84-414d-ac66-ca09a50eae87" providerId="ADAL" clId="{2A43D1C7-C612-4547-BA11-3049DC01C97C}" dt="2026-01-29T03:16:42.357" v="5409"/>
          <ac:spMkLst>
            <pc:docMk/>
            <pc:sldMk cId="2885507277" sldId="374"/>
            <ac:spMk id="69" creationId="{5036BFF3-EA5C-F870-7A10-5810EC3DA0BD}"/>
          </ac:spMkLst>
        </pc:spChg>
        <pc:spChg chg="mod">
          <ac:chgData name="Mayu Ninagawa (蜷川 真優 GE)" userId="15d22be4-2d84-414d-ac66-ca09a50eae87" providerId="ADAL" clId="{2A43D1C7-C612-4547-BA11-3049DC01C97C}" dt="2026-01-29T03:16:42.357" v="5409"/>
          <ac:spMkLst>
            <pc:docMk/>
            <pc:sldMk cId="2885507277" sldId="374"/>
            <ac:spMk id="70" creationId="{520EDEC0-4460-8DF7-370B-26DAB54FBCC6}"/>
          </ac:spMkLst>
        </pc:spChg>
        <pc:spChg chg="mod">
          <ac:chgData name="Mayu Ninagawa (蜷川 真優 GE)" userId="15d22be4-2d84-414d-ac66-ca09a50eae87" providerId="ADAL" clId="{2A43D1C7-C612-4547-BA11-3049DC01C97C}" dt="2026-01-29T03:16:42.357" v="5409"/>
          <ac:spMkLst>
            <pc:docMk/>
            <pc:sldMk cId="2885507277" sldId="374"/>
            <ac:spMk id="71" creationId="{582B4C55-CBD2-92DE-E1DD-09B47F138E08}"/>
          </ac:spMkLst>
        </pc:spChg>
        <pc:spChg chg="mod">
          <ac:chgData name="Mayu Ninagawa (蜷川 真優 GE)" userId="15d22be4-2d84-414d-ac66-ca09a50eae87" providerId="ADAL" clId="{2A43D1C7-C612-4547-BA11-3049DC01C97C}" dt="2026-01-29T03:16:42.357" v="5409"/>
          <ac:spMkLst>
            <pc:docMk/>
            <pc:sldMk cId="2885507277" sldId="374"/>
            <ac:spMk id="72" creationId="{5398E6B2-8745-B811-71C3-1F81D3D25995}"/>
          </ac:spMkLst>
        </pc:spChg>
        <pc:spChg chg="mod">
          <ac:chgData name="Mayu Ninagawa (蜷川 真優 GE)" userId="15d22be4-2d84-414d-ac66-ca09a50eae87" providerId="ADAL" clId="{2A43D1C7-C612-4547-BA11-3049DC01C97C}" dt="2026-01-29T03:16:42.357" v="5409"/>
          <ac:spMkLst>
            <pc:docMk/>
            <pc:sldMk cId="2885507277" sldId="374"/>
            <ac:spMk id="73" creationId="{6A1A6F8D-AC76-42FB-C6A8-4AE6FB49B3BF}"/>
          </ac:spMkLst>
        </pc:spChg>
        <pc:spChg chg="mod">
          <ac:chgData name="Mayu Ninagawa (蜷川 真優 GE)" userId="15d22be4-2d84-414d-ac66-ca09a50eae87" providerId="ADAL" clId="{2A43D1C7-C612-4547-BA11-3049DC01C97C}" dt="2026-01-29T03:16:42.357" v="5409"/>
          <ac:spMkLst>
            <pc:docMk/>
            <pc:sldMk cId="2885507277" sldId="374"/>
            <ac:spMk id="74" creationId="{9C2E312D-C32B-2C41-2DAB-B4681C334376}"/>
          </ac:spMkLst>
        </pc:spChg>
        <pc:spChg chg="mod">
          <ac:chgData name="Mayu Ninagawa (蜷川 真優 GE)" userId="15d22be4-2d84-414d-ac66-ca09a50eae87" providerId="ADAL" clId="{2A43D1C7-C612-4547-BA11-3049DC01C97C}" dt="2026-01-29T03:16:42.357" v="5409"/>
          <ac:spMkLst>
            <pc:docMk/>
            <pc:sldMk cId="2885507277" sldId="374"/>
            <ac:spMk id="75" creationId="{2A9F80C1-8768-3A02-B620-8B23A8CCB24B}"/>
          </ac:spMkLst>
        </pc:spChg>
        <pc:spChg chg="mod">
          <ac:chgData name="Mayu Ninagawa (蜷川 真優 GE)" userId="15d22be4-2d84-414d-ac66-ca09a50eae87" providerId="ADAL" clId="{2A43D1C7-C612-4547-BA11-3049DC01C97C}" dt="2026-01-29T03:16:42.357" v="5409"/>
          <ac:spMkLst>
            <pc:docMk/>
            <pc:sldMk cId="2885507277" sldId="374"/>
            <ac:spMk id="76" creationId="{7DB566F5-E7F0-DBC5-0346-A3FDC6A89EAE}"/>
          </ac:spMkLst>
        </pc:spChg>
        <pc:spChg chg="mod">
          <ac:chgData name="Mayu Ninagawa (蜷川 真優 GE)" userId="15d22be4-2d84-414d-ac66-ca09a50eae87" providerId="ADAL" clId="{2A43D1C7-C612-4547-BA11-3049DC01C97C}" dt="2026-01-29T03:16:42.357" v="5409"/>
          <ac:spMkLst>
            <pc:docMk/>
            <pc:sldMk cId="2885507277" sldId="374"/>
            <ac:spMk id="77" creationId="{F7D639B6-823A-21F7-1C09-3938FC920EDB}"/>
          </ac:spMkLst>
        </pc:spChg>
        <pc:spChg chg="mod">
          <ac:chgData name="Mayu Ninagawa (蜷川 真優 GE)" userId="15d22be4-2d84-414d-ac66-ca09a50eae87" providerId="ADAL" clId="{2A43D1C7-C612-4547-BA11-3049DC01C97C}" dt="2026-01-29T03:16:42.357" v="5409"/>
          <ac:spMkLst>
            <pc:docMk/>
            <pc:sldMk cId="2885507277" sldId="374"/>
            <ac:spMk id="78" creationId="{243FBB3F-F37C-D9FD-C923-E2CA3BC1369C}"/>
          </ac:spMkLst>
        </pc:spChg>
        <pc:spChg chg="mod">
          <ac:chgData name="Mayu Ninagawa (蜷川 真優 GE)" userId="15d22be4-2d84-414d-ac66-ca09a50eae87" providerId="ADAL" clId="{2A43D1C7-C612-4547-BA11-3049DC01C97C}" dt="2026-01-29T03:16:42.357" v="5409"/>
          <ac:spMkLst>
            <pc:docMk/>
            <pc:sldMk cId="2885507277" sldId="374"/>
            <ac:spMk id="79" creationId="{C916724C-038C-23A8-AD57-542D6B0C1804}"/>
          </ac:spMkLst>
        </pc:spChg>
        <pc:spChg chg="mod">
          <ac:chgData name="Mayu Ninagawa (蜷川 真優 GE)" userId="15d22be4-2d84-414d-ac66-ca09a50eae87" providerId="ADAL" clId="{2A43D1C7-C612-4547-BA11-3049DC01C97C}" dt="2026-01-29T03:16:42.357" v="5409"/>
          <ac:spMkLst>
            <pc:docMk/>
            <pc:sldMk cId="2885507277" sldId="374"/>
            <ac:spMk id="80" creationId="{539A879F-56DE-AF89-8667-4F4414603A74}"/>
          </ac:spMkLst>
        </pc:spChg>
        <pc:spChg chg="mod">
          <ac:chgData name="Mayu Ninagawa (蜷川 真優 GE)" userId="15d22be4-2d84-414d-ac66-ca09a50eae87" providerId="ADAL" clId="{2A43D1C7-C612-4547-BA11-3049DC01C97C}" dt="2026-01-29T03:16:42.357" v="5409"/>
          <ac:spMkLst>
            <pc:docMk/>
            <pc:sldMk cId="2885507277" sldId="374"/>
            <ac:spMk id="81" creationId="{6A5A7092-3DA3-393C-A167-3879F37AA3E1}"/>
          </ac:spMkLst>
        </pc:spChg>
        <pc:spChg chg="add del mod">
          <ac:chgData name="Mayu Ninagawa (蜷川 真優 GE)" userId="15d22be4-2d84-414d-ac66-ca09a50eae87" providerId="ADAL" clId="{2A43D1C7-C612-4547-BA11-3049DC01C97C}" dt="2026-01-29T03:16:43.829" v="5410"/>
          <ac:spMkLst>
            <pc:docMk/>
            <pc:sldMk cId="2885507277" sldId="374"/>
            <ac:spMk id="82" creationId="{0EB6A114-D759-2B1F-73E6-A4D15C8C21A3}"/>
          </ac:spMkLst>
        </pc:spChg>
        <pc:spChg chg="add mod">
          <ac:chgData name="Mayu Ninagawa (蜷川 真優 GE)" userId="15d22be4-2d84-414d-ac66-ca09a50eae87" providerId="ADAL" clId="{2A43D1C7-C612-4547-BA11-3049DC01C97C}" dt="2026-01-29T09:11:10.835" v="7420" actId="14100"/>
          <ac:spMkLst>
            <pc:docMk/>
            <pc:sldMk cId="2885507277" sldId="374"/>
            <ac:spMk id="84" creationId="{B56CC932-B074-E3E0-1C52-FBF2EB5E4005}"/>
          </ac:spMkLst>
        </pc:spChg>
        <pc:spChg chg="mod">
          <ac:chgData name="Mayu Ninagawa (蜷川 真優 GE)" userId="15d22be4-2d84-414d-ac66-ca09a50eae87" providerId="ADAL" clId="{2A43D1C7-C612-4547-BA11-3049DC01C97C}" dt="2026-01-29T03:23:39.788" v="5524"/>
          <ac:spMkLst>
            <pc:docMk/>
            <pc:sldMk cId="2885507277" sldId="374"/>
            <ac:spMk id="86" creationId="{96A08BD0-3F46-F57B-FE24-2F7EB338551C}"/>
          </ac:spMkLst>
        </pc:spChg>
        <pc:spChg chg="mod">
          <ac:chgData name="Mayu Ninagawa (蜷川 真優 GE)" userId="15d22be4-2d84-414d-ac66-ca09a50eae87" providerId="ADAL" clId="{2A43D1C7-C612-4547-BA11-3049DC01C97C}" dt="2026-01-29T03:23:39.788" v="5524"/>
          <ac:spMkLst>
            <pc:docMk/>
            <pc:sldMk cId="2885507277" sldId="374"/>
            <ac:spMk id="89" creationId="{9D56ED7E-8DB2-87F5-1FB8-33F5634D1F6E}"/>
          </ac:spMkLst>
        </pc:spChg>
        <pc:spChg chg="mod">
          <ac:chgData name="Mayu Ninagawa (蜷川 真優 GE)" userId="15d22be4-2d84-414d-ac66-ca09a50eae87" providerId="ADAL" clId="{2A43D1C7-C612-4547-BA11-3049DC01C97C}" dt="2026-01-29T03:23:39.788" v="5524"/>
          <ac:spMkLst>
            <pc:docMk/>
            <pc:sldMk cId="2885507277" sldId="374"/>
            <ac:spMk id="90" creationId="{F451B22C-7DD7-9BCB-EE61-9E859875BEA4}"/>
          </ac:spMkLst>
        </pc:spChg>
        <pc:spChg chg="mod">
          <ac:chgData name="Mayu Ninagawa (蜷川 真優 GE)" userId="15d22be4-2d84-414d-ac66-ca09a50eae87" providerId="ADAL" clId="{2A43D1C7-C612-4547-BA11-3049DC01C97C}" dt="2026-01-29T03:23:39.788" v="5524"/>
          <ac:spMkLst>
            <pc:docMk/>
            <pc:sldMk cId="2885507277" sldId="374"/>
            <ac:spMk id="91" creationId="{085C05CE-6A7D-210A-A8A0-479A9C3BD0E1}"/>
          </ac:spMkLst>
        </pc:spChg>
        <pc:spChg chg="mod">
          <ac:chgData name="Mayu Ninagawa (蜷川 真優 GE)" userId="15d22be4-2d84-414d-ac66-ca09a50eae87" providerId="ADAL" clId="{2A43D1C7-C612-4547-BA11-3049DC01C97C}" dt="2026-01-29T03:23:39.788" v="5524"/>
          <ac:spMkLst>
            <pc:docMk/>
            <pc:sldMk cId="2885507277" sldId="374"/>
            <ac:spMk id="92" creationId="{6737639D-484E-EBE0-4645-4BD663DBBD09}"/>
          </ac:spMkLst>
        </pc:spChg>
        <pc:spChg chg="mod">
          <ac:chgData name="Mayu Ninagawa (蜷川 真優 GE)" userId="15d22be4-2d84-414d-ac66-ca09a50eae87" providerId="ADAL" clId="{2A43D1C7-C612-4547-BA11-3049DC01C97C}" dt="2026-01-29T03:23:39.788" v="5524"/>
          <ac:spMkLst>
            <pc:docMk/>
            <pc:sldMk cId="2885507277" sldId="374"/>
            <ac:spMk id="93" creationId="{EF1C3604-8A9E-DC40-6698-2802352E908D}"/>
          </ac:spMkLst>
        </pc:spChg>
        <pc:spChg chg="mod">
          <ac:chgData name="Mayu Ninagawa (蜷川 真優 GE)" userId="15d22be4-2d84-414d-ac66-ca09a50eae87" providerId="ADAL" clId="{2A43D1C7-C612-4547-BA11-3049DC01C97C}" dt="2026-01-29T03:23:39.788" v="5524"/>
          <ac:spMkLst>
            <pc:docMk/>
            <pc:sldMk cId="2885507277" sldId="374"/>
            <ac:spMk id="94" creationId="{9BCBFDC6-A5E4-76BF-99C2-137D9AD005F0}"/>
          </ac:spMkLst>
        </pc:spChg>
        <pc:spChg chg="mod">
          <ac:chgData name="Mayu Ninagawa (蜷川 真優 GE)" userId="15d22be4-2d84-414d-ac66-ca09a50eae87" providerId="ADAL" clId="{2A43D1C7-C612-4547-BA11-3049DC01C97C}" dt="2026-01-29T03:23:39.788" v="5524"/>
          <ac:spMkLst>
            <pc:docMk/>
            <pc:sldMk cId="2885507277" sldId="374"/>
            <ac:spMk id="95" creationId="{D0EF3E87-1898-336F-B8C6-79C2667F3426}"/>
          </ac:spMkLst>
        </pc:spChg>
        <pc:spChg chg="mod">
          <ac:chgData name="Mayu Ninagawa (蜷川 真優 GE)" userId="15d22be4-2d84-414d-ac66-ca09a50eae87" providerId="ADAL" clId="{2A43D1C7-C612-4547-BA11-3049DC01C97C}" dt="2026-01-29T03:23:39.788" v="5524"/>
          <ac:spMkLst>
            <pc:docMk/>
            <pc:sldMk cId="2885507277" sldId="374"/>
            <ac:spMk id="96" creationId="{5028A52B-91C6-FDD7-51A2-0EEFB90763E5}"/>
          </ac:spMkLst>
        </pc:spChg>
        <pc:spChg chg="mod">
          <ac:chgData name="Mayu Ninagawa (蜷川 真優 GE)" userId="15d22be4-2d84-414d-ac66-ca09a50eae87" providerId="ADAL" clId="{2A43D1C7-C612-4547-BA11-3049DC01C97C}" dt="2026-01-29T03:23:39.788" v="5524"/>
          <ac:spMkLst>
            <pc:docMk/>
            <pc:sldMk cId="2885507277" sldId="374"/>
            <ac:spMk id="97" creationId="{5BCA8B3C-2A77-A52F-3554-24070B6BCF9C}"/>
          </ac:spMkLst>
        </pc:spChg>
        <pc:spChg chg="mod">
          <ac:chgData name="Mayu Ninagawa (蜷川 真優 GE)" userId="15d22be4-2d84-414d-ac66-ca09a50eae87" providerId="ADAL" clId="{2A43D1C7-C612-4547-BA11-3049DC01C97C}" dt="2026-01-29T03:23:39.788" v="5524"/>
          <ac:spMkLst>
            <pc:docMk/>
            <pc:sldMk cId="2885507277" sldId="374"/>
            <ac:spMk id="98" creationId="{CB9065B3-5044-AB7B-62CB-98E90C4B27AA}"/>
          </ac:spMkLst>
        </pc:spChg>
        <pc:spChg chg="mod">
          <ac:chgData name="Mayu Ninagawa (蜷川 真優 GE)" userId="15d22be4-2d84-414d-ac66-ca09a50eae87" providerId="ADAL" clId="{2A43D1C7-C612-4547-BA11-3049DC01C97C}" dt="2026-01-29T03:23:39.788" v="5524"/>
          <ac:spMkLst>
            <pc:docMk/>
            <pc:sldMk cId="2885507277" sldId="374"/>
            <ac:spMk id="99" creationId="{AAB8C4CE-2E85-41E1-B2FE-B842E9D55E29}"/>
          </ac:spMkLst>
        </pc:spChg>
        <pc:spChg chg="mod">
          <ac:chgData name="Mayu Ninagawa (蜷川 真優 GE)" userId="15d22be4-2d84-414d-ac66-ca09a50eae87" providerId="ADAL" clId="{2A43D1C7-C612-4547-BA11-3049DC01C97C}" dt="2026-01-29T03:23:39.788" v="5524"/>
          <ac:spMkLst>
            <pc:docMk/>
            <pc:sldMk cId="2885507277" sldId="374"/>
            <ac:spMk id="100" creationId="{B6B2B983-E903-3B93-529D-9CA90B4FED64}"/>
          </ac:spMkLst>
        </pc:spChg>
        <pc:spChg chg="mod">
          <ac:chgData name="Mayu Ninagawa (蜷川 真優 GE)" userId="15d22be4-2d84-414d-ac66-ca09a50eae87" providerId="ADAL" clId="{2A43D1C7-C612-4547-BA11-3049DC01C97C}" dt="2026-01-29T03:23:39.788" v="5524"/>
          <ac:spMkLst>
            <pc:docMk/>
            <pc:sldMk cId="2885507277" sldId="374"/>
            <ac:spMk id="101" creationId="{2C669E43-389E-C052-F5D1-D9308A4C8E2A}"/>
          </ac:spMkLst>
        </pc:spChg>
        <pc:spChg chg="mod">
          <ac:chgData name="Mayu Ninagawa (蜷川 真優 GE)" userId="15d22be4-2d84-414d-ac66-ca09a50eae87" providerId="ADAL" clId="{2A43D1C7-C612-4547-BA11-3049DC01C97C}" dt="2026-01-29T03:23:39.788" v="5524"/>
          <ac:spMkLst>
            <pc:docMk/>
            <pc:sldMk cId="2885507277" sldId="374"/>
            <ac:spMk id="102" creationId="{ED5A79B5-A2E3-4BB8-BF66-F6460AC9540E}"/>
          </ac:spMkLst>
        </pc:spChg>
        <pc:spChg chg="mod">
          <ac:chgData name="Mayu Ninagawa (蜷川 真優 GE)" userId="15d22be4-2d84-414d-ac66-ca09a50eae87" providerId="ADAL" clId="{2A43D1C7-C612-4547-BA11-3049DC01C97C}" dt="2026-01-29T03:23:39.788" v="5524"/>
          <ac:spMkLst>
            <pc:docMk/>
            <pc:sldMk cId="2885507277" sldId="374"/>
            <ac:spMk id="103" creationId="{790E55E1-5AAB-4C46-9304-BB19A12D3181}"/>
          </ac:spMkLst>
        </pc:spChg>
        <pc:spChg chg="mod">
          <ac:chgData name="Mayu Ninagawa (蜷川 真優 GE)" userId="15d22be4-2d84-414d-ac66-ca09a50eae87" providerId="ADAL" clId="{2A43D1C7-C612-4547-BA11-3049DC01C97C}" dt="2026-01-29T03:23:39.788" v="5524"/>
          <ac:spMkLst>
            <pc:docMk/>
            <pc:sldMk cId="2885507277" sldId="374"/>
            <ac:spMk id="104" creationId="{14393F40-997E-34CC-41C6-8C7E5D04CB7B}"/>
          </ac:spMkLst>
        </pc:spChg>
        <pc:spChg chg="mod">
          <ac:chgData name="Mayu Ninagawa (蜷川 真優 GE)" userId="15d22be4-2d84-414d-ac66-ca09a50eae87" providerId="ADAL" clId="{2A43D1C7-C612-4547-BA11-3049DC01C97C}" dt="2026-01-29T03:23:39.788" v="5524"/>
          <ac:spMkLst>
            <pc:docMk/>
            <pc:sldMk cId="2885507277" sldId="374"/>
            <ac:spMk id="105" creationId="{22300313-72A8-5C8A-951C-1BC2537A7F22}"/>
          </ac:spMkLst>
        </pc:spChg>
        <pc:spChg chg="mod">
          <ac:chgData name="Mayu Ninagawa (蜷川 真優 GE)" userId="15d22be4-2d84-414d-ac66-ca09a50eae87" providerId="ADAL" clId="{2A43D1C7-C612-4547-BA11-3049DC01C97C}" dt="2026-01-29T03:23:39.788" v="5524"/>
          <ac:spMkLst>
            <pc:docMk/>
            <pc:sldMk cId="2885507277" sldId="374"/>
            <ac:spMk id="106" creationId="{290E955A-0821-1131-3E41-E444F2BD7CD2}"/>
          </ac:spMkLst>
        </pc:spChg>
        <pc:spChg chg="mod">
          <ac:chgData name="Mayu Ninagawa (蜷川 真優 GE)" userId="15d22be4-2d84-414d-ac66-ca09a50eae87" providerId="ADAL" clId="{2A43D1C7-C612-4547-BA11-3049DC01C97C}" dt="2026-01-29T03:23:39.788" v="5524"/>
          <ac:spMkLst>
            <pc:docMk/>
            <pc:sldMk cId="2885507277" sldId="374"/>
            <ac:spMk id="107" creationId="{E7058E5E-883A-BB9F-2D05-9159DA2C12BC}"/>
          </ac:spMkLst>
        </pc:spChg>
        <pc:spChg chg="mod">
          <ac:chgData name="Mayu Ninagawa (蜷川 真優 GE)" userId="15d22be4-2d84-414d-ac66-ca09a50eae87" providerId="ADAL" clId="{2A43D1C7-C612-4547-BA11-3049DC01C97C}" dt="2026-01-29T03:23:39.788" v="5524"/>
          <ac:spMkLst>
            <pc:docMk/>
            <pc:sldMk cId="2885507277" sldId="374"/>
            <ac:spMk id="108" creationId="{7955F323-C02F-BE68-16A4-A29684ADED17}"/>
          </ac:spMkLst>
        </pc:spChg>
        <pc:spChg chg="mod">
          <ac:chgData name="Mayu Ninagawa (蜷川 真優 GE)" userId="15d22be4-2d84-414d-ac66-ca09a50eae87" providerId="ADAL" clId="{2A43D1C7-C612-4547-BA11-3049DC01C97C}" dt="2026-01-29T03:23:39.788" v="5524"/>
          <ac:spMkLst>
            <pc:docMk/>
            <pc:sldMk cId="2885507277" sldId="374"/>
            <ac:spMk id="109" creationId="{EAE9F364-2EB3-BDD4-8AE7-37EE849CBD67}"/>
          </ac:spMkLst>
        </pc:spChg>
        <pc:spChg chg="mod">
          <ac:chgData name="Mayu Ninagawa (蜷川 真優 GE)" userId="15d22be4-2d84-414d-ac66-ca09a50eae87" providerId="ADAL" clId="{2A43D1C7-C612-4547-BA11-3049DC01C97C}" dt="2026-01-29T03:23:39.788" v="5524"/>
          <ac:spMkLst>
            <pc:docMk/>
            <pc:sldMk cId="2885507277" sldId="374"/>
            <ac:spMk id="110" creationId="{2F3DAABE-52D2-B8DC-3617-C44E3E748034}"/>
          </ac:spMkLst>
        </pc:spChg>
        <pc:spChg chg="mod">
          <ac:chgData name="Mayu Ninagawa (蜷川 真優 GE)" userId="15d22be4-2d84-414d-ac66-ca09a50eae87" providerId="ADAL" clId="{2A43D1C7-C612-4547-BA11-3049DC01C97C}" dt="2026-01-29T03:23:39.788" v="5524"/>
          <ac:spMkLst>
            <pc:docMk/>
            <pc:sldMk cId="2885507277" sldId="374"/>
            <ac:spMk id="111" creationId="{047562EF-AF34-EA96-FA48-F5AFBD2563D4}"/>
          </ac:spMkLst>
        </pc:spChg>
        <pc:spChg chg="mod">
          <ac:chgData name="Mayu Ninagawa (蜷川 真優 GE)" userId="15d22be4-2d84-414d-ac66-ca09a50eae87" providerId="ADAL" clId="{2A43D1C7-C612-4547-BA11-3049DC01C97C}" dt="2026-01-29T03:23:39.788" v="5524"/>
          <ac:spMkLst>
            <pc:docMk/>
            <pc:sldMk cId="2885507277" sldId="374"/>
            <ac:spMk id="112" creationId="{8129F28D-B964-6D65-8843-5B28DADF4A9A}"/>
          </ac:spMkLst>
        </pc:spChg>
        <pc:spChg chg="mod">
          <ac:chgData name="Mayu Ninagawa (蜷川 真優 GE)" userId="15d22be4-2d84-414d-ac66-ca09a50eae87" providerId="ADAL" clId="{2A43D1C7-C612-4547-BA11-3049DC01C97C}" dt="2026-01-29T03:23:39.788" v="5524"/>
          <ac:spMkLst>
            <pc:docMk/>
            <pc:sldMk cId="2885507277" sldId="374"/>
            <ac:spMk id="113" creationId="{AA59F7A8-9444-7F44-4A3A-E8EF9A056CF6}"/>
          </ac:spMkLst>
        </pc:spChg>
        <pc:spChg chg="mod">
          <ac:chgData name="Mayu Ninagawa (蜷川 真優 GE)" userId="15d22be4-2d84-414d-ac66-ca09a50eae87" providerId="ADAL" clId="{2A43D1C7-C612-4547-BA11-3049DC01C97C}" dt="2026-01-29T03:23:39.788" v="5524"/>
          <ac:spMkLst>
            <pc:docMk/>
            <pc:sldMk cId="2885507277" sldId="374"/>
            <ac:spMk id="114" creationId="{A9B599D7-30CF-9454-FED8-9A2FD52AB23C}"/>
          </ac:spMkLst>
        </pc:spChg>
        <pc:spChg chg="mod">
          <ac:chgData name="Mayu Ninagawa (蜷川 真優 GE)" userId="15d22be4-2d84-414d-ac66-ca09a50eae87" providerId="ADAL" clId="{2A43D1C7-C612-4547-BA11-3049DC01C97C}" dt="2026-01-29T03:23:39.788" v="5524"/>
          <ac:spMkLst>
            <pc:docMk/>
            <pc:sldMk cId="2885507277" sldId="374"/>
            <ac:spMk id="115" creationId="{42C4F417-1DD7-A2BA-A8B7-4B0102FE54A4}"/>
          </ac:spMkLst>
        </pc:spChg>
        <pc:spChg chg="mod">
          <ac:chgData name="Mayu Ninagawa (蜷川 真優 GE)" userId="15d22be4-2d84-414d-ac66-ca09a50eae87" providerId="ADAL" clId="{2A43D1C7-C612-4547-BA11-3049DC01C97C}" dt="2026-01-29T03:23:39.788" v="5524"/>
          <ac:spMkLst>
            <pc:docMk/>
            <pc:sldMk cId="2885507277" sldId="374"/>
            <ac:spMk id="116" creationId="{9DC9B3E9-D078-1680-700A-793C4D29DF11}"/>
          </ac:spMkLst>
        </pc:spChg>
        <pc:spChg chg="mod">
          <ac:chgData name="Mayu Ninagawa (蜷川 真優 GE)" userId="15d22be4-2d84-414d-ac66-ca09a50eae87" providerId="ADAL" clId="{2A43D1C7-C612-4547-BA11-3049DC01C97C}" dt="2026-01-29T03:23:39.788" v="5524"/>
          <ac:spMkLst>
            <pc:docMk/>
            <pc:sldMk cId="2885507277" sldId="374"/>
            <ac:spMk id="117" creationId="{654DCD8B-728B-A776-1A51-C359DF4065D7}"/>
          </ac:spMkLst>
        </pc:spChg>
        <pc:spChg chg="mod">
          <ac:chgData name="Mayu Ninagawa (蜷川 真優 GE)" userId="15d22be4-2d84-414d-ac66-ca09a50eae87" providerId="ADAL" clId="{2A43D1C7-C612-4547-BA11-3049DC01C97C}" dt="2026-01-29T03:23:39.788" v="5524"/>
          <ac:spMkLst>
            <pc:docMk/>
            <pc:sldMk cId="2885507277" sldId="374"/>
            <ac:spMk id="118" creationId="{A18A0A01-DB37-3D97-7D2D-1C01E78A4678}"/>
          </ac:spMkLst>
        </pc:spChg>
        <pc:spChg chg="mod">
          <ac:chgData name="Mayu Ninagawa (蜷川 真優 GE)" userId="15d22be4-2d84-414d-ac66-ca09a50eae87" providerId="ADAL" clId="{2A43D1C7-C612-4547-BA11-3049DC01C97C}" dt="2026-01-29T03:23:39.788" v="5524"/>
          <ac:spMkLst>
            <pc:docMk/>
            <pc:sldMk cId="2885507277" sldId="374"/>
            <ac:spMk id="119" creationId="{E83F285D-CD42-BCF6-B774-6AE1DA81ACA2}"/>
          </ac:spMkLst>
        </pc:spChg>
        <pc:spChg chg="mod">
          <ac:chgData name="Mayu Ninagawa (蜷川 真優 GE)" userId="15d22be4-2d84-414d-ac66-ca09a50eae87" providerId="ADAL" clId="{2A43D1C7-C612-4547-BA11-3049DC01C97C}" dt="2026-01-29T03:23:39.788" v="5524"/>
          <ac:spMkLst>
            <pc:docMk/>
            <pc:sldMk cId="2885507277" sldId="374"/>
            <ac:spMk id="120" creationId="{97D084DA-C89E-C64E-D1CF-581CA35FF9A0}"/>
          </ac:spMkLst>
        </pc:spChg>
        <pc:spChg chg="mod">
          <ac:chgData name="Mayu Ninagawa (蜷川 真優 GE)" userId="15d22be4-2d84-414d-ac66-ca09a50eae87" providerId="ADAL" clId="{2A43D1C7-C612-4547-BA11-3049DC01C97C}" dt="2026-01-29T03:23:39.788" v="5524"/>
          <ac:spMkLst>
            <pc:docMk/>
            <pc:sldMk cId="2885507277" sldId="374"/>
            <ac:spMk id="121" creationId="{4805FC98-FC6B-FCD4-3601-B87E833498B5}"/>
          </ac:spMkLst>
        </pc:spChg>
        <pc:spChg chg="mod">
          <ac:chgData name="Mayu Ninagawa (蜷川 真優 GE)" userId="15d22be4-2d84-414d-ac66-ca09a50eae87" providerId="ADAL" clId="{2A43D1C7-C612-4547-BA11-3049DC01C97C}" dt="2026-01-29T03:23:39.788" v="5524"/>
          <ac:spMkLst>
            <pc:docMk/>
            <pc:sldMk cId="2885507277" sldId="374"/>
            <ac:spMk id="122" creationId="{1BB065B3-0CAB-4E0F-0C42-E75C11D0FC18}"/>
          </ac:spMkLst>
        </pc:spChg>
        <pc:spChg chg="mod">
          <ac:chgData name="Mayu Ninagawa (蜷川 真優 GE)" userId="15d22be4-2d84-414d-ac66-ca09a50eae87" providerId="ADAL" clId="{2A43D1C7-C612-4547-BA11-3049DC01C97C}" dt="2026-01-29T03:23:39.788" v="5524"/>
          <ac:spMkLst>
            <pc:docMk/>
            <pc:sldMk cId="2885507277" sldId="374"/>
            <ac:spMk id="123" creationId="{2EE457CA-A3DB-6C40-90A8-74D5EE973230}"/>
          </ac:spMkLst>
        </pc:spChg>
        <pc:spChg chg="mod">
          <ac:chgData name="Mayu Ninagawa (蜷川 真優 GE)" userId="15d22be4-2d84-414d-ac66-ca09a50eae87" providerId="ADAL" clId="{2A43D1C7-C612-4547-BA11-3049DC01C97C}" dt="2026-01-29T03:23:39.788" v="5524"/>
          <ac:spMkLst>
            <pc:docMk/>
            <pc:sldMk cId="2885507277" sldId="374"/>
            <ac:spMk id="124" creationId="{1D6C56CC-22DC-7760-BC13-3DC6253A5FD9}"/>
          </ac:spMkLst>
        </pc:spChg>
        <pc:spChg chg="mod">
          <ac:chgData name="Mayu Ninagawa (蜷川 真優 GE)" userId="15d22be4-2d84-414d-ac66-ca09a50eae87" providerId="ADAL" clId="{2A43D1C7-C612-4547-BA11-3049DC01C97C}" dt="2026-01-29T03:23:39.788" v="5524"/>
          <ac:spMkLst>
            <pc:docMk/>
            <pc:sldMk cId="2885507277" sldId="374"/>
            <ac:spMk id="125" creationId="{98BA8B56-B524-C2F9-E74A-CC98024C5465}"/>
          </ac:spMkLst>
        </pc:spChg>
        <pc:spChg chg="mod">
          <ac:chgData name="Mayu Ninagawa (蜷川 真優 GE)" userId="15d22be4-2d84-414d-ac66-ca09a50eae87" providerId="ADAL" clId="{2A43D1C7-C612-4547-BA11-3049DC01C97C}" dt="2026-01-29T03:23:39.788" v="5524"/>
          <ac:spMkLst>
            <pc:docMk/>
            <pc:sldMk cId="2885507277" sldId="374"/>
            <ac:spMk id="126" creationId="{AC7F27AA-06AA-75C9-F63D-D1B2F11A800D}"/>
          </ac:spMkLst>
        </pc:spChg>
        <pc:spChg chg="mod">
          <ac:chgData name="Mayu Ninagawa (蜷川 真優 GE)" userId="15d22be4-2d84-414d-ac66-ca09a50eae87" providerId="ADAL" clId="{2A43D1C7-C612-4547-BA11-3049DC01C97C}" dt="2026-01-29T03:23:39.788" v="5524"/>
          <ac:spMkLst>
            <pc:docMk/>
            <pc:sldMk cId="2885507277" sldId="374"/>
            <ac:spMk id="127" creationId="{2F744864-75F9-9D55-2093-3C719D4453A5}"/>
          </ac:spMkLst>
        </pc:spChg>
        <pc:spChg chg="mod">
          <ac:chgData name="Mayu Ninagawa (蜷川 真優 GE)" userId="15d22be4-2d84-414d-ac66-ca09a50eae87" providerId="ADAL" clId="{2A43D1C7-C612-4547-BA11-3049DC01C97C}" dt="2026-01-29T03:23:39.788" v="5524"/>
          <ac:spMkLst>
            <pc:docMk/>
            <pc:sldMk cId="2885507277" sldId="374"/>
            <ac:spMk id="384" creationId="{26FAE683-A260-8807-7EA2-4C2D0CC13E61}"/>
          </ac:spMkLst>
        </pc:spChg>
        <pc:spChg chg="mod">
          <ac:chgData name="Mayu Ninagawa (蜷川 真優 GE)" userId="15d22be4-2d84-414d-ac66-ca09a50eae87" providerId="ADAL" clId="{2A43D1C7-C612-4547-BA11-3049DC01C97C}" dt="2026-01-29T03:23:39.788" v="5524"/>
          <ac:spMkLst>
            <pc:docMk/>
            <pc:sldMk cId="2885507277" sldId="374"/>
            <ac:spMk id="385" creationId="{EFE38EB8-57D6-ABEC-A99A-5554EB48D30A}"/>
          </ac:spMkLst>
        </pc:spChg>
        <pc:spChg chg="mod">
          <ac:chgData name="Mayu Ninagawa (蜷川 真優 GE)" userId="15d22be4-2d84-414d-ac66-ca09a50eae87" providerId="ADAL" clId="{2A43D1C7-C612-4547-BA11-3049DC01C97C}" dt="2026-01-29T03:23:39.788" v="5524"/>
          <ac:spMkLst>
            <pc:docMk/>
            <pc:sldMk cId="2885507277" sldId="374"/>
            <ac:spMk id="386" creationId="{66E340A7-20E3-610E-08DB-BE3DAD3F943B}"/>
          </ac:spMkLst>
        </pc:spChg>
        <pc:spChg chg="mod">
          <ac:chgData name="Mayu Ninagawa (蜷川 真優 GE)" userId="15d22be4-2d84-414d-ac66-ca09a50eae87" providerId="ADAL" clId="{2A43D1C7-C612-4547-BA11-3049DC01C97C}" dt="2026-01-29T03:23:39.788" v="5524"/>
          <ac:spMkLst>
            <pc:docMk/>
            <pc:sldMk cId="2885507277" sldId="374"/>
            <ac:spMk id="391" creationId="{FA1D4F9E-AB8F-75BF-1052-CA7347D09336}"/>
          </ac:spMkLst>
        </pc:spChg>
        <pc:spChg chg="mod">
          <ac:chgData name="Mayu Ninagawa (蜷川 真優 GE)" userId="15d22be4-2d84-414d-ac66-ca09a50eae87" providerId="ADAL" clId="{2A43D1C7-C612-4547-BA11-3049DC01C97C}" dt="2026-01-29T03:23:39.788" v="5524"/>
          <ac:spMkLst>
            <pc:docMk/>
            <pc:sldMk cId="2885507277" sldId="374"/>
            <ac:spMk id="392" creationId="{ECC6759C-D64A-87CC-30E3-6618871066A6}"/>
          </ac:spMkLst>
        </pc:spChg>
        <pc:spChg chg="mod">
          <ac:chgData name="Mayu Ninagawa (蜷川 真優 GE)" userId="15d22be4-2d84-414d-ac66-ca09a50eae87" providerId="ADAL" clId="{2A43D1C7-C612-4547-BA11-3049DC01C97C}" dt="2026-01-29T03:23:39.788" v="5524"/>
          <ac:spMkLst>
            <pc:docMk/>
            <pc:sldMk cId="2885507277" sldId="374"/>
            <ac:spMk id="394" creationId="{9200E802-40AE-BC44-B6B2-C3A969CA1A21}"/>
          </ac:spMkLst>
        </pc:spChg>
        <pc:spChg chg="mod">
          <ac:chgData name="Mayu Ninagawa (蜷川 真優 GE)" userId="15d22be4-2d84-414d-ac66-ca09a50eae87" providerId="ADAL" clId="{2A43D1C7-C612-4547-BA11-3049DC01C97C}" dt="2026-01-29T03:23:39.788" v="5524"/>
          <ac:spMkLst>
            <pc:docMk/>
            <pc:sldMk cId="2885507277" sldId="374"/>
            <ac:spMk id="405" creationId="{23D5B9CB-0CF5-B684-F08A-6BE09FDA5D53}"/>
          </ac:spMkLst>
        </pc:spChg>
        <pc:spChg chg="mod">
          <ac:chgData name="Mayu Ninagawa (蜷川 真優 GE)" userId="15d22be4-2d84-414d-ac66-ca09a50eae87" providerId="ADAL" clId="{2A43D1C7-C612-4547-BA11-3049DC01C97C}" dt="2026-01-29T03:23:39.788" v="5524"/>
          <ac:spMkLst>
            <pc:docMk/>
            <pc:sldMk cId="2885507277" sldId="374"/>
            <ac:spMk id="406" creationId="{871B6F29-02BA-14E5-1AC6-DA932FAFC707}"/>
          </ac:spMkLst>
        </pc:spChg>
        <pc:spChg chg="mod">
          <ac:chgData name="Mayu Ninagawa (蜷川 真優 GE)" userId="15d22be4-2d84-414d-ac66-ca09a50eae87" providerId="ADAL" clId="{2A43D1C7-C612-4547-BA11-3049DC01C97C}" dt="2026-01-29T03:23:39.788" v="5524"/>
          <ac:spMkLst>
            <pc:docMk/>
            <pc:sldMk cId="2885507277" sldId="374"/>
            <ac:spMk id="407" creationId="{E1A2C68C-4B45-7AED-74B0-7272509AA5D1}"/>
          </ac:spMkLst>
        </pc:spChg>
        <pc:spChg chg="mod">
          <ac:chgData name="Mayu Ninagawa (蜷川 真優 GE)" userId="15d22be4-2d84-414d-ac66-ca09a50eae87" providerId="ADAL" clId="{2A43D1C7-C612-4547-BA11-3049DC01C97C}" dt="2026-01-29T03:23:39.788" v="5524"/>
          <ac:spMkLst>
            <pc:docMk/>
            <pc:sldMk cId="2885507277" sldId="374"/>
            <ac:spMk id="408" creationId="{9C224001-877A-D4A2-5BE3-DEB96DDD6D92}"/>
          </ac:spMkLst>
        </pc:spChg>
        <pc:spChg chg="mod">
          <ac:chgData name="Mayu Ninagawa (蜷川 真優 GE)" userId="15d22be4-2d84-414d-ac66-ca09a50eae87" providerId="ADAL" clId="{2A43D1C7-C612-4547-BA11-3049DC01C97C}" dt="2026-01-29T03:23:39.788" v="5524"/>
          <ac:spMkLst>
            <pc:docMk/>
            <pc:sldMk cId="2885507277" sldId="374"/>
            <ac:spMk id="410" creationId="{997460B1-E059-C732-93E4-83E98E66BAB0}"/>
          </ac:spMkLst>
        </pc:spChg>
        <pc:spChg chg="mod">
          <ac:chgData name="Mayu Ninagawa (蜷川 真優 GE)" userId="15d22be4-2d84-414d-ac66-ca09a50eae87" providerId="ADAL" clId="{2A43D1C7-C612-4547-BA11-3049DC01C97C}" dt="2026-01-29T03:23:39.788" v="5524"/>
          <ac:spMkLst>
            <pc:docMk/>
            <pc:sldMk cId="2885507277" sldId="374"/>
            <ac:spMk id="411" creationId="{E270DEE8-23FE-034C-56FB-C6CA01921361}"/>
          </ac:spMkLst>
        </pc:spChg>
        <pc:spChg chg="mod">
          <ac:chgData name="Mayu Ninagawa (蜷川 真優 GE)" userId="15d22be4-2d84-414d-ac66-ca09a50eae87" providerId="ADAL" clId="{2A43D1C7-C612-4547-BA11-3049DC01C97C}" dt="2026-01-29T03:23:39.788" v="5524"/>
          <ac:spMkLst>
            <pc:docMk/>
            <pc:sldMk cId="2885507277" sldId="374"/>
            <ac:spMk id="415" creationId="{2FF5AE36-7839-F37A-3059-FFD59B593B1E}"/>
          </ac:spMkLst>
        </pc:spChg>
        <pc:spChg chg="add del mod">
          <ac:chgData name="Mayu Ninagawa (蜷川 真優 GE)" userId="15d22be4-2d84-414d-ac66-ca09a50eae87" providerId="ADAL" clId="{2A43D1C7-C612-4547-BA11-3049DC01C97C}" dt="2026-01-29T03:23:41.603" v="5525"/>
          <ac:spMkLst>
            <pc:docMk/>
            <pc:sldMk cId="2885507277" sldId="374"/>
            <ac:spMk id="416" creationId="{732F7520-8B44-4FCC-594E-0C7C69789B3F}"/>
          </ac:spMkLst>
        </pc:spChg>
        <pc:spChg chg="add del mod">
          <ac:chgData name="Mayu Ninagawa (蜷川 真優 GE)" userId="15d22be4-2d84-414d-ac66-ca09a50eae87" providerId="ADAL" clId="{2A43D1C7-C612-4547-BA11-3049DC01C97C}" dt="2026-01-29T03:14:09.896" v="5175" actId="21"/>
          <ac:spMkLst>
            <pc:docMk/>
            <pc:sldMk cId="2885507277" sldId="374"/>
            <ac:spMk id="448" creationId="{4CB12B80-B309-8F66-0D65-F3A9D162D970}"/>
          </ac:spMkLst>
        </pc:spChg>
        <pc:spChg chg="add del mod">
          <ac:chgData name="Mayu Ninagawa (蜷川 真優 GE)" userId="15d22be4-2d84-414d-ac66-ca09a50eae87" providerId="ADAL" clId="{2A43D1C7-C612-4547-BA11-3049DC01C97C}" dt="2026-01-29T03:14:09.896" v="5175" actId="21"/>
          <ac:spMkLst>
            <pc:docMk/>
            <pc:sldMk cId="2885507277" sldId="374"/>
            <ac:spMk id="450" creationId="{805A611E-8CAE-8677-F6C9-D9FDB3EF6DD5}"/>
          </ac:spMkLst>
        </pc:spChg>
        <pc:spChg chg="add del mod">
          <ac:chgData name="Mayu Ninagawa (蜷川 真優 GE)" userId="15d22be4-2d84-414d-ac66-ca09a50eae87" providerId="ADAL" clId="{2A43D1C7-C612-4547-BA11-3049DC01C97C}" dt="2026-01-29T03:14:09.896" v="5175" actId="21"/>
          <ac:spMkLst>
            <pc:docMk/>
            <pc:sldMk cId="2885507277" sldId="374"/>
            <ac:spMk id="451" creationId="{F8641E04-E156-6C74-BCAC-13BC229DE112}"/>
          </ac:spMkLst>
        </pc:spChg>
        <pc:spChg chg="add del mod">
          <ac:chgData name="Mayu Ninagawa (蜷川 真優 GE)" userId="15d22be4-2d84-414d-ac66-ca09a50eae87" providerId="ADAL" clId="{2A43D1C7-C612-4547-BA11-3049DC01C97C}" dt="2026-01-29T03:14:09.896" v="5175" actId="21"/>
          <ac:spMkLst>
            <pc:docMk/>
            <pc:sldMk cId="2885507277" sldId="374"/>
            <ac:spMk id="452" creationId="{E6D56DC6-FF46-18F8-64C9-F980B327981B}"/>
          </ac:spMkLst>
        </pc:spChg>
        <pc:spChg chg="add del mod">
          <ac:chgData name="Mayu Ninagawa (蜷川 真優 GE)" userId="15d22be4-2d84-414d-ac66-ca09a50eae87" providerId="ADAL" clId="{2A43D1C7-C612-4547-BA11-3049DC01C97C}" dt="2026-01-29T03:14:12.325" v="5177"/>
          <ac:spMkLst>
            <pc:docMk/>
            <pc:sldMk cId="2885507277" sldId="374"/>
            <ac:spMk id="454" creationId="{1F578A38-601B-1D30-9C44-3A92D885A9F4}"/>
          </ac:spMkLst>
        </pc:spChg>
        <pc:spChg chg="add del mod">
          <ac:chgData name="Mayu Ninagawa (蜷川 真優 GE)" userId="15d22be4-2d84-414d-ac66-ca09a50eae87" providerId="ADAL" clId="{2A43D1C7-C612-4547-BA11-3049DC01C97C}" dt="2026-01-29T03:14:12.325" v="5177"/>
          <ac:spMkLst>
            <pc:docMk/>
            <pc:sldMk cId="2885507277" sldId="374"/>
            <ac:spMk id="455" creationId="{3581DE87-3601-C9F3-E4F7-E0C9BEFCF753}"/>
          </ac:spMkLst>
        </pc:spChg>
        <pc:spChg chg="add del mod">
          <ac:chgData name="Mayu Ninagawa (蜷川 真優 GE)" userId="15d22be4-2d84-414d-ac66-ca09a50eae87" providerId="ADAL" clId="{2A43D1C7-C612-4547-BA11-3049DC01C97C}" dt="2026-01-29T03:14:12.325" v="5177"/>
          <ac:spMkLst>
            <pc:docMk/>
            <pc:sldMk cId="2885507277" sldId="374"/>
            <ac:spMk id="456" creationId="{DE09FE26-4720-029C-5B76-2D87FCF02CC2}"/>
          </ac:spMkLst>
        </pc:spChg>
        <pc:spChg chg="add del mod">
          <ac:chgData name="Mayu Ninagawa (蜷川 真優 GE)" userId="15d22be4-2d84-414d-ac66-ca09a50eae87" providerId="ADAL" clId="{2A43D1C7-C612-4547-BA11-3049DC01C97C}" dt="2026-01-29T03:14:12.325" v="5177"/>
          <ac:spMkLst>
            <pc:docMk/>
            <pc:sldMk cId="2885507277" sldId="374"/>
            <ac:spMk id="457" creationId="{CEBDE923-D3B7-241F-0130-53047DC767C5}"/>
          </ac:spMkLst>
        </pc:spChg>
        <pc:spChg chg="add del mod">
          <ac:chgData name="Mayu Ninagawa (蜷川 真優 GE)" userId="15d22be4-2d84-414d-ac66-ca09a50eae87" providerId="ADAL" clId="{2A43D1C7-C612-4547-BA11-3049DC01C97C}" dt="2026-01-29T03:14:12.325" v="5177"/>
          <ac:spMkLst>
            <pc:docMk/>
            <pc:sldMk cId="2885507277" sldId="374"/>
            <ac:spMk id="459" creationId="{17EF0739-81B5-0CED-C6DF-CF36747D5284}"/>
          </ac:spMkLst>
        </pc:spChg>
        <pc:spChg chg="add del mod">
          <ac:chgData name="Mayu Ninagawa (蜷川 真優 GE)" userId="15d22be4-2d84-414d-ac66-ca09a50eae87" providerId="ADAL" clId="{2A43D1C7-C612-4547-BA11-3049DC01C97C}" dt="2026-01-29T03:14:12.325" v="5177"/>
          <ac:spMkLst>
            <pc:docMk/>
            <pc:sldMk cId="2885507277" sldId="374"/>
            <ac:spMk id="461" creationId="{B2190579-02F6-DC50-BB23-F85A744DA95C}"/>
          </ac:spMkLst>
        </pc:spChg>
        <pc:spChg chg="add del mod">
          <ac:chgData name="Mayu Ninagawa (蜷川 真優 GE)" userId="15d22be4-2d84-414d-ac66-ca09a50eae87" providerId="ADAL" clId="{2A43D1C7-C612-4547-BA11-3049DC01C97C}" dt="2026-01-29T03:14:12.325" v="5177"/>
          <ac:spMkLst>
            <pc:docMk/>
            <pc:sldMk cId="2885507277" sldId="374"/>
            <ac:spMk id="462" creationId="{9B93FDEE-5D3F-870E-8582-654439E32651}"/>
          </ac:spMkLst>
        </pc:spChg>
        <pc:spChg chg="add del mod">
          <ac:chgData name="Mayu Ninagawa (蜷川 真優 GE)" userId="15d22be4-2d84-414d-ac66-ca09a50eae87" providerId="ADAL" clId="{2A43D1C7-C612-4547-BA11-3049DC01C97C}" dt="2026-01-29T03:14:12.325" v="5177"/>
          <ac:spMkLst>
            <pc:docMk/>
            <pc:sldMk cId="2885507277" sldId="374"/>
            <ac:spMk id="463" creationId="{2B3BDEB7-9128-73C4-693A-E8977FAFDBAA}"/>
          </ac:spMkLst>
        </pc:spChg>
        <pc:spChg chg="add del mod">
          <ac:chgData name="Mayu Ninagawa (蜷川 真優 GE)" userId="15d22be4-2d84-414d-ac66-ca09a50eae87" providerId="ADAL" clId="{2A43D1C7-C612-4547-BA11-3049DC01C97C}" dt="2026-01-29T03:14:12.325" v="5177"/>
          <ac:spMkLst>
            <pc:docMk/>
            <pc:sldMk cId="2885507277" sldId="374"/>
            <ac:spMk id="464" creationId="{05C05997-6817-6364-D26A-0596985A3B0F}"/>
          </ac:spMkLst>
        </pc:spChg>
        <pc:spChg chg="add del mod">
          <ac:chgData name="Mayu Ninagawa (蜷川 真優 GE)" userId="15d22be4-2d84-414d-ac66-ca09a50eae87" providerId="ADAL" clId="{2A43D1C7-C612-4547-BA11-3049DC01C97C}" dt="2026-01-29T03:14:12.325" v="5177"/>
          <ac:spMkLst>
            <pc:docMk/>
            <pc:sldMk cId="2885507277" sldId="374"/>
            <ac:spMk id="465" creationId="{029135B8-7CA5-7C76-1E6F-3DF462D5C858}"/>
          </ac:spMkLst>
        </pc:spChg>
        <pc:spChg chg="add del mod">
          <ac:chgData name="Mayu Ninagawa (蜷川 真優 GE)" userId="15d22be4-2d84-414d-ac66-ca09a50eae87" providerId="ADAL" clId="{2A43D1C7-C612-4547-BA11-3049DC01C97C}" dt="2026-01-29T03:14:12.325" v="5177"/>
          <ac:spMkLst>
            <pc:docMk/>
            <pc:sldMk cId="2885507277" sldId="374"/>
            <ac:spMk id="466" creationId="{7D4E12F6-2B94-15D0-0E19-E29238789C3B}"/>
          </ac:spMkLst>
        </pc:spChg>
        <pc:spChg chg="add del mod">
          <ac:chgData name="Mayu Ninagawa (蜷川 真優 GE)" userId="15d22be4-2d84-414d-ac66-ca09a50eae87" providerId="ADAL" clId="{2A43D1C7-C612-4547-BA11-3049DC01C97C}" dt="2026-01-29T03:14:12.325" v="5177"/>
          <ac:spMkLst>
            <pc:docMk/>
            <pc:sldMk cId="2885507277" sldId="374"/>
            <ac:spMk id="467" creationId="{D9B73D37-C412-9833-E2AE-513853420ABC}"/>
          </ac:spMkLst>
        </pc:spChg>
        <pc:spChg chg="add del mod">
          <ac:chgData name="Mayu Ninagawa (蜷川 真優 GE)" userId="15d22be4-2d84-414d-ac66-ca09a50eae87" providerId="ADAL" clId="{2A43D1C7-C612-4547-BA11-3049DC01C97C}" dt="2026-01-29T03:14:12.325" v="5177"/>
          <ac:spMkLst>
            <pc:docMk/>
            <pc:sldMk cId="2885507277" sldId="374"/>
            <ac:spMk id="468" creationId="{90E6F400-FD27-B084-2F72-AE7A08FB576D}"/>
          </ac:spMkLst>
        </pc:spChg>
        <pc:spChg chg="add del mod">
          <ac:chgData name="Mayu Ninagawa (蜷川 真優 GE)" userId="15d22be4-2d84-414d-ac66-ca09a50eae87" providerId="ADAL" clId="{2A43D1C7-C612-4547-BA11-3049DC01C97C}" dt="2026-01-29T03:14:12.325" v="5177"/>
          <ac:spMkLst>
            <pc:docMk/>
            <pc:sldMk cId="2885507277" sldId="374"/>
            <ac:spMk id="470" creationId="{7EEF0CBB-B520-D3EE-C3A0-708DED54774C}"/>
          </ac:spMkLst>
        </pc:spChg>
        <pc:spChg chg="add del mod">
          <ac:chgData name="Mayu Ninagawa (蜷川 真優 GE)" userId="15d22be4-2d84-414d-ac66-ca09a50eae87" providerId="ADAL" clId="{2A43D1C7-C612-4547-BA11-3049DC01C97C}" dt="2026-01-29T03:14:12.325" v="5177"/>
          <ac:spMkLst>
            <pc:docMk/>
            <pc:sldMk cId="2885507277" sldId="374"/>
            <ac:spMk id="471" creationId="{33F4DC89-E460-7AF0-7BDE-7B2B670A1EDE}"/>
          </ac:spMkLst>
        </pc:spChg>
        <pc:spChg chg="add del mod">
          <ac:chgData name="Mayu Ninagawa (蜷川 真優 GE)" userId="15d22be4-2d84-414d-ac66-ca09a50eae87" providerId="ADAL" clId="{2A43D1C7-C612-4547-BA11-3049DC01C97C}" dt="2026-01-29T03:14:12.325" v="5177"/>
          <ac:spMkLst>
            <pc:docMk/>
            <pc:sldMk cId="2885507277" sldId="374"/>
            <ac:spMk id="472" creationId="{7D95CB6C-0AB7-327D-20B0-EF5F41F2F986}"/>
          </ac:spMkLst>
        </pc:spChg>
        <pc:spChg chg="add del mod">
          <ac:chgData name="Mayu Ninagawa (蜷川 真優 GE)" userId="15d22be4-2d84-414d-ac66-ca09a50eae87" providerId="ADAL" clId="{2A43D1C7-C612-4547-BA11-3049DC01C97C}" dt="2026-01-29T03:14:12.325" v="5177"/>
          <ac:spMkLst>
            <pc:docMk/>
            <pc:sldMk cId="2885507277" sldId="374"/>
            <ac:spMk id="473" creationId="{1CE59FE4-F4EC-2671-B06C-668D97616887}"/>
          </ac:spMkLst>
        </pc:spChg>
        <pc:spChg chg="add mod">
          <ac:chgData name="Mayu Ninagawa (蜷川 真優 GE)" userId="15d22be4-2d84-414d-ac66-ca09a50eae87" providerId="ADAL" clId="{2A43D1C7-C612-4547-BA11-3049DC01C97C}" dt="2026-01-29T09:10:42.834" v="7408" actId="1076"/>
          <ac:spMkLst>
            <pc:docMk/>
            <pc:sldMk cId="2885507277" sldId="374"/>
            <ac:spMk id="475" creationId="{9EC52A1B-5460-3BC2-0E3E-AEE150DA7EA1}"/>
          </ac:spMkLst>
        </pc:spChg>
        <pc:spChg chg="add mod">
          <ac:chgData name="Mayu Ninagawa (蜷川 真優 GE)" userId="15d22be4-2d84-414d-ac66-ca09a50eae87" providerId="ADAL" clId="{2A43D1C7-C612-4547-BA11-3049DC01C97C}" dt="2026-01-29T09:10:42.834" v="7408" actId="1076"/>
          <ac:spMkLst>
            <pc:docMk/>
            <pc:sldMk cId="2885507277" sldId="374"/>
            <ac:spMk id="476" creationId="{8A0C30DF-FE99-4A92-2271-F737E3545E2E}"/>
          </ac:spMkLst>
        </pc:spChg>
        <pc:spChg chg="mod">
          <ac:chgData name="Mayu Ninagawa (蜷川 真優 GE)" userId="15d22be4-2d84-414d-ac66-ca09a50eae87" providerId="ADAL" clId="{2A43D1C7-C612-4547-BA11-3049DC01C97C}" dt="2026-01-29T03:16:42.357" v="5409"/>
          <ac:spMkLst>
            <pc:docMk/>
            <pc:sldMk cId="2885507277" sldId="374"/>
            <ac:spMk id="478" creationId="{1220D3E2-791D-C5D8-A950-233910448639}"/>
          </ac:spMkLst>
        </pc:spChg>
        <pc:spChg chg="mod">
          <ac:chgData name="Mayu Ninagawa (蜷川 真優 GE)" userId="15d22be4-2d84-414d-ac66-ca09a50eae87" providerId="ADAL" clId="{2A43D1C7-C612-4547-BA11-3049DC01C97C}" dt="2026-01-29T03:16:42.357" v="5409"/>
          <ac:spMkLst>
            <pc:docMk/>
            <pc:sldMk cId="2885507277" sldId="374"/>
            <ac:spMk id="479" creationId="{8EA4D25E-806D-07FE-80A5-B987F39D34B7}"/>
          </ac:spMkLst>
        </pc:spChg>
        <pc:spChg chg="mod">
          <ac:chgData name="Mayu Ninagawa (蜷川 真優 GE)" userId="15d22be4-2d84-414d-ac66-ca09a50eae87" providerId="ADAL" clId="{2A43D1C7-C612-4547-BA11-3049DC01C97C}" dt="2026-01-29T03:16:42.357" v="5409"/>
          <ac:spMkLst>
            <pc:docMk/>
            <pc:sldMk cId="2885507277" sldId="374"/>
            <ac:spMk id="480" creationId="{4D8E8AB4-0A4C-EC1C-3F51-0ECB681E09FE}"/>
          </ac:spMkLst>
        </pc:spChg>
        <pc:spChg chg="mod">
          <ac:chgData name="Mayu Ninagawa (蜷川 真優 GE)" userId="15d22be4-2d84-414d-ac66-ca09a50eae87" providerId="ADAL" clId="{2A43D1C7-C612-4547-BA11-3049DC01C97C}" dt="2026-01-29T03:16:42.357" v="5409"/>
          <ac:spMkLst>
            <pc:docMk/>
            <pc:sldMk cId="2885507277" sldId="374"/>
            <ac:spMk id="481" creationId="{2AB4BB96-1CBF-29F8-E151-96BA9EDD0FBB}"/>
          </ac:spMkLst>
        </pc:spChg>
        <pc:spChg chg="mod">
          <ac:chgData name="Mayu Ninagawa (蜷川 真優 GE)" userId="15d22be4-2d84-414d-ac66-ca09a50eae87" providerId="ADAL" clId="{2A43D1C7-C612-4547-BA11-3049DC01C97C}" dt="2026-01-29T03:16:42.357" v="5409"/>
          <ac:spMkLst>
            <pc:docMk/>
            <pc:sldMk cId="2885507277" sldId="374"/>
            <ac:spMk id="482" creationId="{A83E6811-0625-C406-8B95-2733CCCC3FC5}"/>
          </ac:spMkLst>
        </pc:spChg>
        <pc:spChg chg="mod">
          <ac:chgData name="Mayu Ninagawa (蜷川 真優 GE)" userId="15d22be4-2d84-414d-ac66-ca09a50eae87" providerId="ADAL" clId="{2A43D1C7-C612-4547-BA11-3049DC01C97C}" dt="2026-01-29T03:16:42.357" v="5409"/>
          <ac:spMkLst>
            <pc:docMk/>
            <pc:sldMk cId="2885507277" sldId="374"/>
            <ac:spMk id="483" creationId="{88F29C1A-D167-2AC7-96F6-81FDE4E8AD74}"/>
          </ac:spMkLst>
        </pc:spChg>
        <pc:spChg chg="mod">
          <ac:chgData name="Mayu Ninagawa (蜷川 真優 GE)" userId="15d22be4-2d84-414d-ac66-ca09a50eae87" providerId="ADAL" clId="{2A43D1C7-C612-4547-BA11-3049DC01C97C}" dt="2026-01-29T03:16:42.357" v="5409"/>
          <ac:spMkLst>
            <pc:docMk/>
            <pc:sldMk cId="2885507277" sldId="374"/>
            <ac:spMk id="484" creationId="{75DDA4CD-00B4-4724-74AE-B7B9AE634301}"/>
          </ac:spMkLst>
        </pc:spChg>
        <pc:spChg chg="mod">
          <ac:chgData name="Mayu Ninagawa (蜷川 真優 GE)" userId="15d22be4-2d84-414d-ac66-ca09a50eae87" providerId="ADAL" clId="{2A43D1C7-C612-4547-BA11-3049DC01C97C}" dt="2026-01-29T03:16:42.357" v="5409"/>
          <ac:spMkLst>
            <pc:docMk/>
            <pc:sldMk cId="2885507277" sldId="374"/>
            <ac:spMk id="485" creationId="{52FC2B35-F7D2-8F43-BBB3-50C959492301}"/>
          </ac:spMkLst>
        </pc:spChg>
        <pc:spChg chg="mod">
          <ac:chgData name="Mayu Ninagawa (蜷川 真優 GE)" userId="15d22be4-2d84-414d-ac66-ca09a50eae87" providerId="ADAL" clId="{2A43D1C7-C612-4547-BA11-3049DC01C97C}" dt="2026-01-29T03:16:42.357" v="5409"/>
          <ac:spMkLst>
            <pc:docMk/>
            <pc:sldMk cId="2885507277" sldId="374"/>
            <ac:spMk id="486" creationId="{4B09D960-E358-E341-E6F7-445A4CE5D821}"/>
          </ac:spMkLst>
        </pc:spChg>
        <pc:spChg chg="mod">
          <ac:chgData name="Mayu Ninagawa (蜷川 真優 GE)" userId="15d22be4-2d84-414d-ac66-ca09a50eae87" providerId="ADAL" clId="{2A43D1C7-C612-4547-BA11-3049DC01C97C}" dt="2026-01-29T03:16:42.357" v="5409"/>
          <ac:spMkLst>
            <pc:docMk/>
            <pc:sldMk cId="2885507277" sldId="374"/>
            <ac:spMk id="487" creationId="{0779A029-7851-5B9F-CC77-A01F735E5C57}"/>
          </ac:spMkLst>
        </pc:spChg>
        <pc:spChg chg="mod">
          <ac:chgData name="Mayu Ninagawa (蜷川 真優 GE)" userId="15d22be4-2d84-414d-ac66-ca09a50eae87" providerId="ADAL" clId="{2A43D1C7-C612-4547-BA11-3049DC01C97C}" dt="2026-01-29T03:16:42.357" v="5409"/>
          <ac:spMkLst>
            <pc:docMk/>
            <pc:sldMk cId="2885507277" sldId="374"/>
            <ac:spMk id="488" creationId="{1326865D-A5F9-FAA4-F0B5-62184CACFBE6}"/>
          </ac:spMkLst>
        </pc:spChg>
        <pc:spChg chg="mod">
          <ac:chgData name="Mayu Ninagawa (蜷川 真優 GE)" userId="15d22be4-2d84-414d-ac66-ca09a50eae87" providerId="ADAL" clId="{2A43D1C7-C612-4547-BA11-3049DC01C97C}" dt="2026-01-29T03:16:42.357" v="5409"/>
          <ac:spMkLst>
            <pc:docMk/>
            <pc:sldMk cId="2885507277" sldId="374"/>
            <ac:spMk id="489" creationId="{C71E414C-9C27-AC4B-5B7A-A0F390135656}"/>
          </ac:spMkLst>
        </pc:spChg>
        <pc:spChg chg="mod">
          <ac:chgData name="Mayu Ninagawa (蜷川 真優 GE)" userId="15d22be4-2d84-414d-ac66-ca09a50eae87" providerId="ADAL" clId="{2A43D1C7-C612-4547-BA11-3049DC01C97C}" dt="2026-01-29T03:16:42.357" v="5409"/>
          <ac:spMkLst>
            <pc:docMk/>
            <pc:sldMk cId="2885507277" sldId="374"/>
            <ac:spMk id="490" creationId="{2227592A-716E-6EDA-D94D-FAD9CA78CC07}"/>
          </ac:spMkLst>
        </pc:spChg>
        <pc:spChg chg="mod">
          <ac:chgData name="Mayu Ninagawa (蜷川 真優 GE)" userId="15d22be4-2d84-414d-ac66-ca09a50eae87" providerId="ADAL" clId="{2A43D1C7-C612-4547-BA11-3049DC01C97C}" dt="2026-01-29T03:16:42.357" v="5409"/>
          <ac:spMkLst>
            <pc:docMk/>
            <pc:sldMk cId="2885507277" sldId="374"/>
            <ac:spMk id="491" creationId="{9EAEE446-3014-D169-BDD9-02B357C3CE76}"/>
          </ac:spMkLst>
        </pc:spChg>
        <pc:spChg chg="mod">
          <ac:chgData name="Mayu Ninagawa (蜷川 真優 GE)" userId="15d22be4-2d84-414d-ac66-ca09a50eae87" providerId="ADAL" clId="{2A43D1C7-C612-4547-BA11-3049DC01C97C}" dt="2026-01-29T03:16:42.357" v="5409"/>
          <ac:spMkLst>
            <pc:docMk/>
            <pc:sldMk cId="2885507277" sldId="374"/>
            <ac:spMk id="492" creationId="{C1EB55EA-3CB4-4FF5-6CF1-8A0EE30B10EE}"/>
          </ac:spMkLst>
        </pc:spChg>
        <pc:spChg chg="mod">
          <ac:chgData name="Mayu Ninagawa (蜷川 真優 GE)" userId="15d22be4-2d84-414d-ac66-ca09a50eae87" providerId="ADAL" clId="{2A43D1C7-C612-4547-BA11-3049DC01C97C}" dt="2026-01-29T03:16:42.357" v="5409"/>
          <ac:spMkLst>
            <pc:docMk/>
            <pc:sldMk cId="2885507277" sldId="374"/>
            <ac:spMk id="493" creationId="{73E0D985-4AD8-8894-C42D-9B71747D54AF}"/>
          </ac:spMkLst>
        </pc:spChg>
        <pc:spChg chg="mod">
          <ac:chgData name="Mayu Ninagawa (蜷川 真優 GE)" userId="15d22be4-2d84-414d-ac66-ca09a50eae87" providerId="ADAL" clId="{2A43D1C7-C612-4547-BA11-3049DC01C97C}" dt="2026-01-29T03:16:42.357" v="5409"/>
          <ac:spMkLst>
            <pc:docMk/>
            <pc:sldMk cId="2885507277" sldId="374"/>
            <ac:spMk id="494" creationId="{2CC76027-290C-822C-2EA3-75B72BE32616}"/>
          </ac:spMkLst>
        </pc:spChg>
        <pc:spChg chg="mod">
          <ac:chgData name="Mayu Ninagawa (蜷川 真優 GE)" userId="15d22be4-2d84-414d-ac66-ca09a50eae87" providerId="ADAL" clId="{2A43D1C7-C612-4547-BA11-3049DC01C97C}" dt="2026-01-29T03:16:42.357" v="5409"/>
          <ac:spMkLst>
            <pc:docMk/>
            <pc:sldMk cId="2885507277" sldId="374"/>
            <ac:spMk id="495" creationId="{A8DC1E7F-C82A-1891-29C9-128E4123DE7D}"/>
          </ac:spMkLst>
        </pc:spChg>
        <pc:spChg chg="mod">
          <ac:chgData name="Mayu Ninagawa (蜷川 真優 GE)" userId="15d22be4-2d84-414d-ac66-ca09a50eae87" providerId="ADAL" clId="{2A43D1C7-C612-4547-BA11-3049DC01C97C}" dt="2026-01-29T03:16:42.357" v="5409"/>
          <ac:spMkLst>
            <pc:docMk/>
            <pc:sldMk cId="2885507277" sldId="374"/>
            <ac:spMk id="496" creationId="{FE332E8F-46B2-F901-564A-2B70F687AF94}"/>
          </ac:spMkLst>
        </pc:spChg>
        <pc:spChg chg="mod">
          <ac:chgData name="Mayu Ninagawa (蜷川 真優 GE)" userId="15d22be4-2d84-414d-ac66-ca09a50eae87" providerId="ADAL" clId="{2A43D1C7-C612-4547-BA11-3049DC01C97C}" dt="2026-01-29T03:16:42.357" v="5409"/>
          <ac:spMkLst>
            <pc:docMk/>
            <pc:sldMk cId="2885507277" sldId="374"/>
            <ac:spMk id="497" creationId="{30EBEC56-FB41-A050-7FF9-17A40C40653C}"/>
          </ac:spMkLst>
        </pc:spChg>
        <pc:spChg chg="mod">
          <ac:chgData name="Mayu Ninagawa (蜷川 真優 GE)" userId="15d22be4-2d84-414d-ac66-ca09a50eae87" providerId="ADAL" clId="{2A43D1C7-C612-4547-BA11-3049DC01C97C}" dt="2026-01-29T03:16:42.357" v="5409"/>
          <ac:spMkLst>
            <pc:docMk/>
            <pc:sldMk cId="2885507277" sldId="374"/>
            <ac:spMk id="498" creationId="{C2B62607-E9F6-66EE-8CA7-3D3276C78DD0}"/>
          </ac:spMkLst>
        </pc:spChg>
        <pc:spChg chg="mod">
          <ac:chgData name="Mayu Ninagawa (蜷川 真優 GE)" userId="15d22be4-2d84-414d-ac66-ca09a50eae87" providerId="ADAL" clId="{2A43D1C7-C612-4547-BA11-3049DC01C97C}" dt="2026-01-29T03:16:42.357" v="5409"/>
          <ac:spMkLst>
            <pc:docMk/>
            <pc:sldMk cId="2885507277" sldId="374"/>
            <ac:spMk id="499" creationId="{B70133E8-9C94-84B6-C933-0DAC069705E8}"/>
          </ac:spMkLst>
        </pc:spChg>
        <pc:spChg chg="mod">
          <ac:chgData name="Mayu Ninagawa (蜷川 真優 GE)" userId="15d22be4-2d84-414d-ac66-ca09a50eae87" providerId="ADAL" clId="{2A43D1C7-C612-4547-BA11-3049DC01C97C}" dt="2026-01-29T03:16:42.357" v="5409"/>
          <ac:spMkLst>
            <pc:docMk/>
            <pc:sldMk cId="2885507277" sldId="374"/>
            <ac:spMk id="500" creationId="{B2238097-C8DA-F399-5EEF-D7F881DDCEC7}"/>
          </ac:spMkLst>
        </pc:spChg>
        <pc:spChg chg="mod">
          <ac:chgData name="Mayu Ninagawa (蜷川 真優 GE)" userId="15d22be4-2d84-414d-ac66-ca09a50eae87" providerId="ADAL" clId="{2A43D1C7-C612-4547-BA11-3049DC01C97C}" dt="2026-01-29T03:16:42.357" v="5409"/>
          <ac:spMkLst>
            <pc:docMk/>
            <pc:sldMk cId="2885507277" sldId="374"/>
            <ac:spMk id="501" creationId="{5A9DA83D-3540-D1E9-B764-178321E3E571}"/>
          </ac:spMkLst>
        </pc:spChg>
        <pc:spChg chg="mod">
          <ac:chgData name="Mayu Ninagawa (蜷川 真優 GE)" userId="15d22be4-2d84-414d-ac66-ca09a50eae87" providerId="ADAL" clId="{2A43D1C7-C612-4547-BA11-3049DC01C97C}" dt="2026-01-29T03:16:42.357" v="5409"/>
          <ac:spMkLst>
            <pc:docMk/>
            <pc:sldMk cId="2885507277" sldId="374"/>
            <ac:spMk id="502" creationId="{8F6D1933-9344-E945-48A9-522150F00475}"/>
          </ac:spMkLst>
        </pc:spChg>
        <pc:spChg chg="mod">
          <ac:chgData name="Mayu Ninagawa (蜷川 真優 GE)" userId="15d22be4-2d84-414d-ac66-ca09a50eae87" providerId="ADAL" clId="{2A43D1C7-C612-4547-BA11-3049DC01C97C}" dt="2026-01-29T03:16:42.357" v="5409"/>
          <ac:spMkLst>
            <pc:docMk/>
            <pc:sldMk cId="2885507277" sldId="374"/>
            <ac:spMk id="503" creationId="{AD4DA1E6-D62C-3EFD-21A4-0B865873ADF4}"/>
          </ac:spMkLst>
        </pc:spChg>
        <pc:spChg chg="mod">
          <ac:chgData name="Mayu Ninagawa (蜷川 真優 GE)" userId="15d22be4-2d84-414d-ac66-ca09a50eae87" providerId="ADAL" clId="{2A43D1C7-C612-4547-BA11-3049DC01C97C}" dt="2026-01-29T03:16:42.357" v="5409"/>
          <ac:spMkLst>
            <pc:docMk/>
            <pc:sldMk cId="2885507277" sldId="374"/>
            <ac:spMk id="504" creationId="{AFC9B2C3-D597-0531-1D22-BE4A36611EBD}"/>
          </ac:spMkLst>
        </pc:spChg>
        <pc:spChg chg="mod">
          <ac:chgData name="Mayu Ninagawa (蜷川 真優 GE)" userId="15d22be4-2d84-414d-ac66-ca09a50eae87" providerId="ADAL" clId="{2A43D1C7-C612-4547-BA11-3049DC01C97C}" dt="2026-01-29T03:16:42.357" v="5409"/>
          <ac:spMkLst>
            <pc:docMk/>
            <pc:sldMk cId="2885507277" sldId="374"/>
            <ac:spMk id="505" creationId="{9B02BBFA-1DCA-D5BA-1496-50ED0246430E}"/>
          </ac:spMkLst>
        </pc:spChg>
        <pc:spChg chg="mod">
          <ac:chgData name="Mayu Ninagawa (蜷川 真優 GE)" userId="15d22be4-2d84-414d-ac66-ca09a50eae87" providerId="ADAL" clId="{2A43D1C7-C612-4547-BA11-3049DC01C97C}" dt="2026-01-29T03:16:42.357" v="5409"/>
          <ac:spMkLst>
            <pc:docMk/>
            <pc:sldMk cId="2885507277" sldId="374"/>
            <ac:spMk id="506" creationId="{E6D6DC63-05C2-6058-D14E-1AAE8BAAAA4F}"/>
          </ac:spMkLst>
        </pc:spChg>
        <pc:spChg chg="mod">
          <ac:chgData name="Mayu Ninagawa (蜷川 真優 GE)" userId="15d22be4-2d84-414d-ac66-ca09a50eae87" providerId="ADAL" clId="{2A43D1C7-C612-4547-BA11-3049DC01C97C}" dt="2026-01-29T03:16:42.357" v="5409"/>
          <ac:spMkLst>
            <pc:docMk/>
            <pc:sldMk cId="2885507277" sldId="374"/>
            <ac:spMk id="507" creationId="{A086B11B-3949-C7CC-DA67-722DB5415032}"/>
          </ac:spMkLst>
        </pc:spChg>
        <pc:spChg chg="mod">
          <ac:chgData name="Mayu Ninagawa (蜷川 真優 GE)" userId="15d22be4-2d84-414d-ac66-ca09a50eae87" providerId="ADAL" clId="{2A43D1C7-C612-4547-BA11-3049DC01C97C}" dt="2026-01-29T03:16:42.357" v="5409"/>
          <ac:spMkLst>
            <pc:docMk/>
            <pc:sldMk cId="2885507277" sldId="374"/>
            <ac:spMk id="508" creationId="{1D5BA9D4-B01D-1345-B688-A263CF5DB053}"/>
          </ac:spMkLst>
        </pc:spChg>
        <pc:spChg chg="mod">
          <ac:chgData name="Mayu Ninagawa (蜷川 真優 GE)" userId="15d22be4-2d84-414d-ac66-ca09a50eae87" providerId="ADAL" clId="{2A43D1C7-C612-4547-BA11-3049DC01C97C}" dt="2026-01-29T03:16:42.357" v="5409"/>
          <ac:spMkLst>
            <pc:docMk/>
            <pc:sldMk cId="2885507277" sldId="374"/>
            <ac:spMk id="509" creationId="{5903592E-E0E5-9286-B407-F0FF622C23A5}"/>
          </ac:spMkLst>
        </pc:spChg>
        <pc:spChg chg="mod">
          <ac:chgData name="Mayu Ninagawa (蜷川 真優 GE)" userId="15d22be4-2d84-414d-ac66-ca09a50eae87" providerId="ADAL" clId="{2A43D1C7-C612-4547-BA11-3049DC01C97C}" dt="2026-01-29T03:16:42.357" v="5409"/>
          <ac:spMkLst>
            <pc:docMk/>
            <pc:sldMk cId="2885507277" sldId="374"/>
            <ac:spMk id="510" creationId="{190DFE02-6C01-12D6-3BD9-3DE9E9FBFD3A}"/>
          </ac:spMkLst>
        </pc:spChg>
        <pc:spChg chg="mod">
          <ac:chgData name="Mayu Ninagawa (蜷川 真優 GE)" userId="15d22be4-2d84-414d-ac66-ca09a50eae87" providerId="ADAL" clId="{2A43D1C7-C612-4547-BA11-3049DC01C97C}" dt="2026-01-29T03:16:42.357" v="5409"/>
          <ac:spMkLst>
            <pc:docMk/>
            <pc:sldMk cId="2885507277" sldId="374"/>
            <ac:spMk id="511" creationId="{27FFC7DE-B298-E337-379F-6804F38431A4}"/>
          </ac:spMkLst>
        </pc:spChg>
        <pc:grpChg chg="del">
          <ac:chgData name="Mayu Ninagawa (蜷川 真優 GE)" userId="15d22be4-2d84-414d-ac66-ca09a50eae87" providerId="ADAL" clId="{2A43D1C7-C612-4547-BA11-3049DC01C97C}" dt="2026-01-29T03:13:42.927" v="5168" actId="478"/>
          <ac:grpSpMkLst>
            <pc:docMk/>
            <pc:sldMk cId="2885507277" sldId="374"/>
            <ac:grpSpMk id="45" creationId="{3F1E0F4C-FC56-5950-6EFA-72EEA6FDA0D9}"/>
          </ac:grpSpMkLst>
        </pc:grpChg>
        <pc:grpChg chg="add del mod">
          <ac:chgData name="Mayu Ninagawa (蜷川 真優 GE)" userId="15d22be4-2d84-414d-ac66-ca09a50eae87" providerId="ADAL" clId="{2A43D1C7-C612-4547-BA11-3049DC01C97C}" dt="2026-01-29T03:23:41.603" v="5525"/>
          <ac:grpSpMkLst>
            <pc:docMk/>
            <pc:sldMk cId="2885507277" sldId="374"/>
            <ac:grpSpMk id="85" creationId="{4F38803A-EF93-9C24-62EC-C49F6041D191}"/>
          </ac:grpSpMkLst>
        </pc:grpChg>
        <pc:grpChg chg="mod">
          <ac:chgData name="Mayu Ninagawa (蜷川 真優 GE)" userId="15d22be4-2d84-414d-ac66-ca09a50eae87" providerId="ADAL" clId="{2A43D1C7-C612-4547-BA11-3049DC01C97C}" dt="2026-01-29T03:23:39.788" v="5524"/>
          <ac:grpSpMkLst>
            <pc:docMk/>
            <pc:sldMk cId="2885507277" sldId="374"/>
            <ac:grpSpMk id="88" creationId="{6D8E5460-4578-EA93-C673-A7C8FB76370B}"/>
          </ac:grpSpMkLst>
        </pc:grpChg>
        <pc:grpChg chg="add del mod">
          <ac:chgData name="Mayu Ninagawa (蜷川 真優 GE)" userId="15d22be4-2d84-414d-ac66-ca09a50eae87" providerId="ADAL" clId="{2A43D1C7-C612-4547-BA11-3049DC01C97C}" dt="2026-01-29T03:16:43.829" v="5410"/>
          <ac:grpSpMkLst>
            <pc:docMk/>
            <pc:sldMk cId="2885507277" sldId="374"/>
            <ac:grpSpMk id="477" creationId="{2DADB8F5-3228-36E0-18D2-E05C4994F4C0}"/>
          </ac:grpSpMkLst>
        </pc:grpChg>
        <pc:picChg chg="del">
          <ac:chgData name="Mayu Ninagawa (蜷川 真優 GE)" userId="15d22be4-2d84-414d-ac66-ca09a50eae87" providerId="ADAL" clId="{2A43D1C7-C612-4547-BA11-3049DC01C97C}" dt="2026-01-29T03:13:42.927" v="5168" actId="478"/>
          <ac:picMkLst>
            <pc:docMk/>
            <pc:sldMk cId="2885507277" sldId="374"/>
            <ac:picMk id="10" creationId="{BF21433B-FD82-5729-5F97-700232F4470A}"/>
          </ac:picMkLst>
        </pc:picChg>
        <pc:picChg chg="add del mod">
          <ac:chgData name="Mayu Ninagawa (蜷川 真優 GE)" userId="15d22be4-2d84-414d-ac66-ca09a50eae87" providerId="ADAL" clId="{2A43D1C7-C612-4547-BA11-3049DC01C97C}" dt="2026-01-29T03:14:09.896" v="5175" actId="21"/>
          <ac:picMkLst>
            <pc:docMk/>
            <pc:sldMk cId="2885507277" sldId="374"/>
            <ac:picMk id="46" creationId="{B0575378-211D-04B1-0F02-A062E4BF62EB}"/>
          </ac:picMkLst>
        </pc:picChg>
        <pc:picChg chg="add del mod">
          <ac:chgData name="Mayu Ninagawa (蜷川 真優 GE)" userId="15d22be4-2d84-414d-ac66-ca09a50eae87" providerId="ADAL" clId="{2A43D1C7-C612-4547-BA11-3049DC01C97C}" dt="2026-01-29T03:14:09.896" v="5175" actId="21"/>
          <ac:picMkLst>
            <pc:docMk/>
            <pc:sldMk cId="2885507277" sldId="374"/>
            <ac:picMk id="63" creationId="{03DDE8A5-68F5-630B-98BE-F9EEB4E00115}"/>
          </ac:picMkLst>
        </pc:picChg>
        <pc:picChg chg="add del mod">
          <ac:chgData name="Mayu Ninagawa (蜷川 真優 GE)" userId="15d22be4-2d84-414d-ac66-ca09a50eae87" providerId="ADAL" clId="{2A43D1C7-C612-4547-BA11-3049DC01C97C}" dt="2026-01-29T03:23:39.459" v="5523" actId="478"/>
          <ac:picMkLst>
            <pc:docMk/>
            <pc:sldMk cId="2885507277" sldId="374"/>
            <ac:picMk id="83" creationId="{94832CA1-B5F3-709E-BC81-483F345DC769}"/>
          </ac:picMkLst>
        </pc:picChg>
        <pc:picChg chg="del mod">
          <ac:chgData name="Mayu Ninagawa (蜷川 真優 GE)" userId="15d22be4-2d84-414d-ac66-ca09a50eae87" providerId="ADAL" clId="{2A43D1C7-C612-4547-BA11-3049DC01C97C}" dt="2026-01-29T03:13:42.927" v="5168" actId="478"/>
          <ac:picMkLst>
            <pc:docMk/>
            <pc:sldMk cId="2885507277" sldId="374"/>
            <ac:picMk id="409" creationId="{A1B24E57-B0FC-14B8-900D-B8BD98EBC556}"/>
          </ac:picMkLst>
        </pc:picChg>
        <pc:picChg chg="add mod">
          <ac:chgData name="Mayu Ninagawa (蜷川 真優 GE)" userId="15d22be4-2d84-414d-ac66-ca09a50eae87" providerId="ADAL" clId="{2A43D1C7-C612-4547-BA11-3049DC01C97C}" dt="2026-01-29T09:10:42.834" v="7408" actId="1076"/>
          <ac:picMkLst>
            <pc:docMk/>
            <pc:sldMk cId="2885507277" sldId="374"/>
            <ac:picMk id="417" creationId="{6F85FCB1-EAE8-C8A2-6998-A86B243384B7}"/>
          </ac:picMkLst>
        </pc:picChg>
        <pc:picChg chg="add del mod">
          <ac:chgData name="Mayu Ninagawa (蜷川 真優 GE)" userId="15d22be4-2d84-414d-ac66-ca09a50eae87" providerId="ADAL" clId="{2A43D1C7-C612-4547-BA11-3049DC01C97C}" dt="2026-01-29T03:14:12.325" v="5177"/>
          <ac:picMkLst>
            <pc:docMk/>
            <pc:sldMk cId="2885507277" sldId="374"/>
            <ac:picMk id="453" creationId="{20630841-BB71-462C-8714-8113D5239E6C}"/>
          </ac:picMkLst>
        </pc:picChg>
        <pc:picChg chg="add del mod">
          <ac:chgData name="Mayu Ninagawa (蜷川 真優 GE)" userId="15d22be4-2d84-414d-ac66-ca09a50eae87" providerId="ADAL" clId="{2A43D1C7-C612-4547-BA11-3049DC01C97C}" dt="2026-01-29T03:14:12.325" v="5177"/>
          <ac:picMkLst>
            <pc:docMk/>
            <pc:sldMk cId="2885507277" sldId="374"/>
            <ac:picMk id="469" creationId="{AA68B637-DA07-D505-207E-93694765AFDE}"/>
          </ac:picMkLst>
        </pc:picChg>
        <pc:picChg chg="add mod">
          <ac:chgData name="Mayu Ninagawa (蜷川 真優 GE)" userId="15d22be4-2d84-414d-ac66-ca09a50eae87" providerId="ADAL" clId="{2A43D1C7-C612-4547-BA11-3049DC01C97C}" dt="2026-01-29T09:10:42.834" v="7408" actId="1076"/>
          <ac:picMkLst>
            <pc:docMk/>
            <pc:sldMk cId="2885507277" sldId="374"/>
            <ac:picMk id="474" creationId="{51B788C1-8F28-8CD3-5129-D4C2AAF139AA}"/>
          </ac:picMkLst>
        </pc:picChg>
      </pc:sldChg>
      <pc:sldChg chg="modSp">
        <pc:chgData name="Mayu Ninagawa (蜷川 真優 GE)" userId="15d22be4-2d84-414d-ac66-ca09a50eae87" providerId="ADAL" clId="{2A43D1C7-C612-4547-BA11-3049DC01C97C}" dt="2026-01-30T06:33:10.070" v="9552"/>
        <pc:sldMkLst>
          <pc:docMk/>
          <pc:sldMk cId="4286280995" sldId="375"/>
        </pc:sldMkLst>
        <pc:graphicFrameChg chg="mod">
          <ac:chgData name="Mayu Ninagawa (蜷川 真優 GE)" userId="15d22be4-2d84-414d-ac66-ca09a50eae87" providerId="ADAL" clId="{2A43D1C7-C612-4547-BA11-3049DC01C97C}" dt="2026-01-30T06:33:10.070" v="9552"/>
          <ac:graphicFrameMkLst>
            <pc:docMk/>
            <pc:sldMk cId="4286280995" sldId="375"/>
            <ac:graphicFrameMk id="4" creationId="{FC1342A8-D48B-7789-EDAB-66F908625431}"/>
          </ac:graphicFrameMkLst>
        </pc:graphicFrameChg>
      </pc:sldChg>
      <pc:sldChg chg="modSp mod">
        <pc:chgData name="Mayu Ninagawa (蜷川 真優 GE)" userId="15d22be4-2d84-414d-ac66-ca09a50eae87" providerId="ADAL" clId="{2A43D1C7-C612-4547-BA11-3049DC01C97C}" dt="2026-01-29T03:21:57.492" v="5505" actId="313"/>
        <pc:sldMkLst>
          <pc:docMk/>
          <pc:sldMk cId="3827094349" sldId="377"/>
        </pc:sldMkLst>
        <pc:spChg chg="mod">
          <ac:chgData name="Mayu Ninagawa (蜷川 真優 GE)" userId="15d22be4-2d84-414d-ac66-ca09a50eae87" providerId="ADAL" clId="{2A43D1C7-C612-4547-BA11-3049DC01C97C}" dt="2026-01-29T03:21:53.322" v="5501" actId="313"/>
          <ac:spMkLst>
            <pc:docMk/>
            <pc:sldMk cId="3827094349" sldId="377"/>
            <ac:spMk id="3" creationId="{AF284139-1ACC-84DC-AEB0-B045801646BC}"/>
          </ac:spMkLst>
        </pc:spChg>
        <pc:spChg chg="mod">
          <ac:chgData name="Mayu Ninagawa (蜷川 真優 GE)" userId="15d22be4-2d84-414d-ac66-ca09a50eae87" providerId="ADAL" clId="{2A43D1C7-C612-4547-BA11-3049DC01C97C}" dt="2026-01-29T03:21:56.955" v="5504" actId="313"/>
          <ac:spMkLst>
            <pc:docMk/>
            <pc:sldMk cId="3827094349" sldId="377"/>
            <ac:spMk id="6" creationId="{0E182786-5842-0A8F-3539-E06AEC55F766}"/>
          </ac:spMkLst>
        </pc:spChg>
        <pc:graphicFrameChg chg="mod modGraphic">
          <ac:chgData name="Mayu Ninagawa (蜷川 真優 GE)" userId="15d22be4-2d84-414d-ac66-ca09a50eae87" providerId="ADAL" clId="{2A43D1C7-C612-4547-BA11-3049DC01C97C}" dt="2026-01-29T03:21:55.864" v="5503" actId="313"/>
          <ac:graphicFrameMkLst>
            <pc:docMk/>
            <pc:sldMk cId="3827094349" sldId="377"/>
            <ac:graphicFrameMk id="4" creationId="{DA1DC5BE-E6A6-E3AA-A80C-4D12ADD4A9FB}"/>
          </ac:graphicFrameMkLst>
        </pc:graphicFrameChg>
        <pc:graphicFrameChg chg="mod modGraphic">
          <ac:chgData name="Mayu Ninagawa (蜷川 真優 GE)" userId="15d22be4-2d84-414d-ac66-ca09a50eae87" providerId="ADAL" clId="{2A43D1C7-C612-4547-BA11-3049DC01C97C}" dt="2026-01-29T03:21:57.492" v="5505" actId="313"/>
          <ac:graphicFrameMkLst>
            <pc:docMk/>
            <pc:sldMk cId="3827094349" sldId="377"/>
            <ac:graphicFrameMk id="8" creationId="{3043643E-E56B-694B-8BFB-6FED7B296C85}"/>
          </ac:graphicFrameMkLst>
        </pc:graphicFrameChg>
        <pc:graphicFrameChg chg="mod modGraphic">
          <ac:chgData name="Mayu Ninagawa (蜷川 真優 GE)" userId="15d22be4-2d84-414d-ac66-ca09a50eae87" providerId="ADAL" clId="{2A43D1C7-C612-4547-BA11-3049DC01C97C}" dt="2026-01-29T03:21:55.348" v="5502" actId="313"/>
          <ac:graphicFrameMkLst>
            <pc:docMk/>
            <pc:sldMk cId="3827094349" sldId="377"/>
            <ac:graphicFrameMk id="13" creationId="{E29A361B-8DFF-4E37-165E-4D7E934E624E}"/>
          </ac:graphicFrameMkLst>
        </pc:graphicFrameChg>
      </pc:sldChg>
      <pc:sldChg chg="addSp delSp modSp mod ord">
        <pc:chgData name="Mayu Ninagawa (蜷川 真優 GE)" userId="15d22be4-2d84-414d-ac66-ca09a50eae87" providerId="ADAL" clId="{2A43D1C7-C612-4547-BA11-3049DC01C97C}" dt="2026-01-30T06:33:10.070" v="9552"/>
        <pc:sldMkLst>
          <pc:docMk/>
          <pc:sldMk cId="3236907999" sldId="378"/>
        </pc:sldMkLst>
        <pc:spChg chg="del">
          <ac:chgData name="Mayu Ninagawa (蜷川 真優 GE)" userId="15d22be4-2d84-414d-ac66-ca09a50eae87" providerId="ADAL" clId="{2A43D1C7-C612-4547-BA11-3049DC01C97C}" dt="2026-01-20T08:19:00.779" v="1109" actId="478"/>
          <ac:spMkLst>
            <pc:docMk/>
            <pc:sldMk cId="3236907999" sldId="378"/>
            <ac:spMk id="2" creationId="{66E0E722-DA10-819B-46A3-FDD2103F590E}"/>
          </ac:spMkLst>
        </pc:spChg>
        <pc:spChg chg="add mod">
          <ac:chgData name="Mayu Ninagawa (蜷川 真優 GE)" userId="15d22be4-2d84-414d-ac66-ca09a50eae87" providerId="ADAL" clId="{2A43D1C7-C612-4547-BA11-3049DC01C97C}" dt="2026-01-22T03:40:04.603" v="4626" actId="1076"/>
          <ac:spMkLst>
            <pc:docMk/>
            <pc:sldMk cId="3236907999" sldId="378"/>
            <ac:spMk id="2" creationId="{B03959FD-A90A-5F37-3FD7-C0EEA1B9CEF6}"/>
          </ac:spMkLst>
        </pc:spChg>
        <pc:spChg chg="add mod">
          <ac:chgData name="Mayu Ninagawa (蜷川 真優 GE)" userId="15d22be4-2d84-414d-ac66-ca09a50eae87" providerId="ADAL" clId="{2A43D1C7-C612-4547-BA11-3049DC01C97C}" dt="2026-01-20T08:19:10.883" v="1111" actId="1076"/>
          <ac:spMkLst>
            <pc:docMk/>
            <pc:sldMk cId="3236907999" sldId="378"/>
            <ac:spMk id="3" creationId="{9DB96B41-BFE0-929F-874E-BF14768A3531}"/>
          </ac:spMkLst>
        </pc:spChg>
        <pc:spChg chg="add mod">
          <ac:chgData name="Mayu Ninagawa (蜷川 真優 GE)" userId="15d22be4-2d84-414d-ac66-ca09a50eae87" providerId="ADAL" clId="{2A43D1C7-C612-4547-BA11-3049DC01C97C}" dt="2026-01-20T08:19:10.883" v="1111" actId="1076"/>
          <ac:spMkLst>
            <pc:docMk/>
            <pc:sldMk cId="3236907999" sldId="378"/>
            <ac:spMk id="4" creationId="{046F9DEB-FC5C-2479-B0F1-87EAA726DE8C}"/>
          </ac:spMkLst>
        </pc:spChg>
        <pc:spChg chg="add mod">
          <ac:chgData name="Mayu Ninagawa (蜷川 真優 GE)" userId="15d22be4-2d84-414d-ac66-ca09a50eae87" providerId="ADAL" clId="{2A43D1C7-C612-4547-BA11-3049DC01C97C}" dt="2026-01-20T08:19:10.883" v="1111" actId="1076"/>
          <ac:spMkLst>
            <pc:docMk/>
            <pc:sldMk cId="3236907999" sldId="378"/>
            <ac:spMk id="5" creationId="{C0187E78-A21F-B77B-B3F7-2FAB829CD720}"/>
          </ac:spMkLst>
        </pc:spChg>
        <pc:spChg chg="add mod">
          <ac:chgData name="Mayu Ninagawa (蜷川 真優 GE)" userId="15d22be4-2d84-414d-ac66-ca09a50eae87" providerId="ADAL" clId="{2A43D1C7-C612-4547-BA11-3049DC01C97C}" dt="2026-01-20T08:19:10.883" v="1111" actId="1076"/>
          <ac:spMkLst>
            <pc:docMk/>
            <pc:sldMk cId="3236907999" sldId="378"/>
            <ac:spMk id="6" creationId="{A969DE9F-5FD6-287E-FFED-0BB2BC180626}"/>
          </ac:spMkLst>
        </pc:spChg>
        <pc:spChg chg="mod">
          <ac:chgData name="Mayu Ninagawa (蜷川 真優 GE)" userId="15d22be4-2d84-414d-ac66-ca09a50eae87" providerId="ADAL" clId="{2A43D1C7-C612-4547-BA11-3049DC01C97C}" dt="2026-01-29T09:00:54.690" v="7070"/>
          <ac:spMkLst>
            <pc:docMk/>
            <pc:sldMk cId="3236907999" sldId="378"/>
            <ac:spMk id="57" creationId="{A93B7CAA-4215-6516-64EE-89E53D0D1C07}"/>
          </ac:spMkLst>
        </pc:spChg>
        <pc:spChg chg="del">
          <ac:chgData name="Mayu Ninagawa (蜷川 真優 GE)" userId="15d22be4-2d84-414d-ac66-ca09a50eae87" providerId="ADAL" clId="{2A43D1C7-C612-4547-BA11-3049DC01C97C}" dt="2026-01-22T03:40:29.424" v="4639" actId="478"/>
          <ac:spMkLst>
            <pc:docMk/>
            <pc:sldMk cId="3236907999" sldId="378"/>
            <ac:spMk id="58" creationId="{C2692BB2-D6B2-745F-0272-1ACBB3A4FABC}"/>
          </ac:spMkLst>
        </pc:spChg>
        <pc:graphicFrameChg chg="mod modGraphic">
          <ac:chgData name="Mayu Ninagawa (蜷川 真優 GE)" userId="15d22be4-2d84-414d-ac66-ca09a50eae87" providerId="ADAL" clId="{2A43D1C7-C612-4547-BA11-3049DC01C97C}" dt="2026-01-30T06:33:10.070" v="9552"/>
          <ac:graphicFrameMkLst>
            <pc:docMk/>
            <pc:sldMk cId="3236907999" sldId="378"/>
            <ac:graphicFrameMk id="59" creationId="{6D99AC23-1C8C-6853-30C3-BC39FC59C86A}"/>
          </ac:graphicFrameMkLst>
        </pc:graphicFrameChg>
        <pc:graphicFrameChg chg="mod modGraphic">
          <ac:chgData name="Mayu Ninagawa (蜷川 真優 GE)" userId="15d22be4-2d84-414d-ac66-ca09a50eae87" providerId="ADAL" clId="{2A43D1C7-C612-4547-BA11-3049DC01C97C}" dt="2026-01-29T03:21:39.172" v="5491" actId="313"/>
          <ac:graphicFrameMkLst>
            <pc:docMk/>
            <pc:sldMk cId="3236907999" sldId="378"/>
            <ac:graphicFrameMk id="108" creationId="{456C1D9C-3088-2599-431D-3C051DD93D6D}"/>
          </ac:graphicFrameMkLst>
        </pc:graphicFrameChg>
      </pc:sldChg>
      <pc:sldChg chg="modSp mod">
        <pc:chgData name="Mayu Ninagawa (蜷川 真優 GE)" userId="15d22be4-2d84-414d-ac66-ca09a50eae87" providerId="ADAL" clId="{2A43D1C7-C612-4547-BA11-3049DC01C97C}" dt="2026-01-30T07:45:11.184" v="9951" actId="313"/>
        <pc:sldMkLst>
          <pc:docMk/>
          <pc:sldMk cId="1737227758" sldId="379"/>
        </pc:sldMkLst>
        <pc:spChg chg="mod">
          <ac:chgData name="Mayu Ninagawa (蜷川 真優 GE)" userId="15d22be4-2d84-414d-ac66-ca09a50eae87" providerId="ADAL" clId="{2A43D1C7-C612-4547-BA11-3049DC01C97C}" dt="2026-01-29T03:21:46.844" v="5492" actId="313"/>
          <ac:spMkLst>
            <pc:docMk/>
            <pc:sldMk cId="1737227758" sldId="379"/>
            <ac:spMk id="3" creationId="{1A9890B5-4F1A-E8FE-73D4-6B22D984764B}"/>
          </ac:spMkLst>
        </pc:spChg>
        <pc:graphicFrameChg chg="modGraphic">
          <ac:chgData name="Mayu Ninagawa (蜷川 真優 GE)" userId="15d22be4-2d84-414d-ac66-ca09a50eae87" providerId="ADAL" clId="{2A43D1C7-C612-4547-BA11-3049DC01C97C}" dt="2026-01-30T07:45:10.743" v="9950" actId="313"/>
          <ac:graphicFrameMkLst>
            <pc:docMk/>
            <pc:sldMk cId="1737227758" sldId="379"/>
            <ac:graphicFrameMk id="6" creationId="{5F2C6EE3-1B69-E8FB-6D1F-258EDE89E996}"/>
          </ac:graphicFrameMkLst>
        </pc:graphicFrameChg>
        <pc:graphicFrameChg chg="modGraphic">
          <ac:chgData name="Mayu Ninagawa (蜷川 真優 GE)" userId="15d22be4-2d84-414d-ac66-ca09a50eae87" providerId="ADAL" clId="{2A43D1C7-C612-4547-BA11-3049DC01C97C}" dt="2026-01-30T07:45:11.184" v="9951" actId="313"/>
          <ac:graphicFrameMkLst>
            <pc:docMk/>
            <pc:sldMk cId="1737227758" sldId="379"/>
            <ac:graphicFrameMk id="7" creationId="{53B7994B-D5B9-76F6-C0BE-67E48BE8C969}"/>
          </ac:graphicFrameMkLst>
        </pc:graphicFrameChg>
      </pc:sldChg>
      <pc:sldChg chg="modSp">
        <pc:chgData name="Mayu Ninagawa (蜷川 真優 GE)" userId="15d22be4-2d84-414d-ac66-ca09a50eae87" providerId="ADAL" clId="{2A43D1C7-C612-4547-BA11-3049DC01C97C}" dt="2026-01-29T03:21:01.776" v="5488"/>
        <pc:sldMkLst>
          <pc:docMk/>
          <pc:sldMk cId="642671003" sldId="380"/>
        </pc:sldMkLst>
        <pc:graphicFrameChg chg="mod">
          <ac:chgData name="Mayu Ninagawa (蜷川 真優 GE)" userId="15d22be4-2d84-414d-ac66-ca09a50eae87" providerId="ADAL" clId="{2A43D1C7-C612-4547-BA11-3049DC01C97C}" dt="2026-01-29T03:21:01.776" v="5488"/>
          <ac:graphicFrameMkLst>
            <pc:docMk/>
            <pc:sldMk cId="642671003" sldId="380"/>
            <ac:graphicFrameMk id="495" creationId="{937D0261-0B79-1C76-90E9-7A026FBAA5F6}"/>
          </ac:graphicFrameMkLst>
        </pc:graphicFrameChg>
      </pc:sldChg>
      <pc:sldChg chg="addSp delSp modSp mod ord">
        <pc:chgData name="Mayu Ninagawa (蜷川 真優 GE)" userId="15d22be4-2d84-414d-ac66-ca09a50eae87" providerId="ADAL" clId="{2A43D1C7-C612-4547-BA11-3049DC01C97C}" dt="2026-01-29T09:18:09.482" v="7887" actId="167"/>
        <pc:sldMkLst>
          <pc:docMk/>
          <pc:sldMk cId="3391554335" sldId="383"/>
        </pc:sldMkLst>
        <pc:spChg chg="mod">
          <ac:chgData name="Mayu Ninagawa (蜷川 真優 GE)" userId="15d22be4-2d84-414d-ac66-ca09a50eae87" providerId="ADAL" clId="{2A43D1C7-C612-4547-BA11-3049DC01C97C}" dt="2026-01-29T06:28:04.481" v="6004"/>
          <ac:spMkLst>
            <pc:docMk/>
            <pc:sldMk cId="3391554335" sldId="383"/>
            <ac:spMk id="2" creationId="{B73CBE3E-691D-3C96-8FBB-4F1B73809788}"/>
          </ac:spMkLst>
        </pc:spChg>
        <pc:spChg chg="mod">
          <ac:chgData name="Mayu Ninagawa (蜷川 真優 GE)" userId="15d22be4-2d84-414d-ac66-ca09a50eae87" providerId="ADAL" clId="{2A43D1C7-C612-4547-BA11-3049DC01C97C}" dt="2026-01-29T06:27:18.642" v="5968" actId="20577"/>
          <ac:spMkLst>
            <pc:docMk/>
            <pc:sldMk cId="3391554335" sldId="383"/>
            <ac:spMk id="3" creationId="{D019A5A1-3327-4AB3-94B4-238CB556A6B5}"/>
          </ac:spMkLst>
        </pc:spChg>
        <pc:spChg chg="add del mod">
          <ac:chgData name="Mayu Ninagawa (蜷川 真優 GE)" userId="15d22be4-2d84-414d-ac66-ca09a50eae87" providerId="ADAL" clId="{2A43D1C7-C612-4547-BA11-3049DC01C97C}" dt="2026-01-22T03:35:22.357" v="4539" actId="478"/>
          <ac:spMkLst>
            <pc:docMk/>
            <pc:sldMk cId="3391554335" sldId="383"/>
            <ac:spMk id="4" creationId="{1F5C6D71-155F-E187-7FC4-0ADAEBBF254B}"/>
          </ac:spMkLst>
        </pc:spChg>
        <pc:spChg chg="add del mod">
          <ac:chgData name="Mayu Ninagawa (蜷川 真優 GE)" userId="15d22be4-2d84-414d-ac66-ca09a50eae87" providerId="ADAL" clId="{2A43D1C7-C612-4547-BA11-3049DC01C97C}" dt="2026-01-29T08:56:38.975" v="6893"/>
          <ac:spMkLst>
            <pc:docMk/>
            <pc:sldMk cId="3391554335" sldId="383"/>
            <ac:spMk id="4" creationId="{FEFBE605-F574-3B24-3FC6-DC2B4597AE5C}"/>
          </ac:spMkLst>
        </pc:spChg>
        <pc:spChg chg="add mod">
          <ac:chgData name="Mayu Ninagawa (蜷川 真優 GE)" userId="15d22be4-2d84-414d-ac66-ca09a50eae87" providerId="ADAL" clId="{2A43D1C7-C612-4547-BA11-3049DC01C97C}" dt="2026-01-29T09:17:39.978" v="7880" actId="1076"/>
          <ac:spMkLst>
            <pc:docMk/>
            <pc:sldMk cId="3391554335" sldId="383"/>
            <ac:spMk id="5" creationId="{4C14A938-ABC5-3690-6246-32919CD0367E}"/>
          </ac:spMkLst>
        </pc:spChg>
        <pc:spChg chg="add del mod">
          <ac:chgData name="Mayu Ninagawa (蜷川 真優 GE)" userId="15d22be4-2d84-414d-ac66-ca09a50eae87" providerId="ADAL" clId="{2A43D1C7-C612-4547-BA11-3049DC01C97C}" dt="2026-01-29T09:16:13.625" v="7776" actId="478"/>
          <ac:spMkLst>
            <pc:docMk/>
            <pc:sldMk cId="3391554335" sldId="383"/>
            <ac:spMk id="6" creationId="{1B658ADF-9C54-AE5A-D49A-9242B6E67596}"/>
          </ac:spMkLst>
        </pc:spChg>
        <pc:spChg chg="add mod">
          <ac:chgData name="Mayu Ninagawa (蜷川 真優 GE)" userId="15d22be4-2d84-414d-ac66-ca09a50eae87" providerId="ADAL" clId="{2A43D1C7-C612-4547-BA11-3049DC01C97C}" dt="2026-01-29T09:15:52.568" v="7754" actId="21"/>
          <ac:spMkLst>
            <pc:docMk/>
            <pc:sldMk cId="3391554335" sldId="383"/>
            <ac:spMk id="7" creationId="{36289AB6-587F-45A8-2F36-CE8D21F64D77}"/>
          </ac:spMkLst>
        </pc:spChg>
        <pc:spChg chg="add mod">
          <ac:chgData name="Mayu Ninagawa (蜷川 真優 GE)" userId="15d22be4-2d84-414d-ac66-ca09a50eae87" providerId="ADAL" clId="{2A43D1C7-C612-4547-BA11-3049DC01C97C}" dt="2026-01-29T09:17:14.166" v="7877" actId="1076"/>
          <ac:spMkLst>
            <pc:docMk/>
            <pc:sldMk cId="3391554335" sldId="383"/>
            <ac:spMk id="9" creationId="{322977D7-DB73-0551-EDA6-F66826AA53DE}"/>
          </ac:spMkLst>
        </pc:spChg>
        <pc:spChg chg="add del mod">
          <ac:chgData name="Mayu Ninagawa (蜷川 真優 GE)" userId="15d22be4-2d84-414d-ac66-ca09a50eae87" providerId="ADAL" clId="{2A43D1C7-C612-4547-BA11-3049DC01C97C}" dt="2026-01-29T09:17:59.208" v="7883"/>
          <ac:spMkLst>
            <pc:docMk/>
            <pc:sldMk cId="3391554335" sldId="383"/>
            <ac:spMk id="10" creationId="{75B112CF-DC08-50E5-8D41-31480AFC9D02}"/>
          </ac:spMkLst>
        </pc:spChg>
        <pc:spChg chg="mod">
          <ac:chgData name="Mayu Ninagawa (蜷川 真優 GE)" userId="15d22be4-2d84-414d-ac66-ca09a50eae87" providerId="ADAL" clId="{2A43D1C7-C612-4547-BA11-3049DC01C97C}" dt="2026-01-29T09:17:56.241" v="7882"/>
          <ac:spMkLst>
            <pc:docMk/>
            <pc:sldMk cId="3391554335" sldId="383"/>
            <ac:spMk id="12" creationId="{79F389D8-0642-3824-E415-3743B7B24283}"/>
          </ac:spMkLst>
        </pc:spChg>
        <pc:spChg chg="del">
          <ac:chgData name="Mayu Ninagawa (蜷川 真優 GE)" userId="15d22be4-2d84-414d-ac66-ca09a50eae87" providerId="ADAL" clId="{2A43D1C7-C612-4547-BA11-3049DC01C97C}" dt="2026-01-29T09:12:37.447" v="7481" actId="478"/>
          <ac:spMkLst>
            <pc:docMk/>
            <pc:sldMk cId="3391554335" sldId="383"/>
            <ac:spMk id="13" creationId="{074663B4-D9B6-F94F-5E2A-730E3E8E24CC}"/>
          </ac:spMkLst>
        </pc:spChg>
        <pc:spChg chg="mod">
          <ac:chgData name="Mayu Ninagawa (蜷川 真優 GE)" userId="15d22be4-2d84-414d-ac66-ca09a50eae87" providerId="ADAL" clId="{2A43D1C7-C612-4547-BA11-3049DC01C97C}" dt="2026-01-29T09:17:56.241" v="7882"/>
          <ac:spMkLst>
            <pc:docMk/>
            <pc:sldMk cId="3391554335" sldId="383"/>
            <ac:spMk id="14" creationId="{B32E3227-54C7-CEAD-F561-437043650307}"/>
          </ac:spMkLst>
        </pc:spChg>
        <pc:spChg chg="mod">
          <ac:chgData name="Mayu Ninagawa (蜷川 真優 GE)" userId="15d22be4-2d84-414d-ac66-ca09a50eae87" providerId="ADAL" clId="{2A43D1C7-C612-4547-BA11-3049DC01C97C}" dt="2026-01-29T09:17:56.241" v="7882"/>
          <ac:spMkLst>
            <pc:docMk/>
            <pc:sldMk cId="3391554335" sldId="383"/>
            <ac:spMk id="15" creationId="{13692706-43CB-A957-BD64-AD1085318F11}"/>
          </ac:spMkLst>
        </pc:spChg>
        <pc:spChg chg="mod">
          <ac:chgData name="Mayu Ninagawa (蜷川 真優 GE)" userId="15d22be4-2d84-414d-ac66-ca09a50eae87" providerId="ADAL" clId="{2A43D1C7-C612-4547-BA11-3049DC01C97C}" dt="2026-01-29T09:17:56.241" v="7882"/>
          <ac:spMkLst>
            <pc:docMk/>
            <pc:sldMk cId="3391554335" sldId="383"/>
            <ac:spMk id="16" creationId="{D6F56DBF-8965-298D-CFEC-9325DF2210F5}"/>
          </ac:spMkLst>
        </pc:spChg>
        <pc:spChg chg="mod">
          <ac:chgData name="Mayu Ninagawa (蜷川 真優 GE)" userId="15d22be4-2d84-414d-ac66-ca09a50eae87" providerId="ADAL" clId="{2A43D1C7-C612-4547-BA11-3049DC01C97C}" dt="2026-01-29T09:17:56.241" v="7882"/>
          <ac:spMkLst>
            <pc:docMk/>
            <pc:sldMk cId="3391554335" sldId="383"/>
            <ac:spMk id="17" creationId="{DA57149E-764A-1009-B41B-F49FBC3FBC38}"/>
          </ac:spMkLst>
        </pc:spChg>
        <pc:spChg chg="mod">
          <ac:chgData name="Mayu Ninagawa (蜷川 真優 GE)" userId="15d22be4-2d84-414d-ac66-ca09a50eae87" providerId="ADAL" clId="{2A43D1C7-C612-4547-BA11-3049DC01C97C}" dt="2026-01-29T09:17:56.241" v="7882"/>
          <ac:spMkLst>
            <pc:docMk/>
            <pc:sldMk cId="3391554335" sldId="383"/>
            <ac:spMk id="18" creationId="{B42D73CE-D161-6B4B-DBE1-120CA643999B}"/>
          </ac:spMkLst>
        </pc:spChg>
        <pc:spChg chg="mod">
          <ac:chgData name="Mayu Ninagawa (蜷川 真優 GE)" userId="15d22be4-2d84-414d-ac66-ca09a50eae87" providerId="ADAL" clId="{2A43D1C7-C612-4547-BA11-3049DC01C97C}" dt="2026-01-29T09:17:56.241" v="7882"/>
          <ac:spMkLst>
            <pc:docMk/>
            <pc:sldMk cId="3391554335" sldId="383"/>
            <ac:spMk id="19" creationId="{5CCE98D3-4C43-766C-9F30-C496599C2694}"/>
          </ac:spMkLst>
        </pc:spChg>
        <pc:spChg chg="mod">
          <ac:chgData name="Mayu Ninagawa (蜷川 真優 GE)" userId="15d22be4-2d84-414d-ac66-ca09a50eae87" providerId="ADAL" clId="{2A43D1C7-C612-4547-BA11-3049DC01C97C}" dt="2026-01-29T09:17:56.241" v="7882"/>
          <ac:spMkLst>
            <pc:docMk/>
            <pc:sldMk cId="3391554335" sldId="383"/>
            <ac:spMk id="20" creationId="{323C04FB-2B5D-1D26-A624-F9DE8A1D016D}"/>
          </ac:spMkLst>
        </pc:spChg>
        <pc:spChg chg="mod">
          <ac:chgData name="Mayu Ninagawa (蜷川 真優 GE)" userId="15d22be4-2d84-414d-ac66-ca09a50eae87" providerId="ADAL" clId="{2A43D1C7-C612-4547-BA11-3049DC01C97C}" dt="2026-01-29T09:17:56.241" v="7882"/>
          <ac:spMkLst>
            <pc:docMk/>
            <pc:sldMk cId="3391554335" sldId="383"/>
            <ac:spMk id="21" creationId="{01D17C4D-C0A4-D27E-FF73-CA26FF10EB20}"/>
          </ac:spMkLst>
        </pc:spChg>
        <pc:spChg chg="mod">
          <ac:chgData name="Mayu Ninagawa (蜷川 真優 GE)" userId="15d22be4-2d84-414d-ac66-ca09a50eae87" providerId="ADAL" clId="{2A43D1C7-C612-4547-BA11-3049DC01C97C}" dt="2026-01-29T09:17:56.241" v="7882"/>
          <ac:spMkLst>
            <pc:docMk/>
            <pc:sldMk cId="3391554335" sldId="383"/>
            <ac:spMk id="22" creationId="{10882754-F4DC-003D-5408-DA8D8D437815}"/>
          </ac:spMkLst>
        </pc:spChg>
        <pc:spChg chg="mod">
          <ac:chgData name="Mayu Ninagawa (蜷川 真優 GE)" userId="15d22be4-2d84-414d-ac66-ca09a50eae87" providerId="ADAL" clId="{2A43D1C7-C612-4547-BA11-3049DC01C97C}" dt="2026-01-29T09:17:56.241" v="7882"/>
          <ac:spMkLst>
            <pc:docMk/>
            <pc:sldMk cId="3391554335" sldId="383"/>
            <ac:spMk id="23" creationId="{88C6D32B-DB4F-F12A-97DA-48D2B699D5C8}"/>
          </ac:spMkLst>
        </pc:spChg>
        <pc:spChg chg="mod">
          <ac:chgData name="Mayu Ninagawa (蜷川 真優 GE)" userId="15d22be4-2d84-414d-ac66-ca09a50eae87" providerId="ADAL" clId="{2A43D1C7-C612-4547-BA11-3049DC01C97C}" dt="2026-01-29T09:17:56.241" v="7882"/>
          <ac:spMkLst>
            <pc:docMk/>
            <pc:sldMk cId="3391554335" sldId="383"/>
            <ac:spMk id="24" creationId="{834C5A5D-1D73-DEBF-AB47-F56124EC9CF5}"/>
          </ac:spMkLst>
        </pc:spChg>
        <pc:spChg chg="mod">
          <ac:chgData name="Mayu Ninagawa (蜷川 真優 GE)" userId="15d22be4-2d84-414d-ac66-ca09a50eae87" providerId="ADAL" clId="{2A43D1C7-C612-4547-BA11-3049DC01C97C}" dt="2026-01-29T09:17:56.241" v="7882"/>
          <ac:spMkLst>
            <pc:docMk/>
            <pc:sldMk cId="3391554335" sldId="383"/>
            <ac:spMk id="25" creationId="{EFFDB09F-783D-F9E5-6A1A-BDBCE329F171}"/>
          </ac:spMkLst>
        </pc:spChg>
        <pc:spChg chg="mod">
          <ac:chgData name="Mayu Ninagawa (蜷川 真優 GE)" userId="15d22be4-2d84-414d-ac66-ca09a50eae87" providerId="ADAL" clId="{2A43D1C7-C612-4547-BA11-3049DC01C97C}" dt="2026-01-29T09:17:56.241" v="7882"/>
          <ac:spMkLst>
            <pc:docMk/>
            <pc:sldMk cId="3391554335" sldId="383"/>
            <ac:spMk id="26" creationId="{4712B181-0D91-C144-2578-0D85A07999C5}"/>
          </ac:spMkLst>
        </pc:spChg>
        <pc:spChg chg="mod">
          <ac:chgData name="Mayu Ninagawa (蜷川 真優 GE)" userId="15d22be4-2d84-414d-ac66-ca09a50eae87" providerId="ADAL" clId="{2A43D1C7-C612-4547-BA11-3049DC01C97C}" dt="2026-01-29T09:17:56.241" v="7882"/>
          <ac:spMkLst>
            <pc:docMk/>
            <pc:sldMk cId="3391554335" sldId="383"/>
            <ac:spMk id="27" creationId="{79363C36-1C7B-B131-D66B-CF76AA67965E}"/>
          </ac:spMkLst>
        </pc:spChg>
        <pc:spChg chg="mod">
          <ac:chgData name="Mayu Ninagawa (蜷川 真優 GE)" userId="15d22be4-2d84-414d-ac66-ca09a50eae87" providerId="ADAL" clId="{2A43D1C7-C612-4547-BA11-3049DC01C97C}" dt="2026-01-29T09:17:56.241" v="7882"/>
          <ac:spMkLst>
            <pc:docMk/>
            <pc:sldMk cId="3391554335" sldId="383"/>
            <ac:spMk id="28" creationId="{8E1B0F16-BA29-949B-F3A1-AB2797E3ADD7}"/>
          </ac:spMkLst>
        </pc:spChg>
        <pc:spChg chg="mod">
          <ac:chgData name="Mayu Ninagawa (蜷川 真優 GE)" userId="15d22be4-2d84-414d-ac66-ca09a50eae87" providerId="ADAL" clId="{2A43D1C7-C612-4547-BA11-3049DC01C97C}" dt="2026-01-29T09:17:56.241" v="7882"/>
          <ac:spMkLst>
            <pc:docMk/>
            <pc:sldMk cId="3391554335" sldId="383"/>
            <ac:spMk id="29" creationId="{862D0237-63B7-8E16-AA4B-5AA381CE070E}"/>
          </ac:spMkLst>
        </pc:spChg>
        <pc:spChg chg="mod">
          <ac:chgData name="Mayu Ninagawa (蜷川 真優 GE)" userId="15d22be4-2d84-414d-ac66-ca09a50eae87" providerId="ADAL" clId="{2A43D1C7-C612-4547-BA11-3049DC01C97C}" dt="2026-01-29T09:17:56.241" v="7882"/>
          <ac:spMkLst>
            <pc:docMk/>
            <pc:sldMk cId="3391554335" sldId="383"/>
            <ac:spMk id="30" creationId="{D8ACE4CF-1F46-E020-2583-9D3D3AE27DE6}"/>
          </ac:spMkLst>
        </pc:spChg>
        <pc:spChg chg="mod">
          <ac:chgData name="Mayu Ninagawa (蜷川 真優 GE)" userId="15d22be4-2d84-414d-ac66-ca09a50eae87" providerId="ADAL" clId="{2A43D1C7-C612-4547-BA11-3049DC01C97C}" dt="2026-01-29T09:17:56.241" v="7882"/>
          <ac:spMkLst>
            <pc:docMk/>
            <pc:sldMk cId="3391554335" sldId="383"/>
            <ac:spMk id="31" creationId="{3449A15E-658C-57E3-1D99-62FFCC235C5C}"/>
          </ac:spMkLst>
        </pc:spChg>
        <pc:spChg chg="mod">
          <ac:chgData name="Mayu Ninagawa (蜷川 真優 GE)" userId="15d22be4-2d84-414d-ac66-ca09a50eae87" providerId="ADAL" clId="{2A43D1C7-C612-4547-BA11-3049DC01C97C}" dt="2026-01-29T09:17:56.241" v="7882"/>
          <ac:spMkLst>
            <pc:docMk/>
            <pc:sldMk cId="3391554335" sldId="383"/>
            <ac:spMk id="32" creationId="{459DDCBF-6403-91A7-CF66-0CD273EFD78C}"/>
          </ac:spMkLst>
        </pc:spChg>
        <pc:spChg chg="mod">
          <ac:chgData name="Mayu Ninagawa (蜷川 真優 GE)" userId="15d22be4-2d84-414d-ac66-ca09a50eae87" providerId="ADAL" clId="{2A43D1C7-C612-4547-BA11-3049DC01C97C}" dt="2026-01-29T09:17:56.241" v="7882"/>
          <ac:spMkLst>
            <pc:docMk/>
            <pc:sldMk cId="3391554335" sldId="383"/>
            <ac:spMk id="33" creationId="{B8C5815D-1120-C047-CE84-DACD909D82BD}"/>
          </ac:spMkLst>
        </pc:spChg>
        <pc:spChg chg="mod">
          <ac:chgData name="Mayu Ninagawa (蜷川 真優 GE)" userId="15d22be4-2d84-414d-ac66-ca09a50eae87" providerId="ADAL" clId="{2A43D1C7-C612-4547-BA11-3049DC01C97C}" dt="2026-01-29T09:17:56.241" v="7882"/>
          <ac:spMkLst>
            <pc:docMk/>
            <pc:sldMk cId="3391554335" sldId="383"/>
            <ac:spMk id="34" creationId="{0B385B3D-594C-D695-C83A-FBB402E21B6B}"/>
          </ac:spMkLst>
        </pc:spChg>
        <pc:spChg chg="mod">
          <ac:chgData name="Mayu Ninagawa (蜷川 真優 GE)" userId="15d22be4-2d84-414d-ac66-ca09a50eae87" providerId="ADAL" clId="{2A43D1C7-C612-4547-BA11-3049DC01C97C}" dt="2026-01-29T09:17:56.241" v="7882"/>
          <ac:spMkLst>
            <pc:docMk/>
            <pc:sldMk cId="3391554335" sldId="383"/>
            <ac:spMk id="35" creationId="{DDD68B49-6FD1-9004-F3D2-DEACE10D23B1}"/>
          </ac:spMkLst>
        </pc:spChg>
        <pc:spChg chg="mod">
          <ac:chgData name="Mayu Ninagawa (蜷川 真優 GE)" userId="15d22be4-2d84-414d-ac66-ca09a50eae87" providerId="ADAL" clId="{2A43D1C7-C612-4547-BA11-3049DC01C97C}" dt="2026-01-29T09:17:56.241" v="7882"/>
          <ac:spMkLst>
            <pc:docMk/>
            <pc:sldMk cId="3391554335" sldId="383"/>
            <ac:spMk id="36" creationId="{E9315084-710E-52E3-A6B8-F7435D0710EC}"/>
          </ac:spMkLst>
        </pc:spChg>
        <pc:spChg chg="mod">
          <ac:chgData name="Mayu Ninagawa (蜷川 真優 GE)" userId="15d22be4-2d84-414d-ac66-ca09a50eae87" providerId="ADAL" clId="{2A43D1C7-C612-4547-BA11-3049DC01C97C}" dt="2026-01-29T09:17:56.241" v="7882"/>
          <ac:spMkLst>
            <pc:docMk/>
            <pc:sldMk cId="3391554335" sldId="383"/>
            <ac:spMk id="37" creationId="{806ACED9-5280-2326-4F86-38CEF5D2982B}"/>
          </ac:spMkLst>
        </pc:spChg>
        <pc:spChg chg="mod">
          <ac:chgData name="Mayu Ninagawa (蜷川 真優 GE)" userId="15d22be4-2d84-414d-ac66-ca09a50eae87" providerId="ADAL" clId="{2A43D1C7-C612-4547-BA11-3049DC01C97C}" dt="2026-01-29T09:17:56.241" v="7882"/>
          <ac:spMkLst>
            <pc:docMk/>
            <pc:sldMk cId="3391554335" sldId="383"/>
            <ac:spMk id="38" creationId="{0AE51411-A7CB-FBB1-6163-4AADF1C62CE3}"/>
          </ac:spMkLst>
        </pc:spChg>
        <pc:spChg chg="mod">
          <ac:chgData name="Mayu Ninagawa (蜷川 真優 GE)" userId="15d22be4-2d84-414d-ac66-ca09a50eae87" providerId="ADAL" clId="{2A43D1C7-C612-4547-BA11-3049DC01C97C}" dt="2026-01-29T09:17:56.241" v="7882"/>
          <ac:spMkLst>
            <pc:docMk/>
            <pc:sldMk cId="3391554335" sldId="383"/>
            <ac:spMk id="39" creationId="{66844A2D-102D-9B54-F0AE-665D57403F12}"/>
          </ac:spMkLst>
        </pc:spChg>
        <pc:spChg chg="mod">
          <ac:chgData name="Mayu Ninagawa (蜷川 真優 GE)" userId="15d22be4-2d84-414d-ac66-ca09a50eae87" providerId="ADAL" clId="{2A43D1C7-C612-4547-BA11-3049DC01C97C}" dt="2026-01-29T09:17:56.241" v="7882"/>
          <ac:spMkLst>
            <pc:docMk/>
            <pc:sldMk cId="3391554335" sldId="383"/>
            <ac:spMk id="40" creationId="{15F9151F-41E5-7B90-C16A-B20C59F5D4F8}"/>
          </ac:spMkLst>
        </pc:spChg>
        <pc:spChg chg="mod">
          <ac:chgData name="Mayu Ninagawa (蜷川 真優 GE)" userId="15d22be4-2d84-414d-ac66-ca09a50eae87" providerId="ADAL" clId="{2A43D1C7-C612-4547-BA11-3049DC01C97C}" dt="2026-01-29T09:17:56.241" v="7882"/>
          <ac:spMkLst>
            <pc:docMk/>
            <pc:sldMk cId="3391554335" sldId="383"/>
            <ac:spMk id="41" creationId="{95E4A723-FFCA-3F7C-3B4E-CC94D3730002}"/>
          </ac:spMkLst>
        </pc:spChg>
        <pc:spChg chg="mod">
          <ac:chgData name="Mayu Ninagawa (蜷川 真優 GE)" userId="15d22be4-2d84-414d-ac66-ca09a50eae87" providerId="ADAL" clId="{2A43D1C7-C612-4547-BA11-3049DC01C97C}" dt="2026-01-29T09:17:56.241" v="7882"/>
          <ac:spMkLst>
            <pc:docMk/>
            <pc:sldMk cId="3391554335" sldId="383"/>
            <ac:spMk id="42" creationId="{922A6010-0340-1473-04D5-BC587A7AF26C}"/>
          </ac:spMkLst>
        </pc:spChg>
        <pc:spChg chg="mod">
          <ac:chgData name="Mayu Ninagawa (蜷川 真優 GE)" userId="15d22be4-2d84-414d-ac66-ca09a50eae87" providerId="ADAL" clId="{2A43D1C7-C612-4547-BA11-3049DC01C97C}" dt="2026-01-29T09:17:56.241" v="7882"/>
          <ac:spMkLst>
            <pc:docMk/>
            <pc:sldMk cId="3391554335" sldId="383"/>
            <ac:spMk id="43" creationId="{927B9BE4-F9F6-321E-7AD0-2B1607E8855A}"/>
          </ac:spMkLst>
        </pc:spChg>
        <pc:spChg chg="mod">
          <ac:chgData name="Mayu Ninagawa (蜷川 真優 GE)" userId="15d22be4-2d84-414d-ac66-ca09a50eae87" providerId="ADAL" clId="{2A43D1C7-C612-4547-BA11-3049DC01C97C}" dt="2026-01-29T09:17:56.241" v="7882"/>
          <ac:spMkLst>
            <pc:docMk/>
            <pc:sldMk cId="3391554335" sldId="383"/>
            <ac:spMk id="44" creationId="{D5E199BD-7C62-7D0F-B23F-4B213D1068CC}"/>
          </ac:spMkLst>
        </pc:spChg>
        <pc:spChg chg="mod">
          <ac:chgData name="Mayu Ninagawa (蜷川 真優 GE)" userId="15d22be4-2d84-414d-ac66-ca09a50eae87" providerId="ADAL" clId="{2A43D1C7-C612-4547-BA11-3049DC01C97C}" dt="2026-01-29T09:17:56.241" v="7882"/>
          <ac:spMkLst>
            <pc:docMk/>
            <pc:sldMk cId="3391554335" sldId="383"/>
            <ac:spMk id="45" creationId="{ED65545E-FAE3-865D-F855-088387ACDD63}"/>
          </ac:spMkLst>
        </pc:spChg>
        <pc:spChg chg="mod">
          <ac:chgData name="Mayu Ninagawa (蜷川 真優 GE)" userId="15d22be4-2d84-414d-ac66-ca09a50eae87" providerId="ADAL" clId="{2A43D1C7-C612-4547-BA11-3049DC01C97C}" dt="2026-01-29T09:17:56.241" v="7882"/>
          <ac:spMkLst>
            <pc:docMk/>
            <pc:sldMk cId="3391554335" sldId="383"/>
            <ac:spMk id="46" creationId="{6D03C884-FEA8-747F-93B9-874FC790B9BF}"/>
          </ac:spMkLst>
        </pc:spChg>
        <pc:spChg chg="mod">
          <ac:chgData name="Mayu Ninagawa (蜷川 真優 GE)" userId="15d22be4-2d84-414d-ac66-ca09a50eae87" providerId="ADAL" clId="{2A43D1C7-C612-4547-BA11-3049DC01C97C}" dt="2026-01-29T09:17:56.241" v="7882"/>
          <ac:spMkLst>
            <pc:docMk/>
            <pc:sldMk cId="3391554335" sldId="383"/>
            <ac:spMk id="47" creationId="{5488DBAE-4CCB-8BFB-998C-8A8078EB7E3B}"/>
          </ac:spMkLst>
        </pc:spChg>
        <pc:spChg chg="mod">
          <ac:chgData name="Mayu Ninagawa (蜷川 真優 GE)" userId="15d22be4-2d84-414d-ac66-ca09a50eae87" providerId="ADAL" clId="{2A43D1C7-C612-4547-BA11-3049DC01C97C}" dt="2026-01-29T09:17:56.241" v="7882"/>
          <ac:spMkLst>
            <pc:docMk/>
            <pc:sldMk cId="3391554335" sldId="383"/>
            <ac:spMk id="48" creationId="{387D07C1-A379-2FFB-08EA-9D6FD2AF4C1D}"/>
          </ac:spMkLst>
        </pc:spChg>
        <pc:spChg chg="mod">
          <ac:chgData name="Mayu Ninagawa (蜷川 真優 GE)" userId="15d22be4-2d84-414d-ac66-ca09a50eae87" providerId="ADAL" clId="{2A43D1C7-C612-4547-BA11-3049DC01C97C}" dt="2026-01-29T09:17:56.241" v="7882"/>
          <ac:spMkLst>
            <pc:docMk/>
            <pc:sldMk cId="3391554335" sldId="383"/>
            <ac:spMk id="49" creationId="{B8274570-1671-E35A-8137-C3FFA03450FE}"/>
          </ac:spMkLst>
        </pc:spChg>
        <pc:spChg chg="mod">
          <ac:chgData name="Mayu Ninagawa (蜷川 真優 GE)" userId="15d22be4-2d84-414d-ac66-ca09a50eae87" providerId="ADAL" clId="{2A43D1C7-C612-4547-BA11-3049DC01C97C}" dt="2026-01-29T09:17:56.241" v="7882"/>
          <ac:spMkLst>
            <pc:docMk/>
            <pc:sldMk cId="3391554335" sldId="383"/>
            <ac:spMk id="50" creationId="{07608319-9B65-6F8D-8B9D-81FE230F63B8}"/>
          </ac:spMkLst>
        </pc:spChg>
        <pc:spChg chg="mod">
          <ac:chgData name="Mayu Ninagawa (蜷川 真優 GE)" userId="15d22be4-2d84-414d-ac66-ca09a50eae87" providerId="ADAL" clId="{2A43D1C7-C612-4547-BA11-3049DC01C97C}" dt="2026-01-29T09:17:56.241" v="7882"/>
          <ac:spMkLst>
            <pc:docMk/>
            <pc:sldMk cId="3391554335" sldId="383"/>
            <ac:spMk id="51" creationId="{A8E3FFAA-D304-3918-D43C-94EF1A861B87}"/>
          </ac:spMkLst>
        </pc:spChg>
        <pc:spChg chg="mod">
          <ac:chgData name="Mayu Ninagawa (蜷川 真優 GE)" userId="15d22be4-2d84-414d-ac66-ca09a50eae87" providerId="ADAL" clId="{2A43D1C7-C612-4547-BA11-3049DC01C97C}" dt="2026-01-29T09:17:56.241" v="7882"/>
          <ac:spMkLst>
            <pc:docMk/>
            <pc:sldMk cId="3391554335" sldId="383"/>
            <ac:spMk id="52" creationId="{DB048E82-CB15-02AF-94FD-6D3E3DEE32FF}"/>
          </ac:spMkLst>
        </pc:spChg>
        <pc:spChg chg="mod">
          <ac:chgData name="Mayu Ninagawa (蜷川 真優 GE)" userId="15d22be4-2d84-414d-ac66-ca09a50eae87" providerId="ADAL" clId="{2A43D1C7-C612-4547-BA11-3049DC01C97C}" dt="2026-01-29T09:17:56.241" v="7882"/>
          <ac:spMkLst>
            <pc:docMk/>
            <pc:sldMk cId="3391554335" sldId="383"/>
            <ac:spMk id="53" creationId="{D7179B36-C660-2AA6-883C-2B9950FE5DDB}"/>
          </ac:spMkLst>
        </pc:spChg>
        <pc:spChg chg="mod">
          <ac:chgData name="Mayu Ninagawa (蜷川 真優 GE)" userId="15d22be4-2d84-414d-ac66-ca09a50eae87" providerId="ADAL" clId="{2A43D1C7-C612-4547-BA11-3049DC01C97C}" dt="2026-01-29T09:17:56.241" v="7882"/>
          <ac:spMkLst>
            <pc:docMk/>
            <pc:sldMk cId="3391554335" sldId="383"/>
            <ac:spMk id="54" creationId="{AE904EF7-7267-A6DE-27E9-070276E377D8}"/>
          </ac:spMkLst>
        </pc:spChg>
        <pc:spChg chg="mod">
          <ac:chgData name="Mayu Ninagawa (蜷川 真優 GE)" userId="15d22be4-2d84-414d-ac66-ca09a50eae87" providerId="ADAL" clId="{2A43D1C7-C612-4547-BA11-3049DC01C97C}" dt="2026-01-29T09:17:56.241" v="7882"/>
          <ac:spMkLst>
            <pc:docMk/>
            <pc:sldMk cId="3391554335" sldId="383"/>
            <ac:spMk id="55" creationId="{2B6641DC-11EF-38BE-CBF3-DE65CFB71D25}"/>
          </ac:spMkLst>
        </pc:spChg>
        <pc:spChg chg="mod">
          <ac:chgData name="Mayu Ninagawa (蜷川 真優 GE)" userId="15d22be4-2d84-414d-ac66-ca09a50eae87" providerId="ADAL" clId="{2A43D1C7-C612-4547-BA11-3049DC01C97C}" dt="2026-01-29T09:17:56.241" v="7882"/>
          <ac:spMkLst>
            <pc:docMk/>
            <pc:sldMk cId="3391554335" sldId="383"/>
            <ac:spMk id="56" creationId="{11910325-372C-1365-1C42-1AC996B2D790}"/>
          </ac:spMkLst>
        </pc:spChg>
        <pc:spChg chg="mod">
          <ac:chgData name="Mayu Ninagawa (蜷川 真優 GE)" userId="15d22be4-2d84-414d-ac66-ca09a50eae87" providerId="ADAL" clId="{2A43D1C7-C612-4547-BA11-3049DC01C97C}" dt="2026-01-29T09:17:56.241" v="7882"/>
          <ac:spMkLst>
            <pc:docMk/>
            <pc:sldMk cId="3391554335" sldId="383"/>
            <ac:spMk id="57" creationId="{4AF90AB0-19F7-1D9F-61CE-583350D68BC5}"/>
          </ac:spMkLst>
        </pc:spChg>
        <pc:spChg chg="mod">
          <ac:chgData name="Mayu Ninagawa (蜷川 真優 GE)" userId="15d22be4-2d84-414d-ac66-ca09a50eae87" providerId="ADAL" clId="{2A43D1C7-C612-4547-BA11-3049DC01C97C}" dt="2026-01-29T09:17:56.241" v="7882"/>
          <ac:spMkLst>
            <pc:docMk/>
            <pc:sldMk cId="3391554335" sldId="383"/>
            <ac:spMk id="58" creationId="{132023B9-1124-47C8-4C11-EA5AA8E8FDC1}"/>
          </ac:spMkLst>
        </pc:spChg>
        <pc:spChg chg="mod">
          <ac:chgData name="Mayu Ninagawa (蜷川 真優 GE)" userId="15d22be4-2d84-414d-ac66-ca09a50eae87" providerId="ADAL" clId="{2A43D1C7-C612-4547-BA11-3049DC01C97C}" dt="2026-01-29T09:17:56.241" v="7882"/>
          <ac:spMkLst>
            <pc:docMk/>
            <pc:sldMk cId="3391554335" sldId="383"/>
            <ac:spMk id="59" creationId="{5FF18C4A-A618-447B-5597-7C4A4E46CC11}"/>
          </ac:spMkLst>
        </pc:spChg>
        <pc:spChg chg="mod">
          <ac:chgData name="Mayu Ninagawa (蜷川 真優 GE)" userId="15d22be4-2d84-414d-ac66-ca09a50eae87" providerId="ADAL" clId="{2A43D1C7-C612-4547-BA11-3049DC01C97C}" dt="2026-01-29T09:16:34.894" v="7779" actId="1076"/>
          <ac:spMkLst>
            <pc:docMk/>
            <pc:sldMk cId="3391554335" sldId="383"/>
            <ac:spMk id="61" creationId="{7B53F10A-42CE-C000-FA5B-BCE5DAAE2686}"/>
          </ac:spMkLst>
        </pc:spChg>
        <pc:spChg chg="mod">
          <ac:chgData name="Mayu Ninagawa (蜷川 真優 GE)" userId="15d22be4-2d84-414d-ac66-ca09a50eae87" providerId="ADAL" clId="{2A43D1C7-C612-4547-BA11-3049DC01C97C}" dt="2026-01-20T11:06:37.046" v="2938" actId="14100"/>
          <ac:spMkLst>
            <pc:docMk/>
            <pc:sldMk cId="3391554335" sldId="383"/>
            <ac:spMk id="63" creationId="{097F9B77-50B9-E604-C8C2-298E4604996F}"/>
          </ac:spMkLst>
        </pc:spChg>
        <pc:spChg chg="mod">
          <ac:chgData name="Mayu Ninagawa (蜷川 真優 GE)" userId="15d22be4-2d84-414d-ac66-ca09a50eae87" providerId="ADAL" clId="{2A43D1C7-C612-4547-BA11-3049DC01C97C}" dt="2026-01-29T09:17:56.241" v="7882"/>
          <ac:spMkLst>
            <pc:docMk/>
            <pc:sldMk cId="3391554335" sldId="383"/>
            <ac:spMk id="64" creationId="{F090D279-3653-E1E4-301A-5B44F60EA89A}"/>
          </ac:spMkLst>
        </pc:spChg>
        <pc:spChg chg="mod">
          <ac:chgData name="Mayu Ninagawa (蜷川 真優 GE)" userId="15d22be4-2d84-414d-ac66-ca09a50eae87" providerId="ADAL" clId="{2A43D1C7-C612-4547-BA11-3049DC01C97C}" dt="2026-01-29T09:17:56.241" v="7882"/>
          <ac:spMkLst>
            <pc:docMk/>
            <pc:sldMk cId="3391554335" sldId="383"/>
            <ac:spMk id="65" creationId="{FBE7048F-DD69-67F8-1E1B-8D4E927FB4CE}"/>
          </ac:spMkLst>
        </pc:spChg>
        <pc:spChg chg="mod">
          <ac:chgData name="Mayu Ninagawa (蜷川 真優 GE)" userId="15d22be4-2d84-414d-ac66-ca09a50eae87" providerId="ADAL" clId="{2A43D1C7-C612-4547-BA11-3049DC01C97C}" dt="2026-01-29T09:17:56.241" v="7882"/>
          <ac:spMkLst>
            <pc:docMk/>
            <pc:sldMk cId="3391554335" sldId="383"/>
            <ac:spMk id="66" creationId="{6C1D3F73-A99C-183B-1B38-A9C0AC73B036}"/>
          </ac:spMkLst>
        </pc:spChg>
        <pc:spChg chg="mod">
          <ac:chgData name="Mayu Ninagawa (蜷川 真優 GE)" userId="15d22be4-2d84-414d-ac66-ca09a50eae87" providerId="ADAL" clId="{2A43D1C7-C612-4547-BA11-3049DC01C97C}" dt="2026-01-29T09:17:56.241" v="7882"/>
          <ac:spMkLst>
            <pc:docMk/>
            <pc:sldMk cId="3391554335" sldId="383"/>
            <ac:spMk id="67" creationId="{9A15D766-A189-FAEE-6DB2-9EF248B111EF}"/>
          </ac:spMkLst>
        </pc:spChg>
        <pc:spChg chg="mod">
          <ac:chgData name="Mayu Ninagawa (蜷川 真優 GE)" userId="15d22be4-2d84-414d-ac66-ca09a50eae87" providerId="ADAL" clId="{2A43D1C7-C612-4547-BA11-3049DC01C97C}" dt="2026-01-29T09:17:56.241" v="7882"/>
          <ac:spMkLst>
            <pc:docMk/>
            <pc:sldMk cId="3391554335" sldId="383"/>
            <ac:spMk id="68" creationId="{DF40EAA0-2BBE-0884-D82A-CBC2C81E66FF}"/>
          </ac:spMkLst>
        </pc:spChg>
        <pc:spChg chg="mod">
          <ac:chgData name="Mayu Ninagawa (蜷川 真優 GE)" userId="15d22be4-2d84-414d-ac66-ca09a50eae87" providerId="ADAL" clId="{2A43D1C7-C612-4547-BA11-3049DC01C97C}" dt="2026-01-29T09:17:56.241" v="7882"/>
          <ac:spMkLst>
            <pc:docMk/>
            <pc:sldMk cId="3391554335" sldId="383"/>
            <ac:spMk id="69" creationId="{38B5857C-810E-EA74-0546-9A321FB5BAE6}"/>
          </ac:spMkLst>
        </pc:spChg>
        <pc:spChg chg="mod">
          <ac:chgData name="Mayu Ninagawa (蜷川 真優 GE)" userId="15d22be4-2d84-414d-ac66-ca09a50eae87" providerId="ADAL" clId="{2A43D1C7-C612-4547-BA11-3049DC01C97C}" dt="2026-01-20T11:07:03.048" v="2939" actId="20577"/>
          <ac:spMkLst>
            <pc:docMk/>
            <pc:sldMk cId="3391554335" sldId="383"/>
            <ac:spMk id="411" creationId="{18578BB1-7089-A224-8D98-DA72D5828B60}"/>
          </ac:spMkLst>
        </pc:spChg>
        <pc:spChg chg="del">
          <ac:chgData name="Mayu Ninagawa (蜷川 真優 GE)" userId="15d22be4-2d84-414d-ac66-ca09a50eae87" providerId="ADAL" clId="{2A43D1C7-C612-4547-BA11-3049DC01C97C}" dt="2026-01-20T11:05:35.160" v="2932" actId="478"/>
          <ac:spMkLst>
            <pc:docMk/>
            <pc:sldMk cId="3391554335" sldId="383"/>
            <ac:spMk id="426" creationId="{6C0D5818-4FA1-5E34-102F-AC0CB0318B91}"/>
          </ac:spMkLst>
        </pc:spChg>
        <pc:spChg chg="mod">
          <ac:chgData name="Mayu Ninagawa (蜷川 真優 GE)" userId="15d22be4-2d84-414d-ac66-ca09a50eae87" providerId="ADAL" clId="{2A43D1C7-C612-4547-BA11-3049DC01C97C}" dt="2026-01-20T11:05:37.389" v="2933" actId="14100"/>
          <ac:spMkLst>
            <pc:docMk/>
            <pc:sldMk cId="3391554335" sldId="383"/>
            <ac:spMk id="427" creationId="{AACC6C28-A53D-E28C-62CB-76EC12E906AE}"/>
          </ac:spMkLst>
        </pc:spChg>
        <pc:spChg chg="mod">
          <ac:chgData name="Mayu Ninagawa (蜷川 真優 GE)" userId="15d22be4-2d84-414d-ac66-ca09a50eae87" providerId="ADAL" clId="{2A43D1C7-C612-4547-BA11-3049DC01C97C}" dt="2026-01-20T12:17:08.983" v="3310" actId="207"/>
          <ac:spMkLst>
            <pc:docMk/>
            <pc:sldMk cId="3391554335" sldId="383"/>
            <ac:spMk id="433" creationId="{0F454421-21C4-4160-82A0-99A9E67063DD}"/>
          </ac:spMkLst>
        </pc:spChg>
        <pc:spChg chg="mod">
          <ac:chgData name="Mayu Ninagawa (蜷川 真優 GE)" userId="15d22be4-2d84-414d-ac66-ca09a50eae87" providerId="ADAL" clId="{2A43D1C7-C612-4547-BA11-3049DC01C97C}" dt="2026-01-20T12:17:13.846" v="3311" actId="207"/>
          <ac:spMkLst>
            <pc:docMk/>
            <pc:sldMk cId="3391554335" sldId="383"/>
            <ac:spMk id="434" creationId="{C29D67AD-F9CA-631E-29E4-C7DC56A413E5}"/>
          </ac:spMkLst>
        </pc:spChg>
        <pc:spChg chg="mod">
          <ac:chgData name="Mayu Ninagawa (蜷川 真優 GE)" userId="15d22be4-2d84-414d-ac66-ca09a50eae87" providerId="ADAL" clId="{2A43D1C7-C612-4547-BA11-3049DC01C97C}" dt="2026-01-20T11:06:28.857" v="2936" actId="3064"/>
          <ac:spMkLst>
            <pc:docMk/>
            <pc:sldMk cId="3391554335" sldId="383"/>
            <ac:spMk id="440" creationId="{14C02EE1-D274-1944-F50D-FB377020DC98}"/>
          </ac:spMkLst>
        </pc:spChg>
        <pc:spChg chg="mod">
          <ac:chgData name="Mayu Ninagawa (蜷川 真優 GE)" userId="15d22be4-2d84-414d-ac66-ca09a50eae87" providerId="ADAL" clId="{2A43D1C7-C612-4547-BA11-3049DC01C97C}" dt="2026-01-29T09:17:56.241" v="7882"/>
          <ac:spMkLst>
            <pc:docMk/>
            <pc:sldMk cId="3391554335" sldId="383"/>
            <ac:spMk id="448" creationId="{6F85665E-F38E-0DF0-BD2F-6A7D7E3002AA}"/>
          </ac:spMkLst>
        </pc:spChg>
        <pc:spChg chg="mod">
          <ac:chgData name="Mayu Ninagawa (蜷川 真優 GE)" userId="15d22be4-2d84-414d-ac66-ca09a50eae87" providerId="ADAL" clId="{2A43D1C7-C612-4547-BA11-3049DC01C97C}" dt="2026-01-29T09:17:56.241" v="7882"/>
          <ac:spMkLst>
            <pc:docMk/>
            <pc:sldMk cId="3391554335" sldId="383"/>
            <ac:spMk id="509" creationId="{A9E787A7-04B0-3C0B-BF0E-B2ADA2314FEC}"/>
          </ac:spMkLst>
        </pc:spChg>
        <pc:spChg chg="mod">
          <ac:chgData name="Mayu Ninagawa (蜷川 真優 GE)" userId="15d22be4-2d84-414d-ac66-ca09a50eae87" providerId="ADAL" clId="{2A43D1C7-C612-4547-BA11-3049DC01C97C}" dt="2026-01-29T09:17:56.241" v="7882"/>
          <ac:spMkLst>
            <pc:docMk/>
            <pc:sldMk cId="3391554335" sldId="383"/>
            <ac:spMk id="510" creationId="{AF097C2E-FAFE-4BFB-7669-7E35244FE343}"/>
          </ac:spMkLst>
        </pc:spChg>
        <pc:grpChg chg="add del mod">
          <ac:chgData name="Mayu Ninagawa (蜷川 真優 GE)" userId="15d22be4-2d84-414d-ac66-ca09a50eae87" providerId="ADAL" clId="{2A43D1C7-C612-4547-BA11-3049DC01C97C}" dt="2026-01-29T09:17:59.208" v="7883"/>
          <ac:grpSpMkLst>
            <pc:docMk/>
            <pc:sldMk cId="3391554335" sldId="383"/>
            <ac:grpSpMk id="11" creationId="{E30A8183-0A5C-1FD7-266E-593E612AEFDE}"/>
          </ac:grpSpMkLst>
        </pc:grpChg>
        <pc:picChg chg="del mod">
          <ac:chgData name="Mayu Ninagawa (蜷川 真優 GE)" userId="15d22be4-2d84-414d-ac66-ca09a50eae87" providerId="ADAL" clId="{2A43D1C7-C612-4547-BA11-3049DC01C97C}" dt="2026-01-29T09:17:55.908" v="7881" actId="478"/>
          <ac:picMkLst>
            <pc:docMk/>
            <pc:sldMk cId="3391554335" sldId="383"/>
            <ac:picMk id="8" creationId="{4747F436-1F10-A817-3AC8-741E67EA3D99}"/>
          </ac:picMkLst>
        </pc:picChg>
        <pc:picChg chg="mod">
          <ac:chgData name="Mayu Ninagawa (蜷川 真優 GE)" userId="15d22be4-2d84-414d-ac66-ca09a50eae87" providerId="ADAL" clId="{2A43D1C7-C612-4547-BA11-3049DC01C97C}" dt="2026-01-29T09:16:37.050" v="7780" actId="1076"/>
          <ac:picMkLst>
            <pc:docMk/>
            <pc:sldMk cId="3391554335" sldId="383"/>
            <ac:picMk id="60" creationId="{6A2D2CCE-6544-ED37-2863-324016663170}"/>
          </ac:picMkLst>
        </pc:picChg>
        <pc:picChg chg="add mod ord">
          <ac:chgData name="Mayu Ninagawa (蜷川 真優 GE)" userId="15d22be4-2d84-414d-ac66-ca09a50eae87" providerId="ADAL" clId="{2A43D1C7-C612-4547-BA11-3049DC01C97C}" dt="2026-01-29T09:18:09.482" v="7887" actId="167"/>
          <ac:picMkLst>
            <pc:docMk/>
            <pc:sldMk cId="3391554335" sldId="383"/>
            <ac:picMk id="70" creationId="{13705E64-2753-5B02-BFAC-ACD0A42688DF}"/>
          </ac:picMkLst>
        </pc:picChg>
      </pc:sldChg>
      <pc:sldChg chg="addSp delSp modSp del mod modShow">
        <pc:chgData name="Mayu Ninagawa (蜷川 真優 GE)" userId="15d22be4-2d84-414d-ac66-ca09a50eae87" providerId="ADAL" clId="{2A43D1C7-C612-4547-BA11-3049DC01C97C}" dt="2026-01-29T09:29:13.144" v="8123" actId="47"/>
        <pc:sldMkLst>
          <pc:docMk/>
          <pc:sldMk cId="3848068375" sldId="384"/>
        </pc:sldMkLst>
        <pc:spChg chg="del">
          <ac:chgData name="Mayu Ninagawa (蜷川 真優 GE)" userId="15d22be4-2d84-414d-ac66-ca09a50eae87" providerId="ADAL" clId="{2A43D1C7-C612-4547-BA11-3049DC01C97C}" dt="2026-01-22T03:41:06.244" v="4648" actId="478"/>
          <ac:spMkLst>
            <pc:docMk/>
            <pc:sldMk cId="3848068375" sldId="384"/>
            <ac:spMk id="3" creationId="{1A9890B5-4F1A-E8FE-73D4-6B22D984764B}"/>
          </ac:spMkLst>
        </pc:spChg>
        <pc:spChg chg="add mod">
          <ac:chgData name="Mayu Ninagawa (蜷川 真優 GE)" userId="15d22be4-2d84-414d-ac66-ca09a50eae87" providerId="ADAL" clId="{2A43D1C7-C612-4547-BA11-3049DC01C97C}" dt="2026-01-22T03:41:18.554" v="4652" actId="1076"/>
          <ac:spMkLst>
            <pc:docMk/>
            <pc:sldMk cId="3848068375" sldId="384"/>
            <ac:spMk id="5" creationId="{ACAF9481-98A6-63CD-3402-D7FAB378DAE7}"/>
          </ac:spMkLst>
        </pc:spChg>
        <pc:graphicFrameChg chg="mod modGraphic">
          <ac:chgData name="Mayu Ninagawa (蜷川 真優 GE)" userId="15d22be4-2d84-414d-ac66-ca09a50eae87" providerId="ADAL" clId="{2A43D1C7-C612-4547-BA11-3049DC01C97C}" dt="2026-01-22T03:41:09.621" v="4650" actId="1076"/>
          <ac:graphicFrameMkLst>
            <pc:docMk/>
            <pc:sldMk cId="3848068375" sldId="384"/>
            <ac:graphicFrameMk id="48" creationId="{32B79EBE-163C-66A8-0F7D-B2F6D8095076}"/>
          </ac:graphicFrameMkLst>
        </pc:graphicFrameChg>
        <pc:picChg chg="del">
          <ac:chgData name="Mayu Ninagawa (蜷川 真優 GE)" userId="15d22be4-2d84-414d-ac66-ca09a50eae87" providerId="ADAL" clId="{2A43D1C7-C612-4547-BA11-3049DC01C97C}" dt="2026-01-20T08:10:42.123" v="701" actId="478"/>
          <ac:picMkLst>
            <pc:docMk/>
            <pc:sldMk cId="3848068375" sldId="384"/>
            <ac:picMk id="66" creationId="{D25B8857-92BA-9E20-77E4-4E14406DC4BD}"/>
          </ac:picMkLst>
        </pc:picChg>
        <pc:picChg chg="del">
          <ac:chgData name="Mayu Ninagawa (蜷川 真優 GE)" userId="15d22be4-2d84-414d-ac66-ca09a50eae87" providerId="ADAL" clId="{2A43D1C7-C612-4547-BA11-3049DC01C97C}" dt="2026-01-20T08:10:42.123" v="701" actId="478"/>
          <ac:picMkLst>
            <pc:docMk/>
            <pc:sldMk cId="3848068375" sldId="384"/>
            <ac:picMk id="67" creationId="{025778C6-A376-B1E1-F86E-40CE2ADB0B4F}"/>
          </ac:picMkLst>
        </pc:picChg>
      </pc:sldChg>
      <pc:sldChg chg="addSp delSp modSp mod ord modShow">
        <pc:chgData name="Mayu Ninagawa (蜷川 真優 GE)" userId="15d22be4-2d84-414d-ac66-ca09a50eae87" providerId="ADAL" clId="{2A43D1C7-C612-4547-BA11-3049DC01C97C}" dt="2026-01-30T07:49:00.154" v="9992" actId="20577"/>
        <pc:sldMkLst>
          <pc:docMk/>
          <pc:sldMk cId="2364069092" sldId="385"/>
        </pc:sldMkLst>
        <pc:spChg chg="mod">
          <ac:chgData name="Mayu Ninagawa (蜷川 真優 GE)" userId="15d22be4-2d84-414d-ac66-ca09a50eae87" providerId="ADAL" clId="{2A43D1C7-C612-4547-BA11-3049DC01C97C}" dt="2026-01-30T05:18:47.722" v="9375" actId="14100"/>
          <ac:spMkLst>
            <pc:docMk/>
            <pc:sldMk cId="2364069092" sldId="385"/>
            <ac:spMk id="3" creationId="{1A9890B5-4F1A-E8FE-73D4-6B22D984764B}"/>
          </ac:spMkLst>
        </pc:spChg>
        <pc:spChg chg="add mod">
          <ac:chgData name="Mayu Ninagawa (蜷川 真優 GE)" userId="15d22be4-2d84-414d-ac66-ca09a50eae87" providerId="ADAL" clId="{2A43D1C7-C612-4547-BA11-3049DC01C97C}" dt="2026-01-30T05:18:44.419" v="9374" actId="1076"/>
          <ac:spMkLst>
            <pc:docMk/>
            <pc:sldMk cId="2364069092" sldId="385"/>
            <ac:spMk id="10" creationId="{1074AE3C-FAAC-90E3-991D-6289B3DA2612}"/>
          </ac:spMkLst>
        </pc:spChg>
        <pc:graphicFrameChg chg="del mod">
          <ac:chgData name="Mayu Ninagawa (蜷川 真優 GE)" userId="15d22be4-2d84-414d-ac66-ca09a50eae87" providerId="ADAL" clId="{2A43D1C7-C612-4547-BA11-3049DC01C97C}" dt="2026-01-29T10:09:43.321" v="8428" actId="478"/>
          <ac:graphicFrameMkLst>
            <pc:docMk/>
            <pc:sldMk cId="2364069092" sldId="385"/>
            <ac:graphicFrameMk id="6" creationId="{4B0A9D33-AE84-E7E6-0098-02CB3ABE8D9A}"/>
          </ac:graphicFrameMkLst>
        </pc:graphicFrameChg>
        <pc:graphicFrameChg chg="add mod modGraphic">
          <ac:chgData name="Mayu Ninagawa (蜷川 真優 GE)" userId="15d22be4-2d84-414d-ac66-ca09a50eae87" providerId="ADAL" clId="{2A43D1C7-C612-4547-BA11-3049DC01C97C}" dt="2026-01-30T07:46:57.731" v="9980" actId="20577"/>
          <ac:graphicFrameMkLst>
            <pc:docMk/>
            <pc:sldMk cId="2364069092" sldId="385"/>
            <ac:graphicFrameMk id="6" creationId="{5BC104A8-7087-CAC7-9890-0CC0B858A957}"/>
          </ac:graphicFrameMkLst>
        </pc:graphicFrameChg>
        <pc:graphicFrameChg chg="add del mod modGraphic">
          <ac:chgData name="Mayu Ninagawa (蜷川 真優 GE)" userId="15d22be4-2d84-414d-ac66-ca09a50eae87" providerId="ADAL" clId="{2A43D1C7-C612-4547-BA11-3049DC01C97C}" dt="2026-01-29T11:57:04.569" v="9240" actId="478"/>
          <ac:graphicFrameMkLst>
            <pc:docMk/>
            <pc:sldMk cId="2364069092" sldId="385"/>
            <ac:graphicFrameMk id="6" creationId="{AA597090-DEBA-7014-C4AB-D5F0263661B1}"/>
          </ac:graphicFrameMkLst>
        </pc:graphicFrameChg>
        <pc:graphicFrameChg chg="del mod modGraphic">
          <ac:chgData name="Mayu Ninagawa (蜷川 真優 GE)" userId="15d22be4-2d84-414d-ac66-ca09a50eae87" providerId="ADAL" clId="{2A43D1C7-C612-4547-BA11-3049DC01C97C}" dt="2026-01-30T06:56:52.537" v="9758" actId="478"/>
          <ac:graphicFrameMkLst>
            <pc:docMk/>
            <pc:sldMk cId="2364069092" sldId="385"/>
            <ac:graphicFrameMk id="7" creationId="{6B58BBBF-DBCB-17D4-A619-9878F1CCA274}"/>
          </ac:graphicFrameMkLst>
        </pc:graphicFrameChg>
        <pc:graphicFrameChg chg="add mod">
          <ac:chgData name="Mayu Ninagawa (蜷川 真優 GE)" userId="15d22be4-2d84-414d-ac66-ca09a50eae87" providerId="ADAL" clId="{2A43D1C7-C612-4547-BA11-3049DC01C97C}" dt="2026-01-29T10:34:39.189" v="8743" actId="1076"/>
          <ac:graphicFrameMkLst>
            <pc:docMk/>
            <pc:sldMk cId="2364069092" sldId="385"/>
            <ac:graphicFrameMk id="8" creationId="{91D41A56-D7D9-6F05-93A4-BD07E3CAE141}"/>
          </ac:graphicFrameMkLst>
        </pc:graphicFrameChg>
        <pc:graphicFrameChg chg="add del mod modGraphic">
          <ac:chgData name="Mayu Ninagawa (蜷川 真優 GE)" userId="15d22be4-2d84-414d-ac66-ca09a50eae87" providerId="ADAL" clId="{2A43D1C7-C612-4547-BA11-3049DC01C97C}" dt="2026-01-30T05:19:18.216" v="9380" actId="478"/>
          <ac:graphicFrameMkLst>
            <pc:docMk/>
            <pc:sldMk cId="2364069092" sldId="385"/>
            <ac:graphicFrameMk id="9" creationId="{E0B3FD3F-31AE-638E-75C4-C7BB577FF498}"/>
          </ac:graphicFrameMkLst>
        </pc:graphicFrameChg>
        <pc:graphicFrameChg chg="add del mod modGraphic">
          <ac:chgData name="Mayu Ninagawa (蜷川 真優 GE)" userId="15d22be4-2d84-414d-ac66-ca09a50eae87" providerId="ADAL" clId="{2A43D1C7-C612-4547-BA11-3049DC01C97C}" dt="2026-01-30T07:35:46.543" v="9906" actId="478"/>
          <ac:graphicFrameMkLst>
            <pc:docMk/>
            <pc:sldMk cId="2364069092" sldId="385"/>
            <ac:graphicFrameMk id="11" creationId="{BB538C8F-57A1-509E-0956-FD734B4F3876}"/>
          </ac:graphicFrameMkLst>
        </pc:graphicFrameChg>
        <pc:graphicFrameChg chg="add del mod modGraphic">
          <ac:chgData name="Mayu Ninagawa (蜷川 真優 GE)" userId="15d22be4-2d84-414d-ac66-ca09a50eae87" providerId="ADAL" clId="{2A43D1C7-C612-4547-BA11-3049DC01C97C}" dt="2026-01-30T07:35:46.543" v="9906" actId="478"/>
          <ac:graphicFrameMkLst>
            <pc:docMk/>
            <pc:sldMk cId="2364069092" sldId="385"/>
            <ac:graphicFrameMk id="12" creationId="{6F5C070C-B199-35A5-B247-F1ADEFC14A8D}"/>
          </ac:graphicFrameMkLst>
        </pc:graphicFrameChg>
        <pc:graphicFrameChg chg="mod modGraphic">
          <ac:chgData name="Mayu Ninagawa (蜷川 真優 GE)" userId="15d22be4-2d84-414d-ac66-ca09a50eae87" providerId="ADAL" clId="{2A43D1C7-C612-4547-BA11-3049DC01C97C}" dt="2026-01-30T07:49:00.154" v="9992" actId="20577"/>
          <ac:graphicFrameMkLst>
            <pc:docMk/>
            <pc:sldMk cId="2364069092" sldId="385"/>
            <ac:graphicFrameMk id="47" creationId="{4E863408-904A-AA18-E7B6-292B8BECE2DB}"/>
          </ac:graphicFrameMkLst>
        </pc:graphicFrameChg>
        <pc:picChg chg="del">
          <ac:chgData name="Mayu Ninagawa (蜷川 真優 GE)" userId="15d22be4-2d84-414d-ac66-ca09a50eae87" providerId="ADAL" clId="{2A43D1C7-C612-4547-BA11-3049DC01C97C}" dt="2026-01-29T10:28:32.976" v="8574" actId="478"/>
          <ac:picMkLst>
            <pc:docMk/>
            <pc:sldMk cId="2364069092" sldId="385"/>
            <ac:picMk id="53" creationId="{8A01583D-0993-65FA-4B6C-58811B8A2CB3}"/>
          </ac:picMkLst>
        </pc:picChg>
      </pc:sldChg>
      <pc:sldChg chg="delSp modSp mod ord modShow">
        <pc:chgData name="Mayu Ninagawa (蜷川 真優 GE)" userId="15d22be4-2d84-414d-ac66-ca09a50eae87" providerId="ADAL" clId="{2A43D1C7-C612-4547-BA11-3049DC01C97C}" dt="2026-01-30T07:51:33.748" v="10031" actId="14100"/>
        <pc:sldMkLst>
          <pc:docMk/>
          <pc:sldMk cId="856980733" sldId="386"/>
        </pc:sldMkLst>
        <pc:spChg chg="del">
          <ac:chgData name="Mayu Ninagawa (蜷川 真優 GE)" userId="15d22be4-2d84-414d-ac66-ca09a50eae87" providerId="ADAL" clId="{2A43D1C7-C612-4547-BA11-3049DC01C97C}" dt="2026-01-29T09:25:41.265" v="8078" actId="478"/>
          <ac:spMkLst>
            <pc:docMk/>
            <pc:sldMk cId="856980733" sldId="386"/>
            <ac:spMk id="7" creationId="{725F0D5D-98DD-29A5-2710-EC7F0C3DB99E}"/>
          </ac:spMkLst>
        </pc:spChg>
        <pc:spChg chg="del">
          <ac:chgData name="Mayu Ninagawa (蜷川 真優 GE)" userId="15d22be4-2d84-414d-ac66-ca09a50eae87" providerId="ADAL" clId="{2A43D1C7-C612-4547-BA11-3049DC01C97C}" dt="2026-01-29T09:28:44.173" v="8122" actId="478"/>
          <ac:spMkLst>
            <pc:docMk/>
            <pc:sldMk cId="856980733" sldId="386"/>
            <ac:spMk id="8" creationId="{4D982E59-9340-C6F7-95BC-FD9EF9BE8907}"/>
          </ac:spMkLst>
        </pc:spChg>
        <pc:graphicFrameChg chg="del">
          <ac:chgData name="Mayu Ninagawa (蜷川 真優 GE)" userId="15d22be4-2d84-414d-ac66-ca09a50eae87" providerId="ADAL" clId="{2A43D1C7-C612-4547-BA11-3049DC01C97C}" dt="2026-01-29T09:25:35.948" v="8077" actId="478"/>
          <ac:graphicFrameMkLst>
            <pc:docMk/>
            <pc:sldMk cId="856980733" sldId="386"/>
            <ac:graphicFrameMk id="6" creationId="{3A1B0720-38A7-0175-FBD8-D96231598C69}"/>
          </ac:graphicFrameMkLst>
        </pc:graphicFrameChg>
        <pc:graphicFrameChg chg="mod modGraphic">
          <ac:chgData name="Mayu Ninagawa (蜷川 真優 GE)" userId="15d22be4-2d84-414d-ac66-ca09a50eae87" providerId="ADAL" clId="{2A43D1C7-C612-4547-BA11-3049DC01C97C}" dt="2026-01-30T07:51:33.748" v="10031" actId="14100"/>
          <ac:graphicFrameMkLst>
            <pc:docMk/>
            <pc:sldMk cId="856980733" sldId="386"/>
            <ac:graphicFrameMk id="48" creationId="{32B79EBE-163C-66A8-0F7D-B2F6D8095076}"/>
          </ac:graphicFrameMkLst>
        </pc:graphicFrameChg>
      </pc:sldChg>
      <pc:sldChg chg="modSp mod">
        <pc:chgData name="Mayu Ninagawa (蜷川 真優 GE)" userId="15d22be4-2d84-414d-ac66-ca09a50eae87" providerId="ADAL" clId="{2A43D1C7-C612-4547-BA11-3049DC01C97C}" dt="2026-01-30T06:33:10.070" v="9552"/>
        <pc:sldMkLst>
          <pc:docMk/>
          <pc:sldMk cId="136295663" sldId="387"/>
        </pc:sldMkLst>
        <pc:spChg chg="mod">
          <ac:chgData name="Mayu Ninagawa (蜷川 真優 GE)" userId="15d22be4-2d84-414d-ac66-ca09a50eae87" providerId="ADAL" clId="{2A43D1C7-C612-4547-BA11-3049DC01C97C}" dt="2026-01-29T03:21:48.160" v="5494" actId="313"/>
          <ac:spMkLst>
            <pc:docMk/>
            <pc:sldMk cId="136295663" sldId="387"/>
            <ac:spMk id="10" creationId="{D6811325-47B1-D941-BC5B-993F54694B78}"/>
          </ac:spMkLst>
        </pc:spChg>
        <pc:graphicFrameChg chg="mod">
          <ac:chgData name="Mayu Ninagawa (蜷川 真優 GE)" userId="15d22be4-2d84-414d-ac66-ca09a50eae87" providerId="ADAL" clId="{2A43D1C7-C612-4547-BA11-3049DC01C97C}" dt="2026-01-30T06:33:10.070" v="9552"/>
          <ac:graphicFrameMkLst>
            <pc:docMk/>
            <pc:sldMk cId="136295663" sldId="387"/>
            <ac:graphicFrameMk id="6" creationId="{E12632CF-884D-5D56-BDF3-E9262EEE18C1}"/>
          </ac:graphicFrameMkLst>
        </pc:graphicFrameChg>
      </pc:sldChg>
      <pc:sldChg chg="modSp mod">
        <pc:chgData name="Mayu Ninagawa (蜷川 真優 GE)" userId="15d22be4-2d84-414d-ac66-ca09a50eae87" providerId="ADAL" clId="{2A43D1C7-C612-4547-BA11-3049DC01C97C}" dt="2026-01-30T06:33:10.070" v="9552"/>
        <pc:sldMkLst>
          <pc:docMk/>
          <pc:sldMk cId="1291797470" sldId="388"/>
        </pc:sldMkLst>
        <pc:spChg chg="mod">
          <ac:chgData name="Mayu Ninagawa (蜷川 真優 GE)" userId="15d22be4-2d84-414d-ac66-ca09a50eae87" providerId="ADAL" clId="{2A43D1C7-C612-4547-BA11-3049DC01C97C}" dt="2026-01-29T03:21:48.710" v="5495" actId="313"/>
          <ac:spMkLst>
            <pc:docMk/>
            <pc:sldMk cId="1291797470" sldId="388"/>
            <ac:spMk id="10" creationId="{1F087012-F0FC-ED12-F5B3-D04095EE1EF7}"/>
          </ac:spMkLst>
        </pc:spChg>
        <pc:graphicFrameChg chg="mod">
          <ac:chgData name="Mayu Ninagawa (蜷川 真優 GE)" userId="15d22be4-2d84-414d-ac66-ca09a50eae87" providerId="ADAL" clId="{2A43D1C7-C612-4547-BA11-3049DC01C97C}" dt="2026-01-30T06:33:10.070" v="9552"/>
          <ac:graphicFrameMkLst>
            <pc:docMk/>
            <pc:sldMk cId="1291797470" sldId="388"/>
            <ac:graphicFrameMk id="2" creationId="{093B7B38-CFF9-79BA-D526-FAA0CF68EAA1}"/>
          </ac:graphicFrameMkLst>
        </pc:graphicFrameChg>
        <pc:graphicFrameChg chg="mod">
          <ac:chgData name="Mayu Ninagawa (蜷川 真優 GE)" userId="15d22be4-2d84-414d-ac66-ca09a50eae87" providerId="ADAL" clId="{2A43D1C7-C612-4547-BA11-3049DC01C97C}" dt="2026-01-30T06:33:10.070" v="9552"/>
          <ac:graphicFrameMkLst>
            <pc:docMk/>
            <pc:sldMk cId="1291797470" sldId="388"/>
            <ac:graphicFrameMk id="7" creationId="{608256D4-0166-3F2D-9FCC-700753A6976F}"/>
          </ac:graphicFrameMkLst>
        </pc:graphicFrameChg>
      </pc:sldChg>
      <pc:sldChg chg="addSp delSp modSp del mod ord">
        <pc:chgData name="Mayu Ninagawa (蜷川 真優 GE)" userId="15d22be4-2d84-414d-ac66-ca09a50eae87" providerId="ADAL" clId="{2A43D1C7-C612-4547-BA11-3049DC01C97C}" dt="2026-01-29T03:29:56.734" v="5687" actId="47"/>
        <pc:sldMkLst>
          <pc:docMk/>
          <pc:sldMk cId="423890829" sldId="389"/>
        </pc:sldMkLst>
        <pc:spChg chg="add del mod ord">
          <ac:chgData name="Mayu Ninagawa (蜷川 真優 GE)" userId="15d22be4-2d84-414d-ac66-ca09a50eae87" providerId="ADAL" clId="{2A43D1C7-C612-4547-BA11-3049DC01C97C}" dt="2026-01-20T10:48:10.088" v="2751" actId="164"/>
          <ac:spMkLst>
            <pc:docMk/>
            <pc:sldMk cId="423890829" sldId="389"/>
            <ac:spMk id="2" creationId="{BA954BA8-BF2F-9179-C5B5-CC6EF72882D4}"/>
          </ac:spMkLst>
        </pc:spChg>
        <pc:spChg chg="add del mod">
          <ac:chgData name="Mayu Ninagawa (蜷川 真優 GE)" userId="15d22be4-2d84-414d-ac66-ca09a50eae87" providerId="ADAL" clId="{2A43D1C7-C612-4547-BA11-3049DC01C97C}" dt="2026-01-29T03:28:13.662" v="5641" actId="21"/>
          <ac:spMkLst>
            <pc:docMk/>
            <pc:sldMk cId="423890829" sldId="389"/>
            <ac:spMk id="3" creationId="{3D54CDB7-3AED-869B-92C6-38E8611C3A8C}"/>
          </ac:spMkLst>
        </pc:spChg>
        <pc:spChg chg="del mod">
          <ac:chgData name="Mayu Ninagawa (蜷川 真優 GE)" userId="15d22be4-2d84-414d-ac66-ca09a50eae87" providerId="ADAL" clId="{2A43D1C7-C612-4547-BA11-3049DC01C97C}" dt="2026-01-20T09:25:04.751" v="1751" actId="478"/>
          <ac:spMkLst>
            <pc:docMk/>
            <pc:sldMk cId="423890829" sldId="389"/>
            <ac:spMk id="3" creationId="{539B2D7F-0509-CC42-6AC4-C11C9C2CD3CD}"/>
          </ac:spMkLst>
        </pc:spChg>
        <pc:spChg chg="add del mod">
          <ac:chgData name="Mayu Ninagawa (蜷川 真優 GE)" userId="15d22be4-2d84-414d-ac66-ca09a50eae87" providerId="ADAL" clId="{2A43D1C7-C612-4547-BA11-3049DC01C97C}" dt="2026-01-29T03:28:13.662" v="5641" actId="21"/>
          <ac:spMkLst>
            <pc:docMk/>
            <pc:sldMk cId="423890829" sldId="389"/>
            <ac:spMk id="6" creationId="{DC96DC47-088D-A588-B9FE-1795D57DF9A8}"/>
          </ac:spMkLst>
        </pc:spChg>
        <pc:spChg chg="add del mod">
          <ac:chgData name="Mayu Ninagawa (蜷川 真優 GE)" userId="15d22be4-2d84-414d-ac66-ca09a50eae87" providerId="ADAL" clId="{2A43D1C7-C612-4547-BA11-3049DC01C97C}" dt="2026-01-29T03:28:13.662" v="5641" actId="21"/>
          <ac:spMkLst>
            <pc:docMk/>
            <pc:sldMk cId="423890829" sldId="389"/>
            <ac:spMk id="7" creationId="{77B55B02-0B24-1D62-E9F5-9A87E8B474AD}"/>
          </ac:spMkLst>
        </pc:spChg>
        <pc:spChg chg="del">
          <ac:chgData name="Mayu Ninagawa (蜷川 真優 GE)" userId="15d22be4-2d84-414d-ac66-ca09a50eae87" providerId="ADAL" clId="{2A43D1C7-C612-4547-BA11-3049DC01C97C}" dt="2026-01-20T08:46:45.320" v="1264"/>
          <ac:spMkLst>
            <pc:docMk/>
            <pc:sldMk cId="423890829" sldId="389"/>
            <ac:spMk id="7" creationId="{CC1CF757-4976-1FA9-8279-56184D2A533D}"/>
          </ac:spMkLst>
        </pc:spChg>
        <pc:spChg chg="add del mod">
          <ac:chgData name="Mayu Ninagawa (蜷川 真優 GE)" userId="15d22be4-2d84-414d-ac66-ca09a50eae87" providerId="ADAL" clId="{2A43D1C7-C612-4547-BA11-3049DC01C97C}" dt="2026-01-29T03:28:13.662" v="5641" actId="21"/>
          <ac:spMkLst>
            <pc:docMk/>
            <pc:sldMk cId="423890829" sldId="389"/>
            <ac:spMk id="8" creationId="{6C4A506A-CB8F-2443-DAAF-65A4E038829F}"/>
          </ac:spMkLst>
        </pc:spChg>
        <pc:spChg chg="mod">
          <ac:chgData name="Mayu Ninagawa (蜷川 真優 GE)" userId="15d22be4-2d84-414d-ac66-ca09a50eae87" providerId="ADAL" clId="{2A43D1C7-C612-4547-BA11-3049DC01C97C}" dt="2026-01-20T10:59:19.605" v="2849" actId="14100"/>
          <ac:spMkLst>
            <pc:docMk/>
            <pc:sldMk cId="423890829" sldId="389"/>
            <ac:spMk id="8" creationId="{FD4E2A43-CE79-3044-EE27-CB95B57C7D29}"/>
          </ac:spMkLst>
        </pc:spChg>
        <pc:spChg chg="mod">
          <ac:chgData name="Mayu Ninagawa (蜷川 真優 GE)" userId="15d22be4-2d84-414d-ac66-ca09a50eae87" providerId="ADAL" clId="{2A43D1C7-C612-4547-BA11-3049DC01C97C}" dt="2026-01-20T10:48:10.088" v="2751" actId="164"/>
          <ac:spMkLst>
            <pc:docMk/>
            <pc:sldMk cId="423890829" sldId="389"/>
            <ac:spMk id="9" creationId="{26ABCEE6-CAFF-73FF-122E-ED4FDB3B4C5D}"/>
          </ac:spMkLst>
        </pc:spChg>
        <pc:spChg chg="add del mod">
          <ac:chgData name="Mayu Ninagawa (蜷川 真優 GE)" userId="15d22be4-2d84-414d-ac66-ca09a50eae87" providerId="ADAL" clId="{2A43D1C7-C612-4547-BA11-3049DC01C97C}" dt="2026-01-29T03:29:52.536" v="5685" actId="21"/>
          <ac:spMkLst>
            <pc:docMk/>
            <pc:sldMk cId="423890829" sldId="389"/>
            <ac:spMk id="9" creationId="{E516C3A5-C930-766F-C660-151DAE7E5C7D}"/>
          </ac:spMkLst>
        </pc:spChg>
        <pc:spChg chg="add del mod">
          <ac:chgData name="Mayu Ninagawa (蜷川 真優 GE)" userId="15d22be4-2d84-414d-ac66-ca09a50eae87" providerId="ADAL" clId="{2A43D1C7-C612-4547-BA11-3049DC01C97C}" dt="2026-01-20T10:48:10.088" v="2751" actId="164"/>
          <ac:spMkLst>
            <pc:docMk/>
            <pc:sldMk cId="423890829" sldId="389"/>
            <ac:spMk id="10" creationId="{76706A0E-0491-DEDE-74AC-1811FBE84526}"/>
          </ac:spMkLst>
        </pc:spChg>
        <pc:spChg chg="mod">
          <ac:chgData name="Mayu Ninagawa (蜷川 真優 GE)" userId="15d22be4-2d84-414d-ac66-ca09a50eae87" providerId="ADAL" clId="{2A43D1C7-C612-4547-BA11-3049DC01C97C}" dt="2026-01-20T10:48:10.088" v="2751" actId="164"/>
          <ac:spMkLst>
            <pc:docMk/>
            <pc:sldMk cId="423890829" sldId="389"/>
            <ac:spMk id="11" creationId="{6569B506-016B-9B1F-13D3-D190D4EAB6FE}"/>
          </ac:spMkLst>
        </pc:spChg>
        <pc:spChg chg="mod">
          <ac:chgData name="Mayu Ninagawa (蜷川 真優 GE)" userId="15d22be4-2d84-414d-ac66-ca09a50eae87" providerId="ADAL" clId="{2A43D1C7-C612-4547-BA11-3049DC01C97C}" dt="2026-01-22T03:15:45.600" v="4388"/>
          <ac:spMkLst>
            <pc:docMk/>
            <pc:sldMk cId="423890829" sldId="389"/>
            <ac:spMk id="11" creationId="{C318D4B5-AAD4-A0BF-FFE7-81E18BDD8A68}"/>
          </ac:spMkLst>
        </pc:spChg>
        <pc:spChg chg="mod">
          <ac:chgData name="Mayu Ninagawa (蜷川 真優 GE)" userId="15d22be4-2d84-414d-ac66-ca09a50eae87" providerId="ADAL" clId="{2A43D1C7-C612-4547-BA11-3049DC01C97C}" dt="2026-01-22T03:15:45.600" v="4388"/>
          <ac:spMkLst>
            <pc:docMk/>
            <pc:sldMk cId="423890829" sldId="389"/>
            <ac:spMk id="12" creationId="{1AFEA918-5467-69ED-8609-59E9A507CC0D}"/>
          </ac:spMkLst>
        </pc:spChg>
        <pc:spChg chg="mod">
          <ac:chgData name="Mayu Ninagawa (蜷川 真優 GE)" userId="15d22be4-2d84-414d-ac66-ca09a50eae87" providerId="ADAL" clId="{2A43D1C7-C612-4547-BA11-3049DC01C97C}" dt="2026-01-20T10:48:10.088" v="2751" actId="164"/>
          <ac:spMkLst>
            <pc:docMk/>
            <pc:sldMk cId="423890829" sldId="389"/>
            <ac:spMk id="12" creationId="{5F53E8FE-DC9A-3DA0-4038-17EAF33C54E0}"/>
          </ac:spMkLst>
        </pc:spChg>
        <pc:spChg chg="mod">
          <ac:chgData name="Mayu Ninagawa (蜷川 真優 GE)" userId="15d22be4-2d84-414d-ac66-ca09a50eae87" providerId="ADAL" clId="{2A43D1C7-C612-4547-BA11-3049DC01C97C}" dt="2026-01-20T10:48:10.088" v="2751" actId="164"/>
          <ac:spMkLst>
            <pc:docMk/>
            <pc:sldMk cId="423890829" sldId="389"/>
            <ac:spMk id="13" creationId="{4E82D9C4-833E-977E-0218-13B8073F991F}"/>
          </ac:spMkLst>
        </pc:spChg>
        <pc:spChg chg="mod">
          <ac:chgData name="Mayu Ninagawa (蜷川 真優 GE)" userId="15d22be4-2d84-414d-ac66-ca09a50eae87" providerId="ADAL" clId="{2A43D1C7-C612-4547-BA11-3049DC01C97C}" dt="2026-01-22T03:15:45.600" v="4388"/>
          <ac:spMkLst>
            <pc:docMk/>
            <pc:sldMk cId="423890829" sldId="389"/>
            <ac:spMk id="13" creationId="{F74CC140-2808-1A8C-05B8-7E405457F7FC}"/>
          </ac:spMkLst>
        </pc:spChg>
        <pc:spChg chg="mod">
          <ac:chgData name="Mayu Ninagawa (蜷川 真優 GE)" userId="15d22be4-2d84-414d-ac66-ca09a50eae87" providerId="ADAL" clId="{2A43D1C7-C612-4547-BA11-3049DC01C97C}" dt="2026-01-22T03:15:45.600" v="4388"/>
          <ac:spMkLst>
            <pc:docMk/>
            <pc:sldMk cId="423890829" sldId="389"/>
            <ac:spMk id="14" creationId="{12C23968-15D5-34F6-6A3C-F8D85CF8AA7C}"/>
          </ac:spMkLst>
        </pc:spChg>
        <pc:spChg chg="mod">
          <ac:chgData name="Mayu Ninagawa (蜷川 真優 GE)" userId="15d22be4-2d84-414d-ac66-ca09a50eae87" providerId="ADAL" clId="{2A43D1C7-C612-4547-BA11-3049DC01C97C}" dt="2026-01-20T10:48:10.088" v="2751" actId="164"/>
          <ac:spMkLst>
            <pc:docMk/>
            <pc:sldMk cId="423890829" sldId="389"/>
            <ac:spMk id="14" creationId="{306C24FC-E536-A4E8-BDB6-837287FF6D64}"/>
          </ac:spMkLst>
        </pc:spChg>
        <pc:spChg chg="mod">
          <ac:chgData name="Mayu Ninagawa (蜷川 真優 GE)" userId="15d22be4-2d84-414d-ac66-ca09a50eae87" providerId="ADAL" clId="{2A43D1C7-C612-4547-BA11-3049DC01C97C}" dt="2026-01-20T10:48:10.088" v="2751" actId="164"/>
          <ac:spMkLst>
            <pc:docMk/>
            <pc:sldMk cId="423890829" sldId="389"/>
            <ac:spMk id="15" creationId="{27392BE8-F2C8-2CBF-BC9F-CDAD143FDED8}"/>
          </ac:spMkLst>
        </pc:spChg>
        <pc:spChg chg="mod">
          <ac:chgData name="Mayu Ninagawa (蜷川 真優 GE)" userId="15d22be4-2d84-414d-ac66-ca09a50eae87" providerId="ADAL" clId="{2A43D1C7-C612-4547-BA11-3049DC01C97C}" dt="2026-01-22T03:15:45.600" v="4388"/>
          <ac:spMkLst>
            <pc:docMk/>
            <pc:sldMk cId="423890829" sldId="389"/>
            <ac:spMk id="15" creationId="{FA2623C4-A8E4-BB79-DD51-D9B47C31FCB9}"/>
          </ac:spMkLst>
        </pc:spChg>
        <pc:spChg chg="mod">
          <ac:chgData name="Mayu Ninagawa (蜷川 真優 GE)" userId="15d22be4-2d84-414d-ac66-ca09a50eae87" providerId="ADAL" clId="{2A43D1C7-C612-4547-BA11-3049DC01C97C}" dt="2026-01-22T03:15:45.600" v="4388"/>
          <ac:spMkLst>
            <pc:docMk/>
            <pc:sldMk cId="423890829" sldId="389"/>
            <ac:spMk id="16" creationId="{42DDDF22-1D8E-7D83-6DE4-D9804E150C13}"/>
          </ac:spMkLst>
        </pc:spChg>
        <pc:spChg chg="mod">
          <ac:chgData name="Mayu Ninagawa (蜷川 真優 GE)" userId="15d22be4-2d84-414d-ac66-ca09a50eae87" providerId="ADAL" clId="{2A43D1C7-C612-4547-BA11-3049DC01C97C}" dt="2026-01-20T10:48:10.088" v="2751" actId="164"/>
          <ac:spMkLst>
            <pc:docMk/>
            <pc:sldMk cId="423890829" sldId="389"/>
            <ac:spMk id="16" creationId="{9020512C-0BA0-1E16-9579-99B2F3090F2E}"/>
          </ac:spMkLst>
        </pc:spChg>
        <pc:spChg chg="mod">
          <ac:chgData name="Mayu Ninagawa (蜷川 真優 GE)" userId="15d22be4-2d84-414d-ac66-ca09a50eae87" providerId="ADAL" clId="{2A43D1C7-C612-4547-BA11-3049DC01C97C}" dt="2026-01-20T10:48:10.088" v="2751" actId="164"/>
          <ac:spMkLst>
            <pc:docMk/>
            <pc:sldMk cId="423890829" sldId="389"/>
            <ac:spMk id="17" creationId="{738754E0-AD0B-9A28-11B7-721FC70B9C86}"/>
          </ac:spMkLst>
        </pc:spChg>
        <pc:spChg chg="mod">
          <ac:chgData name="Mayu Ninagawa (蜷川 真優 GE)" userId="15d22be4-2d84-414d-ac66-ca09a50eae87" providerId="ADAL" clId="{2A43D1C7-C612-4547-BA11-3049DC01C97C}" dt="2026-01-22T03:15:45.600" v="4388"/>
          <ac:spMkLst>
            <pc:docMk/>
            <pc:sldMk cId="423890829" sldId="389"/>
            <ac:spMk id="17" creationId="{CD7A7D71-0828-9B2D-4717-2DA291A58DFA}"/>
          </ac:spMkLst>
        </pc:spChg>
        <pc:spChg chg="mod">
          <ac:chgData name="Mayu Ninagawa (蜷川 真優 GE)" userId="15d22be4-2d84-414d-ac66-ca09a50eae87" providerId="ADAL" clId="{2A43D1C7-C612-4547-BA11-3049DC01C97C}" dt="2026-01-20T10:48:10.088" v="2751" actId="164"/>
          <ac:spMkLst>
            <pc:docMk/>
            <pc:sldMk cId="423890829" sldId="389"/>
            <ac:spMk id="18" creationId="{14502F5F-6154-1A1E-ED37-527D83350836}"/>
          </ac:spMkLst>
        </pc:spChg>
        <pc:spChg chg="mod">
          <ac:chgData name="Mayu Ninagawa (蜷川 真優 GE)" userId="15d22be4-2d84-414d-ac66-ca09a50eae87" providerId="ADAL" clId="{2A43D1C7-C612-4547-BA11-3049DC01C97C}" dt="2026-01-22T03:15:45.600" v="4388"/>
          <ac:spMkLst>
            <pc:docMk/>
            <pc:sldMk cId="423890829" sldId="389"/>
            <ac:spMk id="18" creationId="{C76D3B58-D170-617A-D485-3AD8CE10C507}"/>
          </ac:spMkLst>
        </pc:spChg>
        <pc:spChg chg="mod">
          <ac:chgData name="Mayu Ninagawa (蜷川 真優 GE)" userId="15d22be4-2d84-414d-ac66-ca09a50eae87" providerId="ADAL" clId="{2A43D1C7-C612-4547-BA11-3049DC01C97C}" dt="2026-01-22T03:15:45.600" v="4388"/>
          <ac:spMkLst>
            <pc:docMk/>
            <pc:sldMk cId="423890829" sldId="389"/>
            <ac:spMk id="19" creationId="{A680F722-632C-EB5D-8E38-CBC88324A9C5}"/>
          </ac:spMkLst>
        </pc:spChg>
        <pc:spChg chg="mod">
          <ac:chgData name="Mayu Ninagawa (蜷川 真優 GE)" userId="15d22be4-2d84-414d-ac66-ca09a50eae87" providerId="ADAL" clId="{2A43D1C7-C612-4547-BA11-3049DC01C97C}" dt="2026-01-20T10:48:10.088" v="2751" actId="164"/>
          <ac:spMkLst>
            <pc:docMk/>
            <pc:sldMk cId="423890829" sldId="389"/>
            <ac:spMk id="19" creationId="{B2E8761F-91D6-3A95-2245-B7F6E159F47F}"/>
          </ac:spMkLst>
        </pc:spChg>
        <pc:spChg chg="mod">
          <ac:chgData name="Mayu Ninagawa (蜷川 真優 GE)" userId="15d22be4-2d84-414d-ac66-ca09a50eae87" providerId="ADAL" clId="{2A43D1C7-C612-4547-BA11-3049DC01C97C}" dt="2026-01-22T03:15:45.600" v="4388"/>
          <ac:spMkLst>
            <pc:docMk/>
            <pc:sldMk cId="423890829" sldId="389"/>
            <ac:spMk id="20" creationId="{4AC1AED7-1931-1E48-B401-0872230B2845}"/>
          </ac:spMkLst>
        </pc:spChg>
        <pc:spChg chg="mod">
          <ac:chgData name="Mayu Ninagawa (蜷川 真優 GE)" userId="15d22be4-2d84-414d-ac66-ca09a50eae87" providerId="ADAL" clId="{2A43D1C7-C612-4547-BA11-3049DC01C97C}" dt="2026-01-20T10:48:10.088" v="2751" actId="164"/>
          <ac:spMkLst>
            <pc:docMk/>
            <pc:sldMk cId="423890829" sldId="389"/>
            <ac:spMk id="20" creationId="{A2FA7C5D-DC27-74F7-AC4F-5F373A7416C8}"/>
          </ac:spMkLst>
        </pc:spChg>
        <pc:spChg chg="mod">
          <ac:chgData name="Mayu Ninagawa (蜷川 真優 GE)" userId="15d22be4-2d84-414d-ac66-ca09a50eae87" providerId="ADAL" clId="{2A43D1C7-C612-4547-BA11-3049DC01C97C}" dt="2026-01-22T03:15:45.600" v="4388"/>
          <ac:spMkLst>
            <pc:docMk/>
            <pc:sldMk cId="423890829" sldId="389"/>
            <ac:spMk id="21" creationId="{2310CA4C-F312-96E3-D2D8-608487FDFAD7}"/>
          </ac:spMkLst>
        </pc:spChg>
        <pc:spChg chg="mod">
          <ac:chgData name="Mayu Ninagawa (蜷川 真優 GE)" userId="15d22be4-2d84-414d-ac66-ca09a50eae87" providerId="ADAL" clId="{2A43D1C7-C612-4547-BA11-3049DC01C97C}" dt="2026-01-20T10:59:16.967" v="2848" actId="554"/>
          <ac:spMkLst>
            <pc:docMk/>
            <pc:sldMk cId="423890829" sldId="389"/>
            <ac:spMk id="21" creationId="{7A4A8CDE-40AF-6D6E-008C-8233B21FD3FB}"/>
          </ac:spMkLst>
        </pc:spChg>
        <pc:spChg chg="mod">
          <ac:chgData name="Mayu Ninagawa (蜷川 真優 GE)" userId="15d22be4-2d84-414d-ac66-ca09a50eae87" providerId="ADAL" clId="{2A43D1C7-C612-4547-BA11-3049DC01C97C}" dt="2026-01-22T03:15:45.600" v="4388"/>
          <ac:spMkLst>
            <pc:docMk/>
            <pc:sldMk cId="423890829" sldId="389"/>
            <ac:spMk id="22" creationId="{1011F650-5B27-17EC-A194-96D409B2F47C}"/>
          </ac:spMkLst>
        </pc:spChg>
        <pc:spChg chg="mod">
          <ac:chgData name="Mayu Ninagawa (蜷川 真優 GE)" userId="15d22be4-2d84-414d-ac66-ca09a50eae87" providerId="ADAL" clId="{2A43D1C7-C612-4547-BA11-3049DC01C97C}" dt="2026-01-20T10:48:10.088" v="2751" actId="164"/>
          <ac:spMkLst>
            <pc:docMk/>
            <pc:sldMk cId="423890829" sldId="389"/>
            <ac:spMk id="22" creationId="{B68673FB-779A-693A-C7FB-F9C3A5D256C1}"/>
          </ac:spMkLst>
        </pc:spChg>
        <pc:spChg chg="mod">
          <ac:chgData name="Mayu Ninagawa (蜷川 真優 GE)" userId="15d22be4-2d84-414d-ac66-ca09a50eae87" providerId="ADAL" clId="{2A43D1C7-C612-4547-BA11-3049DC01C97C}" dt="2026-01-22T03:15:45.600" v="4388"/>
          <ac:spMkLst>
            <pc:docMk/>
            <pc:sldMk cId="423890829" sldId="389"/>
            <ac:spMk id="23" creationId="{3409844A-72C0-99FE-3E14-015453231346}"/>
          </ac:spMkLst>
        </pc:spChg>
        <pc:spChg chg="mod">
          <ac:chgData name="Mayu Ninagawa (蜷川 真優 GE)" userId="15d22be4-2d84-414d-ac66-ca09a50eae87" providerId="ADAL" clId="{2A43D1C7-C612-4547-BA11-3049DC01C97C}" dt="2026-01-20T10:59:16.967" v="2848" actId="554"/>
          <ac:spMkLst>
            <pc:docMk/>
            <pc:sldMk cId="423890829" sldId="389"/>
            <ac:spMk id="23" creationId="{6A8C35BC-AECF-3E28-39E8-2EEA2114D0FC}"/>
          </ac:spMkLst>
        </pc:spChg>
        <pc:spChg chg="mod">
          <ac:chgData name="Mayu Ninagawa (蜷川 真優 GE)" userId="15d22be4-2d84-414d-ac66-ca09a50eae87" providerId="ADAL" clId="{2A43D1C7-C612-4547-BA11-3049DC01C97C}" dt="2026-01-22T03:15:45.600" v="4388"/>
          <ac:spMkLst>
            <pc:docMk/>
            <pc:sldMk cId="423890829" sldId="389"/>
            <ac:spMk id="24" creationId="{47E26619-8F38-256C-EE1B-8251C8A28D27}"/>
          </ac:spMkLst>
        </pc:spChg>
        <pc:spChg chg="mod">
          <ac:chgData name="Mayu Ninagawa (蜷川 真優 GE)" userId="15d22be4-2d84-414d-ac66-ca09a50eae87" providerId="ADAL" clId="{2A43D1C7-C612-4547-BA11-3049DC01C97C}" dt="2026-01-20T10:48:10.088" v="2751" actId="164"/>
          <ac:spMkLst>
            <pc:docMk/>
            <pc:sldMk cId="423890829" sldId="389"/>
            <ac:spMk id="24" creationId="{7DA88D79-AAD7-CB44-AC19-9AAD8D12938F}"/>
          </ac:spMkLst>
        </pc:spChg>
        <pc:spChg chg="mod">
          <ac:chgData name="Mayu Ninagawa (蜷川 真優 GE)" userId="15d22be4-2d84-414d-ac66-ca09a50eae87" providerId="ADAL" clId="{2A43D1C7-C612-4547-BA11-3049DC01C97C}" dt="2026-01-20T10:57:59.511" v="2835" actId="554"/>
          <ac:spMkLst>
            <pc:docMk/>
            <pc:sldMk cId="423890829" sldId="389"/>
            <ac:spMk id="25" creationId="{3D8913FD-07A9-5A20-714F-086CD7056A8C}"/>
          </ac:spMkLst>
        </pc:spChg>
        <pc:spChg chg="mod">
          <ac:chgData name="Mayu Ninagawa (蜷川 真優 GE)" userId="15d22be4-2d84-414d-ac66-ca09a50eae87" providerId="ADAL" clId="{2A43D1C7-C612-4547-BA11-3049DC01C97C}" dt="2026-01-22T03:15:45.600" v="4388"/>
          <ac:spMkLst>
            <pc:docMk/>
            <pc:sldMk cId="423890829" sldId="389"/>
            <ac:spMk id="25" creationId="{8146D368-8E08-FBE1-6433-E7F851CB0456}"/>
          </ac:spMkLst>
        </pc:spChg>
        <pc:spChg chg="mod">
          <ac:chgData name="Mayu Ninagawa (蜷川 真優 GE)" userId="15d22be4-2d84-414d-ac66-ca09a50eae87" providerId="ADAL" clId="{2A43D1C7-C612-4547-BA11-3049DC01C97C}" dt="2026-01-20T10:48:10.088" v="2751" actId="164"/>
          <ac:spMkLst>
            <pc:docMk/>
            <pc:sldMk cId="423890829" sldId="389"/>
            <ac:spMk id="26" creationId="{5D32820D-1DF0-AC2A-3CE9-A27E0C750D6B}"/>
          </ac:spMkLst>
        </pc:spChg>
        <pc:spChg chg="mod">
          <ac:chgData name="Mayu Ninagawa (蜷川 真優 GE)" userId="15d22be4-2d84-414d-ac66-ca09a50eae87" providerId="ADAL" clId="{2A43D1C7-C612-4547-BA11-3049DC01C97C}" dt="2026-01-22T03:15:45.600" v="4388"/>
          <ac:spMkLst>
            <pc:docMk/>
            <pc:sldMk cId="423890829" sldId="389"/>
            <ac:spMk id="26" creationId="{7CD09D30-4090-2C57-74C5-410842F76285}"/>
          </ac:spMkLst>
        </pc:spChg>
        <pc:spChg chg="mod">
          <ac:chgData name="Mayu Ninagawa (蜷川 真優 GE)" userId="15d22be4-2d84-414d-ac66-ca09a50eae87" providerId="ADAL" clId="{2A43D1C7-C612-4547-BA11-3049DC01C97C}" dt="2026-01-22T03:15:45.600" v="4388"/>
          <ac:spMkLst>
            <pc:docMk/>
            <pc:sldMk cId="423890829" sldId="389"/>
            <ac:spMk id="27" creationId="{2E28661B-5181-55D9-0C1B-B775E3B7DBF7}"/>
          </ac:spMkLst>
        </pc:spChg>
        <pc:spChg chg="mod">
          <ac:chgData name="Mayu Ninagawa (蜷川 真優 GE)" userId="15d22be4-2d84-414d-ac66-ca09a50eae87" providerId="ADAL" clId="{2A43D1C7-C612-4547-BA11-3049DC01C97C}" dt="2026-01-20T10:48:10.088" v="2751" actId="164"/>
          <ac:spMkLst>
            <pc:docMk/>
            <pc:sldMk cId="423890829" sldId="389"/>
            <ac:spMk id="27" creationId="{EA15E164-A160-F623-27B7-AC605282FF17}"/>
          </ac:spMkLst>
        </pc:spChg>
        <pc:spChg chg="mod">
          <ac:chgData name="Mayu Ninagawa (蜷川 真優 GE)" userId="15d22be4-2d84-414d-ac66-ca09a50eae87" providerId="ADAL" clId="{2A43D1C7-C612-4547-BA11-3049DC01C97C}" dt="2026-01-20T10:48:10.088" v="2751" actId="164"/>
          <ac:spMkLst>
            <pc:docMk/>
            <pc:sldMk cId="423890829" sldId="389"/>
            <ac:spMk id="28" creationId="{9C92499C-F0F4-680B-98F6-90594735BADA}"/>
          </ac:spMkLst>
        </pc:spChg>
        <pc:spChg chg="mod">
          <ac:chgData name="Mayu Ninagawa (蜷川 真優 GE)" userId="15d22be4-2d84-414d-ac66-ca09a50eae87" providerId="ADAL" clId="{2A43D1C7-C612-4547-BA11-3049DC01C97C}" dt="2026-01-22T03:15:45.600" v="4388"/>
          <ac:spMkLst>
            <pc:docMk/>
            <pc:sldMk cId="423890829" sldId="389"/>
            <ac:spMk id="28" creationId="{E5928438-0785-4AC4-45F2-BCF1F786BDC2}"/>
          </ac:spMkLst>
        </pc:spChg>
        <pc:spChg chg="mod">
          <ac:chgData name="Mayu Ninagawa (蜷川 真優 GE)" userId="15d22be4-2d84-414d-ac66-ca09a50eae87" providerId="ADAL" clId="{2A43D1C7-C612-4547-BA11-3049DC01C97C}" dt="2026-01-20T10:48:10.088" v="2751" actId="164"/>
          <ac:spMkLst>
            <pc:docMk/>
            <pc:sldMk cId="423890829" sldId="389"/>
            <ac:spMk id="29" creationId="{3B0FFE07-75F4-396B-CCE5-A0BBC0F7C27F}"/>
          </ac:spMkLst>
        </pc:spChg>
        <pc:spChg chg="mod">
          <ac:chgData name="Mayu Ninagawa (蜷川 真優 GE)" userId="15d22be4-2d84-414d-ac66-ca09a50eae87" providerId="ADAL" clId="{2A43D1C7-C612-4547-BA11-3049DC01C97C}" dt="2026-01-22T03:15:45.600" v="4388"/>
          <ac:spMkLst>
            <pc:docMk/>
            <pc:sldMk cId="423890829" sldId="389"/>
            <ac:spMk id="29" creationId="{960D2A45-C6E9-4B69-4B33-525E5C07F00E}"/>
          </ac:spMkLst>
        </pc:spChg>
        <pc:spChg chg="mod">
          <ac:chgData name="Mayu Ninagawa (蜷川 真優 GE)" userId="15d22be4-2d84-414d-ac66-ca09a50eae87" providerId="ADAL" clId="{2A43D1C7-C612-4547-BA11-3049DC01C97C}" dt="2026-01-22T03:15:45.600" v="4388"/>
          <ac:spMkLst>
            <pc:docMk/>
            <pc:sldMk cId="423890829" sldId="389"/>
            <ac:spMk id="30" creationId="{8683EF70-6223-0052-2CFB-50CDE8C66523}"/>
          </ac:spMkLst>
        </pc:spChg>
        <pc:spChg chg="mod">
          <ac:chgData name="Mayu Ninagawa (蜷川 真優 GE)" userId="15d22be4-2d84-414d-ac66-ca09a50eae87" providerId="ADAL" clId="{2A43D1C7-C612-4547-BA11-3049DC01C97C}" dt="2026-01-20T11:00:11.780" v="2860" actId="554"/>
          <ac:spMkLst>
            <pc:docMk/>
            <pc:sldMk cId="423890829" sldId="389"/>
            <ac:spMk id="30" creationId="{D29C1761-BEC3-E39D-274A-448A7A93EE4C}"/>
          </ac:spMkLst>
        </pc:spChg>
        <pc:spChg chg="mod">
          <ac:chgData name="Mayu Ninagawa (蜷川 真優 GE)" userId="15d22be4-2d84-414d-ac66-ca09a50eae87" providerId="ADAL" clId="{2A43D1C7-C612-4547-BA11-3049DC01C97C}" dt="2026-01-22T03:15:45.600" v="4388"/>
          <ac:spMkLst>
            <pc:docMk/>
            <pc:sldMk cId="423890829" sldId="389"/>
            <ac:spMk id="31" creationId="{608F103C-F6B1-D7DC-B772-772EBBFB64A7}"/>
          </ac:spMkLst>
        </pc:spChg>
        <pc:spChg chg="mod">
          <ac:chgData name="Mayu Ninagawa (蜷川 真優 GE)" userId="15d22be4-2d84-414d-ac66-ca09a50eae87" providerId="ADAL" clId="{2A43D1C7-C612-4547-BA11-3049DC01C97C}" dt="2026-01-20T10:48:10.088" v="2751" actId="164"/>
          <ac:spMkLst>
            <pc:docMk/>
            <pc:sldMk cId="423890829" sldId="389"/>
            <ac:spMk id="31" creationId="{CF7278EE-A739-ED64-BB1D-A8729558E504}"/>
          </ac:spMkLst>
        </pc:spChg>
        <pc:spChg chg="del mod">
          <ac:chgData name="Mayu Ninagawa (蜷川 真優 GE)" userId="15d22be4-2d84-414d-ac66-ca09a50eae87" providerId="ADAL" clId="{2A43D1C7-C612-4547-BA11-3049DC01C97C}" dt="2026-01-20T09:19:26.224" v="1651" actId="478"/>
          <ac:spMkLst>
            <pc:docMk/>
            <pc:sldMk cId="423890829" sldId="389"/>
            <ac:spMk id="32" creationId="{6D55C250-09FA-29A0-3868-9B66D6E1BA6A}"/>
          </ac:spMkLst>
        </pc:spChg>
        <pc:spChg chg="mod">
          <ac:chgData name="Mayu Ninagawa (蜷川 真優 GE)" userId="15d22be4-2d84-414d-ac66-ca09a50eae87" providerId="ADAL" clId="{2A43D1C7-C612-4547-BA11-3049DC01C97C}" dt="2026-01-22T03:15:45.600" v="4388"/>
          <ac:spMkLst>
            <pc:docMk/>
            <pc:sldMk cId="423890829" sldId="389"/>
            <ac:spMk id="32" creationId="{DCD5FECC-5D82-F042-E227-FED895496F90}"/>
          </ac:spMkLst>
        </pc:spChg>
        <pc:spChg chg="mod">
          <ac:chgData name="Mayu Ninagawa (蜷川 真優 GE)" userId="15d22be4-2d84-414d-ac66-ca09a50eae87" providerId="ADAL" clId="{2A43D1C7-C612-4547-BA11-3049DC01C97C}" dt="2026-01-22T03:15:45.600" v="4388"/>
          <ac:spMkLst>
            <pc:docMk/>
            <pc:sldMk cId="423890829" sldId="389"/>
            <ac:spMk id="33" creationId="{50185210-FBB6-371D-4068-37F8E741C00C}"/>
          </ac:spMkLst>
        </pc:spChg>
        <pc:spChg chg="mod">
          <ac:chgData name="Mayu Ninagawa (蜷川 真優 GE)" userId="15d22be4-2d84-414d-ac66-ca09a50eae87" providerId="ADAL" clId="{2A43D1C7-C612-4547-BA11-3049DC01C97C}" dt="2026-01-20T10:48:10.088" v="2751" actId="164"/>
          <ac:spMkLst>
            <pc:docMk/>
            <pc:sldMk cId="423890829" sldId="389"/>
            <ac:spMk id="33" creationId="{B9F0867E-DC69-8A8A-C9AA-2E643C63AABF}"/>
          </ac:spMkLst>
        </pc:spChg>
        <pc:spChg chg="mod">
          <ac:chgData name="Mayu Ninagawa (蜷川 真優 GE)" userId="15d22be4-2d84-414d-ac66-ca09a50eae87" providerId="ADAL" clId="{2A43D1C7-C612-4547-BA11-3049DC01C97C}" dt="2026-01-22T03:15:45.600" v="4388"/>
          <ac:spMkLst>
            <pc:docMk/>
            <pc:sldMk cId="423890829" sldId="389"/>
            <ac:spMk id="34" creationId="{2DE90171-BBB5-6593-ACBB-8E55BDD2C737}"/>
          </ac:spMkLst>
        </pc:spChg>
        <pc:spChg chg="mod">
          <ac:chgData name="Mayu Ninagawa (蜷川 真優 GE)" userId="15d22be4-2d84-414d-ac66-ca09a50eae87" providerId="ADAL" clId="{2A43D1C7-C612-4547-BA11-3049DC01C97C}" dt="2026-01-20T10:48:10.088" v="2751" actId="164"/>
          <ac:spMkLst>
            <pc:docMk/>
            <pc:sldMk cId="423890829" sldId="389"/>
            <ac:spMk id="34" creationId="{DCF51C94-94D4-F5EC-E541-B1995867B699}"/>
          </ac:spMkLst>
        </pc:spChg>
        <pc:spChg chg="mod">
          <ac:chgData name="Mayu Ninagawa (蜷川 真優 GE)" userId="15d22be4-2d84-414d-ac66-ca09a50eae87" providerId="ADAL" clId="{2A43D1C7-C612-4547-BA11-3049DC01C97C}" dt="2026-01-22T03:15:45.600" v="4388"/>
          <ac:spMkLst>
            <pc:docMk/>
            <pc:sldMk cId="423890829" sldId="389"/>
            <ac:spMk id="35" creationId="{A5E2187D-B0E4-8C9A-73DA-53AA29B43E8E}"/>
          </ac:spMkLst>
        </pc:spChg>
        <pc:spChg chg="mod">
          <ac:chgData name="Mayu Ninagawa (蜷川 真優 GE)" userId="15d22be4-2d84-414d-ac66-ca09a50eae87" providerId="ADAL" clId="{2A43D1C7-C612-4547-BA11-3049DC01C97C}" dt="2026-01-20T10:48:10.088" v="2751" actId="164"/>
          <ac:spMkLst>
            <pc:docMk/>
            <pc:sldMk cId="423890829" sldId="389"/>
            <ac:spMk id="35" creationId="{C20EF3DB-C57B-40BA-36AD-37FC643EA8AC}"/>
          </ac:spMkLst>
        </pc:spChg>
        <pc:spChg chg="mod">
          <ac:chgData name="Mayu Ninagawa (蜷川 真優 GE)" userId="15d22be4-2d84-414d-ac66-ca09a50eae87" providerId="ADAL" clId="{2A43D1C7-C612-4547-BA11-3049DC01C97C}" dt="2026-01-22T03:15:45.600" v="4388"/>
          <ac:spMkLst>
            <pc:docMk/>
            <pc:sldMk cId="423890829" sldId="389"/>
            <ac:spMk id="36" creationId="{004CE590-136C-2F76-7D03-657084BF1A30}"/>
          </ac:spMkLst>
        </pc:spChg>
        <pc:spChg chg="mod">
          <ac:chgData name="Mayu Ninagawa (蜷川 真優 GE)" userId="15d22be4-2d84-414d-ac66-ca09a50eae87" providerId="ADAL" clId="{2A43D1C7-C612-4547-BA11-3049DC01C97C}" dt="2026-01-20T10:48:10.088" v="2751" actId="164"/>
          <ac:spMkLst>
            <pc:docMk/>
            <pc:sldMk cId="423890829" sldId="389"/>
            <ac:spMk id="36" creationId="{BAFABBB1-610A-63DA-DF6B-6416AB395BE8}"/>
          </ac:spMkLst>
        </pc:spChg>
        <pc:spChg chg="mod">
          <ac:chgData name="Mayu Ninagawa (蜷川 真優 GE)" userId="15d22be4-2d84-414d-ac66-ca09a50eae87" providerId="ADAL" clId="{2A43D1C7-C612-4547-BA11-3049DC01C97C}" dt="2026-01-22T03:15:45.600" v="4388"/>
          <ac:spMkLst>
            <pc:docMk/>
            <pc:sldMk cId="423890829" sldId="389"/>
            <ac:spMk id="37" creationId="{750659EE-2600-E635-3CF6-92E5DEC9E77E}"/>
          </ac:spMkLst>
        </pc:spChg>
        <pc:spChg chg="mod">
          <ac:chgData name="Mayu Ninagawa (蜷川 真優 GE)" userId="15d22be4-2d84-414d-ac66-ca09a50eae87" providerId="ADAL" clId="{2A43D1C7-C612-4547-BA11-3049DC01C97C}" dt="2026-01-20T10:59:16.967" v="2848" actId="554"/>
          <ac:spMkLst>
            <pc:docMk/>
            <pc:sldMk cId="423890829" sldId="389"/>
            <ac:spMk id="37" creationId="{B62CA60A-1EC6-A875-37B2-6E4A6CB82AE4}"/>
          </ac:spMkLst>
        </pc:spChg>
        <pc:spChg chg="mod">
          <ac:chgData name="Mayu Ninagawa (蜷川 真優 GE)" userId="15d22be4-2d84-414d-ac66-ca09a50eae87" providerId="ADAL" clId="{2A43D1C7-C612-4547-BA11-3049DC01C97C}" dt="2026-01-22T03:15:45.600" v="4388"/>
          <ac:spMkLst>
            <pc:docMk/>
            <pc:sldMk cId="423890829" sldId="389"/>
            <ac:spMk id="38" creationId="{826FF1E6-270D-D2D7-B92B-E0DF56405239}"/>
          </ac:spMkLst>
        </pc:spChg>
        <pc:spChg chg="mod">
          <ac:chgData name="Mayu Ninagawa (蜷川 真優 GE)" userId="15d22be4-2d84-414d-ac66-ca09a50eae87" providerId="ADAL" clId="{2A43D1C7-C612-4547-BA11-3049DC01C97C}" dt="2026-01-20T10:58:07.147" v="2837" actId="554"/>
          <ac:spMkLst>
            <pc:docMk/>
            <pc:sldMk cId="423890829" sldId="389"/>
            <ac:spMk id="38" creationId="{F727184F-C0C8-39ED-C0FA-D6DE10CE74E2}"/>
          </ac:spMkLst>
        </pc:spChg>
        <pc:spChg chg="mod">
          <ac:chgData name="Mayu Ninagawa (蜷川 真優 GE)" userId="15d22be4-2d84-414d-ac66-ca09a50eae87" providerId="ADAL" clId="{2A43D1C7-C612-4547-BA11-3049DC01C97C}" dt="2026-01-22T03:15:45.600" v="4388"/>
          <ac:spMkLst>
            <pc:docMk/>
            <pc:sldMk cId="423890829" sldId="389"/>
            <ac:spMk id="39" creationId="{1DD2B2E0-A52F-4C57-36BA-4F16552022EE}"/>
          </ac:spMkLst>
        </pc:spChg>
        <pc:spChg chg="mod">
          <ac:chgData name="Mayu Ninagawa (蜷川 真優 GE)" userId="15d22be4-2d84-414d-ac66-ca09a50eae87" providerId="ADAL" clId="{2A43D1C7-C612-4547-BA11-3049DC01C97C}" dt="2026-01-20T10:57:11.412" v="2825" actId="554"/>
          <ac:spMkLst>
            <pc:docMk/>
            <pc:sldMk cId="423890829" sldId="389"/>
            <ac:spMk id="39" creationId="{5BDC1E34-6E11-9EB1-C24C-EE069CBFF043}"/>
          </ac:spMkLst>
        </pc:spChg>
        <pc:spChg chg="mod">
          <ac:chgData name="Mayu Ninagawa (蜷川 真優 GE)" userId="15d22be4-2d84-414d-ac66-ca09a50eae87" providerId="ADAL" clId="{2A43D1C7-C612-4547-BA11-3049DC01C97C}" dt="2026-01-20T10:48:10.088" v="2751" actId="164"/>
          <ac:spMkLst>
            <pc:docMk/>
            <pc:sldMk cId="423890829" sldId="389"/>
            <ac:spMk id="40" creationId="{2F7FC967-B0F5-C87C-50CD-8D29129520D7}"/>
          </ac:spMkLst>
        </pc:spChg>
        <pc:spChg chg="mod">
          <ac:chgData name="Mayu Ninagawa (蜷川 真優 GE)" userId="15d22be4-2d84-414d-ac66-ca09a50eae87" providerId="ADAL" clId="{2A43D1C7-C612-4547-BA11-3049DC01C97C}" dt="2026-01-22T03:15:45.600" v="4388"/>
          <ac:spMkLst>
            <pc:docMk/>
            <pc:sldMk cId="423890829" sldId="389"/>
            <ac:spMk id="40" creationId="{D501122D-2E4A-5833-3824-16F3232AE42B}"/>
          </ac:spMkLst>
        </pc:spChg>
        <pc:spChg chg="mod">
          <ac:chgData name="Mayu Ninagawa (蜷川 真優 GE)" userId="15d22be4-2d84-414d-ac66-ca09a50eae87" providerId="ADAL" clId="{2A43D1C7-C612-4547-BA11-3049DC01C97C}" dt="2026-01-22T03:15:45.600" v="4388"/>
          <ac:spMkLst>
            <pc:docMk/>
            <pc:sldMk cId="423890829" sldId="389"/>
            <ac:spMk id="41" creationId="{4C23CFED-C1AD-A26C-56B2-821A1282E4BE}"/>
          </ac:spMkLst>
        </pc:spChg>
        <pc:spChg chg="mod">
          <ac:chgData name="Mayu Ninagawa (蜷川 真優 GE)" userId="15d22be4-2d84-414d-ac66-ca09a50eae87" providerId="ADAL" clId="{2A43D1C7-C612-4547-BA11-3049DC01C97C}" dt="2026-01-20T11:00:23.236" v="2861" actId="555"/>
          <ac:spMkLst>
            <pc:docMk/>
            <pc:sldMk cId="423890829" sldId="389"/>
            <ac:spMk id="41" creationId="{DEEDBA6E-349B-E6EE-AEDC-73BBFDAD4E9D}"/>
          </ac:spMkLst>
        </pc:spChg>
        <pc:spChg chg="mod">
          <ac:chgData name="Mayu Ninagawa (蜷川 真優 GE)" userId="15d22be4-2d84-414d-ac66-ca09a50eae87" providerId="ADAL" clId="{2A43D1C7-C612-4547-BA11-3049DC01C97C}" dt="2026-01-22T03:15:45.600" v="4388"/>
          <ac:spMkLst>
            <pc:docMk/>
            <pc:sldMk cId="423890829" sldId="389"/>
            <ac:spMk id="42" creationId="{377702E0-3810-528E-B7FC-3E4774DE065A}"/>
          </ac:spMkLst>
        </pc:spChg>
        <pc:spChg chg="mod">
          <ac:chgData name="Mayu Ninagawa (蜷川 真優 GE)" userId="15d22be4-2d84-414d-ac66-ca09a50eae87" providerId="ADAL" clId="{2A43D1C7-C612-4547-BA11-3049DC01C97C}" dt="2026-01-20T10:48:10.088" v="2751" actId="164"/>
          <ac:spMkLst>
            <pc:docMk/>
            <pc:sldMk cId="423890829" sldId="389"/>
            <ac:spMk id="42" creationId="{6B2741DD-F41D-77C1-08E5-44DAC06C9A18}"/>
          </ac:spMkLst>
        </pc:spChg>
        <pc:spChg chg="mod">
          <ac:chgData name="Mayu Ninagawa (蜷川 真優 GE)" userId="15d22be4-2d84-414d-ac66-ca09a50eae87" providerId="ADAL" clId="{2A43D1C7-C612-4547-BA11-3049DC01C97C}" dt="2026-01-22T03:15:45.600" v="4388"/>
          <ac:spMkLst>
            <pc:docMk/>
            <pc:sldMk cId="423890829" sldId="389"/>
            <ac:spMk id="43" creationId="{5A99B0B8-E88C-698C-816B-93C4FE290580}"/>
          </ac:spMkLst>
        </pc:spChg>
        <pc:spChg chg="mod">
          <ac:chgData name="Mayu Ninagawa (蜷川 真優 GE)" userId="15d22be4-2d84-414d-ac66-ca09a50eae87" providerId="ADAL" clId="{2A43D1C7-C612-4547-BA11-3049DC01C97C}" dt="2026-01-20T10:48:10.088" v="2751" actId="164"/>
          <ac:spMkLst>
            <pc:docMk/>
            <pc:sldMk cId="423890829" sldId="389"/>
            <ac:spMk id="43" creationId="{CCE192D3-B58B-DD09-B28F-BD5FC959C5DD}"/>
          </ac:spMkLst>
        </pc:spChg>
        <pc:spChg chg="mod">
          <ac:chgData name="Mayu Ninagawa (蜷川 真優 GE)" userId="15d22be4-2d84-414d-ac66-ca09a50eae87" providerId="ADAL" clId="{2A43D1C7-C612-4547-BA11-3049DC01C97C}" dt="2026-01-20T10:48:10.088" v="2751" actId="164"/>
          <ac:spMkLst>
            <pc:docMk/>
            <pc:sldMk cId="423890829" sldId="389"/>
            <ac:spMk id="44" creationId="{9C495BD2-A5E5-9589-A935-ACAA2D283FC5}"/>
          </ac:spMkLst>
        </pc:spChg>
        <pc:spChg chg="mod">
          <ac:chgData name="Mayu Ninagawa (蜷川 真優 GE)" userId="15d22be4-2d84-414d-ac66-ca09a50eae87" providerId="ADAL" clId="{2A43D1C7-C612-4547-BA11-3049DC01C97C}" dt="2026-01-22T03:15:45.600" v="4388"/>
          <ac:spMkLst>
            <pc:docMk/>
            <pc:sldMk cId="423890829" sldId="389"/>
            <ac:spMk id="44" creationId="{ACC857B0-9D2F-9572-2B97-FB6DD8F39930}"/>
          </ac:spMkLst>
        </pc:spChg>
        <pc:spChg chg="mod">
          <ac:chgData name="Mayu Ninagawa (蜷川 真優 GE)" userId="15d22be4-2d84-414d-ac66-ca09a50eae87" providerId="ADAL" clId="{2A43D1C7-C612-4547-BA11-3049DC01C97C}" dt="2026-01-22T03:15:45.600" v="4388"/>
          <ac:spMkLst>
            <pc:docMk/>
            <pc:sldMk cId="423890829" sldId="389"/>
            <ac:spMk id="45" creationId="{2658DD77-49E4-82DA-C7D3-6255CFF696A5}"/>
          </ac:spMkLst>
        </pc:spChg>
        <pc:spChg chg="mod">
          <ac:chgData name="Mayu Ninagawa (蜷川 真優 GE)" userId="15d22be4-2d84-414d-ac66-ca09a50eae87" providerId="ADAL" clId="{2A43D1C7-C612-4547-BA11-3049DC01C97C}" dt="2026-01-20T10:48:10.088" v="2751" actId="164"/>
          <ac:spMkLst>
            <pc:docMk/>
            <pc:sldMk cId="423890829" sldId="389"/>
            <ac:spMk id="45" creationId="{C51D2544-E59E-0FE4-7797-269BAE0B7B52}"/>
          </ac:spMkLst>
        </pc:spChg>
        <pc:spChg chg="mod">
          <ac:chgData name="Mayu Ninagawa (蜷川 真優 GE)" userId="15d22be4-2d84-414d-ac66-ca09a50eae87" providerId="ADAL" clId="{2A43D1C7-C612-4547-BA11-3049DC01C97C}" dt="2026-01-22T03:15:45.600" v="4388"/>
          <ac:spMkLst>
            <pc:docMk/>
            <pc:sldMk cId="423890829" sldId="389"/>
            <ac:spMk id="46" creationId="{50D5AF5F-A7C3-B4CC-131C-643DF7F51D07}"/>
          </ac:spMkLst>
        </pc:spChg>
        <pc:spChg chg="mod">
          <ac:chgData name="Mayu Ninagawa (蜷川 真優 GE)" userId="15d22be4-2d84-414d-ac66-ca09a50eae87" providerId="ADAL" clId="{2A43D1C7-C612-4547-BA11-3049DC01C97C}" dt="2026-01-20T10:48:10.088" v="2751" actId="164"/>
          <ac:spMkLst>
            <pc:docMk/>
            <pc:sldMk cId="423890829" sldId="389"/>
            <ac:spMk id="46" creationId="{D6B65CB4-E062-7D7F-2A55-EC605F4BFE72}"/>
          </ac:spMkLst>
        </pc:spChg>
        <pc:spChg chg="mod">
          <ac:chgData name="Mayu Ninagawa (蜷川 真優 GE)" userId="15d22be4-2d84-414d-ac66-ca09a50eae87" providerId="ADAL" clId="{2A43D1C7-C612-4547-BA11-3049DC01C97C}" dt="2026-01-20T10:48:10.088" v="2751" actId="164"/>
          <ac:spMkLst>
            <pc:docMk/>
            <pc:sldMk cId="423890829" sldId="389"/>
            <ac:spMk id="47" creationId="{5F2358FC-82CE-BDD7-E991-03A2CFFA19EE}"/>
          </ac:spMkLst>
        </pc:spChg>
        <pc:spChg chg="mod">
          <ac:chgData name="Mayu Ninagawa (蜷川 真優 GE)" userId="15d22be4-2d84-414d-ac66-ca09a50eae87" providerId="ADAL" clId="{2A43D1C7-C612-4547-BA11-3049DC01C97C}" dt="2026-01-22T03:15:45.600" v="4388"/>
          <ac:spMkLst>
            <pc:docMk/>
            <pc:sldMk cId="423890829" sldId="389"/>
            <ac:spMk id="47" creationId="{E788366E-7C51-B1F7-E1F7-6A0FD71D68F1}"/>
          </ac:spMkLst>
        </pc:spChg>
        <pc:spChg chg="mod">
          <ac:chgData name="Mayu Ninagawa (蜷川 真優 GE)" userId="15d22be4-2d84-414d-ac66-ca09a50eae87" providerId="ADAL" clId="{2A43D1C7-C612-4547-BA11-3049DC01C97C}" dt="2026-01-22T03:15:45.600" v="4388"/>
          <ac:spMkLst>
            <pc:docMk/>
            <pc:sldMk cId="423890829" sldId="389"/>
            <ac:spMk id="48" creationId="{9F708B0F-66CE-CDC9-3B40-2DF04882FAA2}"/>
          </ac:spMkLst>
        </pc:spChg>
        <pc:spChg chg="mod">
          <ac:chgData name="Mayu Ninagawa (蜷川 真優 GE)" userId="15d22be4-2d84-414d-ac66-ca09a50eae87" providerId="ADAL" clId="{2A43D1C7-C612-4547-BA11-3049DC01C97C}" dt="2026-01-20T10:48:10.088" v="2751" actId="164"/>
          <ac:spMkLst>
            <pc:docMk/>
            <pc:sldMk cId="423890829" sldId="389"/>
            <ac:spMk id="48" creationId="{ABED7788-BB4D-7782-DFD0-238BC61433DF}"/>
          </ac:spMkLst>
        </pc:spChg>
        <pc:spChg chg="mod">
          <ac:chgData name="Mayu Ninagawa (蜷川 真優 GE)" userId="15d22be4-2d84-414d-ac66-ca09a50eae87" providerId="ADAL" clId="{2A43D1C7-C612-4547-BA11-3049DC01C97C}" dt="2026-01-22T03:15:45.600" v="4388"/>
          <ac:spMkLst>
            <pc:docMk/>
            <pc:sldMk cId="423890829" sldId="389"/>
            <ac:spMk id="49" creationId="{D126E17B-4E94-8598-34C6-655F2AE31653}"/>
          </ac:spMkLst>
        </pc:spChg>
        <pc:spChg chg="mod">
          <ac:chgData name="Mayu Ninagawa (蜷川 真優 GE)" userId="15d22be4-2d84-414d-ac66-ca09a50eae87" providerId="ADAL" clId="{2A43D1C7-C612-4547-BA11-3049DC01C97C}" dt="2026-01-20T10:48:10.088" v="2751" actId="164"/>
          <ac:spMkLst>
            <pc:docMk/>
            <pc:sldMk cId="423890829" sldId="389"/>
            <ac:spMk id="49" creationId="{EBDC3DFD-A081-7C6C-9C18-806187A799FF}"/>
          </ac:spMkLst>
        </pc:spChg>
        <pc:spChg chg="mod">
          <ac:chgData name="Mayu Ninagawa (蜷川 真優 GE)" userId="15d22be4-2d84-414d-ac66-ca09a50eae87" providerId="ADAL" clId="{2A43D1C7-C612-4547-BA11-3049DC01C97C}" dt="2026-01-22T03:15:45.600" v="4388"/>
          <ac:spMkLst>
            <pc:docMk/>
            <pc:sldMk cId="423890829" sldId="389"/>
            <ac:spMk id="50" creationId="{8C5AF570-F503-BDB1-FA3A-EFFA4A045B62}"/>
          </ac:spMkLst>
        </pc:spChg>
        <pc:spChg chg="mod">
          <ac:chgData name="Mayu Ninagawa (蜷川 真優 GE)" userId="15d22be4-2d84-414d-ac66-ca09a50eae87" providerId="ADAL" clId="{2A43D1C7-C612-4547-BA11-3049DC01C97C}" dt="2026-01-20T10:48:10.088" v="2751" actId="164"/>
          <ac:spMkLst>
            <pc:docMk/>
            <pc:sldMk cId="423890829" sldId="389"/>
            <ac:spMk id="50" creationId="{E7C82A40-1103-8AC6-C408-8865B9F2E600}"/>
          </ac:spMkLst>
        </pc:spChg>
        <pc:spChg chg="mod">
          <ac:chgData name="Mayu Ninagawa (蜷川 真優 GE)" userId="15d22be4-2d84-414d-ac66-ca09a50eae87" providerId="ADAL" clId="{2A43D1C7-C612-4547-BA11-3049DC01C97C}" dt="2026-01-20T10:48:10.088" v="2751" actId="164"/>
          <ac:spMkLst>
            <pc:docMk/>
            <pc:sldMk cId="423890829" sldId="389"/>
            <ac:spMk id="51" creationId="{7DBE4B64-5688-E46F-2841-ECADD1C6C1A4}"/>
          </ac:spMkLst>
        </pc:spChg>
        <pc:spChg chg="mod">
          <ac:chgData name="Mayu Ninagawa (蜷川 真優 GE)" userId="15d22be4-2d84-414d-ac66-ca09a50eae87" providerId="ADAL" clId="{2A43D1C7-C612-4547-BA11-3049DC01C97C}" dt="2026-01-22T03:15:45.600" v="4388"/>
          <ac:spMkLst>
            <pc:docMk/>
            <pc:sldMk cId="423890829" sldId="389"/>
            <ac:spMk id="51" creationId="{CDB3C83E-5A49-9237-8E40-A0214A60EB65}"/>
          </ac:spMkLst>
        </pc:spChg>
        <pc:spChg chg="mod">
          <ac:chgData name="Mayu Ninagawa (蜷川 真優 GE)" userId="15d22be4-2d84-414d-ac66-ca09a50eae87" providerId="ADAL" clId="{2A43D1C7-C612-4547-BA11-3049DC01C97C}" dt="2026-01-20T10:48:10.088" v="2751" actId="164"/>
          <ac:spMkLst>
            <pc:docMk/>
            <pc:sldMk cId="423890829" sldId="389"/>
            <ac:spMk id="52" creationId="{3CF9A37D-3936-2693-8E19-EDDCB705BFC0}"/>
          </ac:spMkLst>
        </pc:spChg>
        <pc:spChg chg="mod">
          <ac:chgData name="Mayu Ninagawa (蜷川 真優 GE)" userId="15d22be4-2d84-414d-ac66-ca09a50eae87" providerId="ADAL" clId="{2A43D1C7-C612-4547-BA11-3049DC01C97C}" dt="2026-01-22T03:15:45.600" v="4388"/>
          <ac:spMkLst>
            <pc:docMk/>
            <pc:sldMk cId="423890829" sldId="389"/>
            <ac:spMk id="52" creationId="{901BBE97-BF68-912E-4D73-852FDAB9A3B1}"/>
          </ac:spMkLst>
        </pc:spChg>
        <pc:spChg chg="mod">
          <ac:chgData name="Mayu Ninagawa (蜷川 真優 GE)" userId="15d22be4-2d84-414d-ac66-ca09a50eae87" providerId="ADAL" clId="{2A43D1C7-C612-4547-BA11-3049DC01C97C}" dt="2026-01-22T03:15:45.600" v="4388"/>
          <ac:spMkLst>
            <pc:docMk/>
            <pc:sldMk cId="423890829" sldId="389"/>
            <ac:spMk id="53" creationId="{47C617F7-5B94-F751-1807-A0B7D2E0F80C}"/>
          </ac:spMkLst>
        </pc:spChg>
        <pc:spChg chg="mod">
          <ac:chgData name="Mayu Ninagawa (蜷川 真優 GE)" userId="15d22be4-2d84-414d-ac66-ca09a50eae87" providerId="ADAL" clId="{2A43D1C7-C612-4547-BA11-3049DC01C97C}" dt="2026-01-20T10:48:10.088" v="2751" actId="164"/>
          <ac:spMkLst>
            <pc:docMk/>
            <pc:sldMk cId="423890829" sldId="389"/>
            <ac:spMk id="53" creationId="{AFC41213-1C78-9152-8A46-7BADC13F3D91}"/>
          </ac:spMkLst>
        </pc:spChg>
        <pc:spChg chg="mod">
          <ac:chgData name="Mayu Ninagawa (蜷川 真優 GE)" userId="15d22be4-2d84-414d-ac66-ca09a50eae87" providerId="ADAL" clId="{2A43D1C7-C612-4547-BA11-3049DC01C97C}" dt="2026-01-22T03:15:45.600" v="4388"/>
          <ac:spMkLst>
            <pc:docMk/>
            <pc:sldMk cId="423890829" sldId="389"/>
            <ac:spMk id="54" creationId="{33A7C07A-4DA5-CC9A-4881-F263E9F46D9C}"/>
          </ac:spMkLst>
        </pc:spChg>
        <pc:spChg chg="mod">
          <ac:chgData name="Mayu Ninagawa (蜷川 真優 GE)" userId="15d22be4-2d84-414d-ac66-ca09a50eae87" providerId="ADAL" clId="{2A43D1C7-C612-4547-BA11-3049DC01C97C}" dt="2026-01-20T10:48:10.088" v="2751" actId="164"/>
          <ac:spMkLst>
            <pc:docMk/>
            <pc:sldMk cId="423890829" sldId="389"/>
            <ac:spMk id="54" creationId="{369231B2-3210-00DD-43F4-A0793A50028F}"/>
          </ac:spMkLst>
        </pc:spChg>
        <pc:spChg chg="mod">
          <ac:chgData name="Mayu Ninagawa (蜷川 真優 GE)" userId="15d22be4-2d84-414d-ac66-ca09a50eae87" providerId="ADAL" clId="{2A43D1C7-C612-4547-BA11-3049DC01C97C}" dt="2026-01-22T03:15:45.600" v="4388"/>
          <ac:spMkLst>
            <pc:docMk/>
            <pc:sldMk cId="423890829" sldId="389"/>
            <ac:spMk id="55" creationId="{8CDB8EF6-2508-72FD-FBA7-7A05B2A21EE5}"/>
          </ac:spMkLst>
        </pc:spChg>
        <pc:spChg chg="mod">
          <ac:chgData name="Mayu Ninagawa (蜷川 真優 GE)" userId="15d22be4-2d84-414d-ac66-ca09a50eae87" providerId="ADAL" clId="{2A43D1C7-C612-4547-BA11-3049DC01C97C}" dt="2026-01-20T11:00:23.236" v="2861" actId="555"/>
          <ac:spMkLst>
            <pc:docMk/>
            <pc:sldMk cId="423890829" sldId="389"/>
            <ac:spMk id="55" creationId="{AD53C729-BF1C-3CE7-6FD0-762B63F53353}"/>
          </ac:spMkLst>
        </pc:spChg>
        <pc:spChg chg="mod">
          <ac:chgData name="Mayu Ninagawa (蜷川 真優 GE)" userId="15d22be4-2d84-414d-ac66-ca09a50eae87" providerId="ADAL" clId="{2A43D1C7-C612-4547-BA11-3049DC01C97C}" dt="2026-01-22T03:15:45.600" v="4388"/>
          <ac:spMkLst>
            <pc:docMk/>
            <pc:sldMk cId="423890829" sldId="389"/>
            <ac:spMk id="56" creationId="{25D4EFD3-5D36-4F65-DA39-A58152F3C3E9}"/>
          </ac:spMkLst>
        </pc:spChg>
        <pc:spChg chg="mod">
          <ac:chgData name="Mayu Ninagawa (蜷川 真優 GE)" userId="15d22be4-2d84-414d-ac66-ca09a50eae87" providerId="ADAL" clId="{2A43D1C7-C612-4547-BA11-3049DC01C97C}" dt="2026-01-20T10:58:03.386" v="2836" actId="554"/>
          <ac:spMkLst>
            <pc:docMk/>
            <pc:sldMk cId="423890829" sldId="389"/>
            <ac:spMk id="56" creationId="{B4378FFE-AC9D-C315-839B-F285CA98AED7}"/>
          </ac:spMkLst>
        </pc:spChg>
        <pc:spChg chg="mod">
          <ac:chgData name="Mayu Ninagawa (蜷川 真優 GE)" userId="15d22be4-2d84-414d-ac66-ca09a50eae87" providerId="ADAL" clId="{2A43D1C7-C612-4547-BA11-3049DC01C97C}" dt="2026-01-22T03:15:45.600" v="4388"/>
          <ac:spMkLst>
            <pc:docMk/>
            <pc:sldMk cId="423890829" sldId="389"/>
            <ac:spMk id="57" creationId="{824D2165-39BC-BFC8-106E-74027E7DFA42}"/>
          </ac:spMkLst>
        </pc:spChg>
        <pc:spChg chg="mod">
          <ac:chgData name="Mayu Ninagawa (蜷川 真優 GE)" userId="15d22be4-2d84-414d-ac66-ca09a50eae87" providerId="ADAL" clId="{2A43D1C7-C612-4547-BA11-3049DC01C97C}" dt="2026-01-20T10:48:10.088" v="2751" actId="164"/>
          <ac:spMkLst>
            <pc:docMk/>
            <pc:sldMk cId="423890829" sldId="389"/>
            <ac:spMk id="57" creationId="{D887EB4A-D729-DF89-85F2-D1E761EADC1E}"/>
          </ac:spMkLst>
        </pc:spChg>
        <pc:spChg chg="del mod">
          <ac:chgData name="Mayu Ninagawa (蜷川 真優 GE)" userId="15d22be4-2d84-414d-ac66-ca09a50eae87" providerId="ADAL" clId="{2A43D1C7-C612-4547-BA11-3049DC01C97C}" dt="2026-01-20T08:52:51.586" v="1450"/>
          <ac:spMkLst>
            <pc:docMk/>
            <pc:sldMk cId="423890829" sldId="389"/>
            <ac:spMk id="58" creationId="{04488BDF-F4E2-9056-EE1D-BE07D0A6EF20}"/>
          </ac:spMkLst>
        </pc:spChg>
        <pc:spChg chg="mod">
          <ac:chgData name="Mayu Ninagawa (蜷川 真優 GE)" userId="15d22be4-2d84-414d-ac66-ca09a50eae87" providerId="ADAL" clId="{2A43D1C7-C612-4547-BA11-3049DC01C97C}" dt="2026-01-22T03:15:45.600" v="4388"/>
          <ac:spMkLst>
            <pc:docMk/>
            <pc:sldMk cId="423890829" sldId="389"/>
            <ac:spMk id="58" creationId="{2BCE6CB3-866E-0A68-F5FD-93604A798FDF}"/>
          </ac:spMkLst>
        </pc:spChg>
        <pc:spChg chg="mod">
          <ac:chgData name="Mayu Ninagawa (蜷川 真優 GE)" userId="15d22be4-2d84-414d-ac66-ca09a50eae87" providerId="ADAL" clId="{2A43D1C7-C612-4547-BA11-3049DC01C97C}" dt="2026-01-20T10:59:26.620" v="2851" actId="1076"/>
          <ac:spMkLst>
            <pc:docMk/>
            <pc:sldMk cId="423890829" sldId="389"/>
            <ac:spMk id="59" creationId="{5557B8D7-E2B3-CF61-D275-8F8914A0009D}"/>
          </ac:spMkLst>
        </pc:spChg>
        <pc:spChg chg="mod">
          <ac:chgData name="Mayu Ninagawa (蜷川 真優 GE)" userId="15d22be4-2d84-414d-ac66-ca09a50eae87" providerId="ADAL" clId="{2A43D1C7-C612-4547-BA11-3049DC01C97C}" dt="2026-01-22T03:15:45.600" v="4388"/>
          <ac:spMkLst>
            <pc:docMk/>
            <pc:sldMk cId="423890829" sldId="389"/>
            <ac:spMk id="59" creationId="{7BE701B8-52D1-DF57-9167-A0848B6D2B11}"/>
          </ac:spMkLst>
        </pc:spChg>
        <pc:spChg chg="mod">
          <ac:chgData name="Mayu Ninagawa (蜷川 真優 GE)" userId="15d22be4-2d84-414d-ac66-ca09a50eae87" providerId="ADAL" clId="{2A43D1C7-C612-4547-BA11-3049DC01C97C}" dt="2026-01-22T03:15:45.600" v="4388"/>
          <ac:spMkLst>
            <pc:docMk/>
            <pc:sldMk cId="423890829" sldId="389"/>
            <ac:spMk id="60" creationId="{3D18E8F1-2893-ECED-07B8-CDFED6E75A37}"/>
          </ac:spMkLst>
        </pc:spChg>
        <pc:spChg chg="mod">
          <ac:chgData name="Mayu Ninagawa (蜷川 真優 GE)" userId="15d22be4-2d84-414d-ac66-ca09a50eae87" providerId="ADAL" clId="{2A43D1C7-C612-4547-BA11-3049DC01C97C}" dt="2026-01-20T10:48:10.088" v="2751" actId="164"/>
          <ac:spMkLst>
            <pc:docMk/>
            <pc:sldMk cId="423890829" sldId="389"/>
            <ac:spMk id="60" creationId="{C23BC386-572B-D346-F825-B1E496649FDF}"/>
          </ac:spMkLst>
        </pc:spChg>
        <pc:spChg chg="del mod">
          <ac:chgData name="Mayu Ninagawa (蜷川 真優 GE)" userId="15d22be4-2d84-414d-ac66-ca09a50eae87" providerId="ADAL" clId="{2A43D1C7-C612-4547-BA11-3049DC01C97C}" dt="2026-01-20T08:53:04.791" v="1453" actId="478"/>
          <ac:spMkLst>
            <pc:docMk/>
            <pc:sldMk cId="423890829" sldId="389"/>
            <ac:spMk id="61" creationId="{3BD0729A-E3B4-218B-2E37-815C58E1468B}"/>
          </ac:spMkLst>
        </pc:spChg>
        <pc:spChg chg="mod">
          <ac:chgData name="Mayu Ninagawa (蜷川 真優 GE)" userId="15d22be4-2d84-414d-ac66-ca09a50eae87" providerId="ADAL" clId="{2A43D1C7-C612-4547-BA11-3049DC01C97C}" dt="2026-01-22T03:15:45.600" v="4388"/>
          <ac:spMkLst>
            <pc:docMk/>
            <pc:sldMk cId="423890829" sldId="389"/>
            <ac:spMk id="61" creationId="{5D13F47B-629C-D1AA-C924-BC5E88486B1C}"/>
          </ac:spMkLst>
        </pc:spChg>
        <pc:spChg chg="mod">
          <ac:chgData name="Mayu Ninagawa (蜷川 真優 GE)" userId="15d22be4-2d84-414d-ac66-ca09a50eae87" providerId="ADAL" clId="{2A43D1C7-C612-4547-BA11-3049DC01C97C}" dt="2026-01-22T03:15:45.600" v="4388"/>
          <ac:spMkLst>
            <pc:docMk/>
            <pc:sldMk cId="423890829" sldId="389"/>
            <ac:spMk id="62" creationId="{9F0B0CD9-F1BB-CA8F-FA7F-9AF15C812735}"/>
          </ac:spMkLst>
        </pc:spChg>
        <pc:spChg chg="mod">
          <ac:chgData name="Mayu Ninagawa (蜷川 真優 GE)" userId="15d22be4-2d84-414d-ac66-ca09a50eae87" providerId="ADAL" clId="{2A43D1C7-C612-4547-BA11-3049DC01C97C}" dt="2026-01-20T11:00:11.780" v="2860" actId="554"/>
          <ac:spMkLst>
            <pc:docMk/>
            <pc:sldMk cId="423890829" sldId="389"/>
            <ac:spMk id="63" creationId="{4D7AEB87-DD6E-C2EE-A95F-863D5C4D2C85}"/>
          </ac:spMkLst>
        </pc:spChg>
        <pc:spChg chg="mod">
          <ac:chgData name="Mayu Ninagawa (蜷川 真優 GE)" userId="15d22be4-2d84-414d-ac66-ca09a50eae87" providerId="ADAL" clId="{2A43D1C7-C612-4547-BA11-3049DC01C97C}" dt="2026-01-22T03:15:45.600" v="4388"/>
          <ac:spMkLst>
            <pc:docMk/>
            <pc:sldMk cId="423890829" sldId="389"/>
            <ac:spMk id="63" creationId="{A32905E7-F940-B912-4F14-342FAEC14996}"/>
          </ac:spMkLst>
        </pc:spChg>
        <pc:spChg chg="mod">
          <ac:chgData name="Mayu Ninagawa (蜷川 真優 GE)" userId="15d22be4-2d84-414d-ac66-ca09a50eae87" providerId="ADAL" clId="{2A43D1C7-C612-4547-BA11-3049DC01C97C}" dt="2026-01-20T09:06:55.931" v="1564"/>
          <ac:spMkLst>
            <pc:docMk/>
            <pc:sldMk cId="423890829" sldId="389"/>
            <ac:spMk id="320" creationId="{A0CA16A4-B846-CC91-4A20-2485B2D0CC4E}"/>
          </ac:spMkLst>
        </pc:spChg>
        <pc:spChg chg="mod">
          <ac:chgData name="Mayu Ninagawa (蜷川 真優 GE)" userId="15d22be4-2d84-414d-ac66-ca09a50eae87" providerId="ADAL" clId="{2A43D1C7-C612-4547-BA11-3049DC01C97C}" dt="2026-01-20T09:06:55.931" v="1564"/>
          <ac:spMkLst>
            <pc:docMk/>
            <pc:sldMk cId="423890829" sldId="389"/>
            <ac:spMk id="321" creationId="{1D73D3E7-91E3-9BF2-BF4D-A6EC948A8E48}"/>
          </ac:spMkLst>
        </pc:spChg>
        <pc:spChg chg="mod">
          <ac:chgData name="Mayu Ninagawa (蜷川 真優 GE)" userId="15d22be4-2d84-414d-ac66-ca09a50eae87" providerId="ADAL" clId="{2A43D1C7-C612-4547-BA11-3049DC01C97C}" dt="2026-01-20T09:06:55.931" v="1564"/>
          <ac:spMkLst>
            <pc:docMk/>
            <pc:sldMk cId="423890829" sldId="389"/>
            <ac:spMk id="322" creationId="{01CEC304-30C3-EF45-66B2-7FDD2AF815C4}"/>
          </ac:spMkLst>
        </pc:spChg>
        <pc:spChg chg="mod">
          <ac:chgData name="Mayu Ninagawa (蜷川 真優 GE)" userId="15d22be4-2d84-414d-ac66-ca09a50eae87" providerId="ADAL" clId="{2A43D1C7-C612-4547-BA11-3049DC01C97C}" dt="2026-01-20T09:06:55.931" v="1564"/>
          <ac:spMkLst>
            <pc:docMk/>
            <pc:sldMk cId="423890829" sldId="389"/>
            <ac:spMk id="323" creationId="{1EFFE3AA-B39B-2599-568C-FC005A0E552D}"/>
          </ac:spMkLst>
        </pc:spChg>
        <pc:spChg chg="mod">
          <ac:chgData name="Mayu Ninagawa (蜷川 真優 GE)" userId="15d22be4-2d84-414d-ac66-ca09a50eae87" providerId="ADAL" clId="{2A43D1C7-C612-4547-BA11-3049DC01C97C}" dt="2026-01-20T09:06:55.931" v="1564"/>
          <ac:spMkLst>
            <pc:docMk/>
            <pc:sldMk cId="423890829" sldId="389"/>
            <ac:spMk id="324" creationId="{DC0B5991-F146-C0D0-4B14-4FA948D41DBA}"/>
          </ac:spMkLst>
        </pc:spChg>
        <pc:spChg chg="mod">
          <ac:chgData name="Mayu Ninagawa (蜷川 真優 GE)" userId="15d22be4-2d84-414d-ac66-ca09a50eae87" providerId="ADAL" clId="{2A43D1C7-C612-4547-BA11-3049DC01C97C}" dt="2026-01-20T09:06:55.931" v="1564"/>
          <ac:spMkLst>
            <pc:docMk/>
            <pc:sldMk cId="423890829" sldId="389"/>
            <ac:spMk id="325" creationId="{5E097D44-D6DA-50CE-5341-69F48A5D7E9D}"/>
          </ac:spMkLst>
        </pc:spChg>
        <pc:spChg chg="mod">
          <ac:chgData name="Mayu Ninagawa (蜷川 真優 GE)" userId="15d22be4-2d84-414d-ac66-ca09a50eae87" providerId="ADAL" clId="{2A43D1C7-C612-4547-BA11-3049DC01C97C}" dt="2026-01-20T09:06:55.931" v="1564"/>
          <ac:spMkLst>
            <pc:docMk/>
            <pc:sldMk cId="423890829" sldId="389"/>
            <ac:spMk id="327" creationId="{E5B81182-6880-FD2D-1537-6CDD386A5E3A}"/>
          </ac:spMkLst>
        </pc:spChg>
        <pc:spChg chg="mod">
          <ac:chgData name="Mayu Ninagawa (蜷川 真優 GE)" userId="15d22be4-2d84-414d-ac66-ca09a50eae87" providerId="ADAL" clId="{2A43D1C7-C612-4547-BA11-3049DC01C97C}" dt="2026-01-20T09:06:55.931" v="1564"/>
          <ac:spMkLst>
            <pc:docMk/>
            <pc:sldMk cId="423890829" sldId="389"/>
            <ac:spMk id="328" creationId="{ACB102B3-F20D-C869-BFCA-FD18F696BA18}"/>
          </ac:spMkLst>
        </pc:spChg>
        <pc:spChg chg="mod">
          <ac:chgData name="Mayu Ninagawa (蜷川 真優 GE)" userId="15d22be4-2d84-414d-ac66-ca09a50eae87" providerId="ADAL" clId="{2A43D1C7-C612-4547-BA11-3049DC01C97C}" dt="2026-01-20T09:06:55.931" v="1564"/>
          <ac:spMkLst>
            <pc:docMk/>
            <pc:sldMk cId="423890829" sldId="389"/>
            <ac:spMk id="329" creationId="{65ED65F4-924E-69BC-A2DB-6D94A88007F7}"/>
          </ac:spMkLst>
        </pc:spChg>
        <pc:spChg chg="mod">
          <ac:chgData name="Mayu Ninagawa (蜷川 真優 GE)" userId="15d22be4-2d84-414d-ac66-ca09a50eae87" providerId="ADAL" clId="{2A43D1C7-C612-4547-BA11-3049DC01C97C}" dt="2026-01-20T09:06:55.931" v="1564"/>
          <ac:spMkLst>
            <pc:docMk/>
            <pc:sldMk cId="423890829" sldId="389"/>
            <ac:spMk id="330" creationId="{D354540D-4DB2-BDFF-E0B0-44D1D09E2A5C}"/>
          </ac:spMkLst>
        </pc:spChg>
        <pc:spChg chg="mod">
          <ac:chgData name="Mayu Ninagawa (蜷川 真優 GE)" userId="15d22be4-2d84-414d-ac66-ca09a50eae87" providerId="ADAL" clId="{2A43D1C7-C612-4547-BA11-3049DC01C97C}" dt="2026-01-20T09:06:55.931" v="1564"/>
          <ac:spMkLst>
            <pc:docMk/>
            <pc:sldMk cId="423890829" sldId="389"/>
            <ac:spMk id="331" creationId="{7D13AEDC-F4AC-82E6-7BAD-C13172BDDC53}"/>
          </ac:spMkLst>
        </pc:spChg>
        <pc:spChg chg="mod">
          <ac:chgData name="Mayu Ninagawa (蜷川 真優 GE)" userId="15d22be4-2d84-414d-ac66-ca09a50eae87" providerId="ADAL" clId="{2A43D1C7-C612-4547-BA11-3049DC01C97C}" dt="2026-01-20T09:06:55.931" v="1564"/>
          <ac:spMkLst>
            <pc:docMk/>
            <pc:sldMk cId="423890829" sldId="389"/>
            <ac:spMk id="332" creationId="{37A51431-5BEF-AFDE-BB26-153767AD5F1B}"/>
          </ac:spMkLst>
        </pc:spChg>
        <pc:spChg chg="mod">
          <ac:chgData name="Mayu Ninagawa (蜷川 真優 GE)" userId="15d22be4-2d84-414d-ac66-ca09a50eae87" providerId="ADAL" clId="{2A43D1C7-C612-4547-BA11-3049DC01C97C}" dt="2026-01-20T09:06:55.931" v="1564"/>
          <ac:spMkLst>
            <pc:docMk/>
            <pc:sldMk cId="423890829" sldId="389"/>
            <ac:spMk id="333" creationId="{88B34C27-473E-E211-D8CF-E5E6F304B3C4}"/>
          </ac:spMkLst>
        </pc:spChg>
        <pc:spChg chg="mod">
          <ac:chgData name="Mayu Ninagawa (蜷川 真優 GE)" userId="15d22be4-2d84-414d-ac66-ca09a50eae87" providerId="ADAL" clId="{2A43D1C7-C612-4547-BA11-3049DC01C97C}" dt="2026-01-20T09:06:55.931" v="1564"/>
          <ac:spMkLst>
            <pc:docMk/>
            <pc:sldMk cId="423890829" sldId="389"/>
            <ac:spMk id="334" creationId="{C0734323-E8F1-B535-5F6B-5FABF818BC8D}"/>
          </ac:spMkLst>
        </pc:spChg>
        <pc:spChg chg="mod">
          <ac:chgData name="Mayu Ninagawa (蜷川 真優 GE)" userId="15d22be4-2d84-414d-ac66-ca09a50eae87" providerId="ADAL" clId="{2A43D1C7-C612-4547-BA11-3049DC01C97C}" dt="2026-01-20T09:06:55.931" v="1564"/>
          <ac:spMkLst>
            <pc:docMk/>
            <pc:sldMk cId="423890829" sldId="389"/>
            <ac:spMk id="335" creationId="{0723B460-05F4-0F28-7928-2299E8641002}"/>
          </ac:spMkLst>
        </pc:spChg>
        <pc:spChg chg="mod">
          <ac:chgData name="Mayu Ninagawa (蜷川 真優 GE)" userId="15d22be4-2d84-414d-ac66-ca09a50eae87" providerId="ADAL" clId="{2A43D1C7-C612-4547-BA11-3049DC01C97C}" dt="2026-01-20T09:06:55.931" v="1564"/>
          <ac:spMkLst>
            <pc:docMk/>
            <pc:sldMk cId="423890829" sldId="389"/>
            <ac:spMk id="336" creationId="{2ABAB127-2D97-94D1-467C-F018080E87D7}"/>
          </ac:spMkLst>
        </pc:spChg>
        <pc:spChg chg="mod">
          <ac:chgData name="Mayu Ninagawa (蜷川 真優 GE)" userId="15d22be4-2d84-414d-ac66-ca09a50eae87" providerId="ADAL" clId="{2A43D1C7-C612-4547-BA11-3049DC01C97C}" dt="2026-01-20T09:06:55.931" v="1564"/>
          <ac:spMkLst>
            <pc:docMk/>
            <pc:sldMk cId="423890829" sldId="389"/>
            <ac:spMk id="337" creationId="{497DD5F5-18BA-0C7D-2124-42EE14A653D9}"/>
          </ac:spMkLst>
        </pc:spChg>
        <pc:spChg chg="mod">
          <ac:chgData name="Mayu Ninagawa (蜷川 真優 GE)" userId="15d22be4-2d84-414d-ac66-ca09a50eae87" providerId="ADAL" clId="{2A43D1C7-C612-4547-BA11-3049DC01C97C}" dt="2026-01-20T09:06:55.931" v="1564"/>
          <ac:spMkLst>
            <pc:docMk/>
            <pc:sldMk cId="423890829" sldId="389"/>
            <ac:spMk id="338" creationId="{76C8E28D-1C82-D740-378D-A7D93C5275CE}"/>
          </ac:spMkLst>
        </pc:spChg>
        <pc:spChg chg="mod">
          <ac:chgData name="Mayu Ninagawa (蜷川 真優 GE)" userId="15d22be4-2d84-414d-ac66-ca09a50eae87" providerId="ADAL" clId="{2A43D1C7-C612-4547-BA11-3049DC01C97C}" dt="2026-01-20T09:06:55.931" v="1564"/>
          <ac:spMkLst>
            <pc:docMk/>
            <pc:sldMk cId="423890829" sldId="389"/>
            <ac:spMk id="339" creationId="{FC61B515-6966-663C-0B4D-A122AE892AD2}"/>
          </ac:spMkLst>
        </pc:spChg>
        <pc:spChg chg="mod">
          <ac:chgData name="Mayu Ninagawa (蜷川 真優 GE)" userId="15d22be4-2d84-414d-ac66-ca09a50eae87" providerId="ADAL" clId="{2A43D1C7-C612-4547-BA11-3049DC01C97C}" dt="2026-01-20T09:06:55.931" v="1564"/>
          <ac:spMkLst>
            <pc:docMk/>
            <pc:sldMk cId="423890829" sldId="389"/>
            <ac:spMk id="340" creationId="{46CE74AE-B192-326C-62FE-754D8E090318}"/>
          </ac:spMkLst>
        </pc:spChg>
        <pc:spChg chg="mod">
          <ac:chgData name="Mayu Ninagawa (蜷川 真優 GE)" userId="15d22be4-2d84-414d-ac66-ca09a50eae87" providerId="ADAL" clId="{2A43D1C7-C612-4547-BA11-3049DC01C97C}" dt="2026-01-20T09:06:55.931" v="1564"/>
          <ac:spMkLst>
            <pc:docMk/>
            <pc:sldMk cId="423890829" sldId="389"/>
            <ac:spMk id="341" creationId="{7B2DBBDF-A3EB-CB71-F570-2800CE85EFB1}"/>
          </ac:spMkLst>
        </pc:spChg>
        <pc:spChg chg="mod">
          <ac:chgData name="Mayu Ninagawa (蜷川 真優 GE)" userId="15d22be4-2d84-414d-ac66-ca09a50eae87" providerId="ADAL" clId="{2A43D1C7-C612-4547-BA11-3049DC01C97C}" dt="2026-01-20T09:06:55.931" v="1564"/>
          <ac:spMkLst>
            <pc:docMk/>
            <pc:sldMk cId="423890829" sldId="389"/>
            <ac:spMk id="342" creationId="{62705926-FF4F-BC2F-B9D3-BED24E4E554B}"/>
          </ac:spMkLst>
        </pc:spChg>
        <pc:spChg chg="mod">
          <ac:chgData name="Mayu Ninagawa (蜷川 真優 GE)" userId="15d22be4-2d84-414d-ac66-ca09a50eae87" providerId="ADAL" clId="{2A43D1C7-C612-4547-BA11-3049DC01C97C}" dt="2026-01-20T09:06:55.931" v="1564"/>
          <ac:spMkLst>
            <pc:docMk/>
            <pc:sldMk cId="423890829" sldId="389"/>
            <ac:spMk id="343" creationId="{3E4D4E77-8E39-4E57-7651-217187C9CE5E}"/>
          </ac:spMkLst>
        </pc:spChg>
        <pc:spChg chg="mod">
          <ac:chgData name="Mayu Ninagawa (蜷川 真優 GE)" userId="15d22be4-2d84-414d-ac66-ca09a50eae87" providerId="ADAL" clId="{2A43D1C7-C612-4547-BA11-3049DC01C97C}" dt="2026-01-20T09:06:55.931" v="1564"/>
          <ac:spMkLst>
            <pc:docMk/>
            <pc:sldMk cId="423890829" sldId="389"/>
            <ac:spMk id="344" creationId="{09070682-91B1-228D-6169-060E8E8AA7E9}"/>
          </ac:spMkLst>
        </pc:spChg>
        <pc:spChg chg="mod">
          <ac:chgData name="Mayu Ninagawa (蜷川 真優 GE)" userId="15d22be4-2d84-414d-ac66-ca09a50eae87" providerId="ADAL" clId="{2A43D1C7-C612-4547-BA11-3049DC01C97C}" dt="2026-01-20T09:58:32.952" v="2139" actId="14100"/>
          <ac:spMkLst>
            <pc:docMk/>
            <pc:sldMk cId="423890829" sldId="389"/>
            <ac:spMk id="346" creationId="{8BFB8BA2-CEAA-3D24-4F03-DD64130E0501}"/>
          </ac:spMkLst>
        </pc:spChg>
        <pc:spChg chg="del mod">
          <ac:chgData name="Mayu Ninagawa (蜷川 真優 GE)" userId="15d22be4-2d84-414d-ac66-ca09a50eae87" providerId="ADAL" clId="{2A43D1C7-C612-4547-BA11-3049DC01C97C}" dt="2026-01-22T03:15:07.754" v="4376" actId="478"/>
          <ac:spMkLst>
            <pc:docMk/>
            <pc:sldMk cId="423890829" sldId="389"/>
            <ac:spMk id="347" creationId="{0D5B5BEE-7D6A-093B-8513-5E57182360CD}"/>
          </ac:spMkLst>
        </pc:spChg>
        <pc:spChg chg="mod">
          <ac:chgData name="Mayu Ninagawa (蜷川 真優 GE)" userId="15d22be4-2d84-414d-ac66-ca09a50eae87" providerId="ADAL" clId="{2A43D1C7-C612-4547-BA11-3049DC01C97C}" dt="2026-01-20T09:06:55.931" v="1564"/>
          <ac:spMkLst>
            <pc:docMk/>
            <pc:sldMk cId="423890829" sldId="389"/>
            <ac:spMk id="348" creationId="{5FDD8B5A-4EF9-BD33-1515-B3E10C1A42F3}"/>
          </ac:spMkLst>
        </pc:spChg>
        <pc:spChg chg="mod">
          <ac:chgData name="Mayu Ninagawa (蜷川 真優 GE)" userId="15d22be4-2d84-414d-ac66-ca09a50eae87" providerId="ADAL" clId="{2A43D1C7-C612-4547-BA11-3049DC01C97C}" dt="2026-01-20T09:06:55.931" v="1564"/>
          <ac:spMkLst>
            <pc:docMk/>
            <pc:sldMk cId="423890829" sldId="389"/>
            <ac:spMk id="349" creationId="{421F44B2-71F3-C493-951E-FB8104C40AC9}"/>
          </ac:spMkLst>
        </pc:spChg>
        <pc:spChg chg="mod">
          <ac:chgData name="Mayu Ninagawa (蜷川 真優 GE)" userId="15d22be4-2d84-414d-ac66-ca09a50eae87" providerId="ADAL" clId="{2A43D1C7-C612-4547-BA11-3049DC01C97C}" dt="2026-01-20T09:06:55.931" v="1564"/>
          <ac:spMkLst>
            <pc:docMk/>
            <pc:sldMk cId="423890829" sldId="389"/>
            <ac:spMk id="350" creationId="{ABF6C9BB-43BA-EE9B-6302-D43195DE4968}"/>
          </ac:spMkLst>
        </pc:spChg>
        <pc:spChg chg="mod">
          <ac:chgData name="Mayu Ninagawa (蜷川 真優 GE)" userId="15d22be4-2d84-414d-ac66-ca09a50eae87" providerId="ADAL" clId="{2A43D1C7-C612-4547-BA11-3049DC01C97C}" dt="2026-01-20T09:06:55.931" v="1564"/>
          <ac:spMkLst>
            <pc:docMk/>
            <pc:sldMk cId="423890829" sldId="389"/>
            <ac:spMk id="351" creationId="{18E9C79D-438D-D4B1-46F2-C09A904FE669}"/>
          </ac:spMkLst>
        </pc:spChg>
        <pc:spChg chg="mod">
          <ac:chgData name="Mayu Ninagawa (蜷川 真優 GE)" userId="15d22be4-2d84-414d-ac66-ca09a50eae87" providerId="ADAL" clId="{2A43D1C7-C612-4547-BA11-3049DC01C97C}" dt="2026-01-20T09:06:55.931" v="1564"/>
          <ac:spMkLst>
            <pc:docMk/>
            <pc:sldMk cId="423890829" sldId="389"/>
            <ac:spMk id="352" creationId="{E75F7126-3DF0-A97A-5BAD-A41C8C9D8469}"/>
          </ac:spMkLst>
        </pc:spChg>
        <pc:spChg chg="mod">
          <ac:chgData name="Mayu Ninagawa (蜷川 真優 GE)" userId="15d22be4-2d84-414d-ac66-ca09a50eae87" providerId="ADAL" clId="{2A43D1C7-C612-4547-BA11-3049DC01C97C}" dt="2026-01-20T09:06:55.931" v="1564"/>
          <ac:spMkLst>
            <pc:docMk/>
            <pc:sldMk cId="423890829" sldId="389"/>
            <ac:spMk id="353" creationId="{24C5DFA1-5637-8AAC-5C96-81B8B302549E}"/>
          </ac:spMkLst>
        </pc:spChg>
        <pc:spChg chg="mod">
          <ac:chgData name="Mayu Ninagawa (蜷川 真優 GE)" userId="15d22be4-2d84-414d-ac66-ca09a50eae87" providerId="ADAL" clId="{2A43D1C7-C612-4547-BA11-3049DC01C97C}" dt="2026-01-20T09:06:55.931" v="1564"/>
          <ac:spMkLst>
            <pc:docMk/>
            <pc:sldMk cId="423890829" sldId="389"/>
            <ac:spMk id="354" creationId="{E1BCF55E-C3B3-E5BD-A7C9-CBAEA80DA2BE}"/>
          </ac:spMkLst>
        </pc:spChg>
        <pc:spChg chg="add mod">
          <ac:chgData name="Mayu Ninagawa (蜷川 真優 GE)" userId="15d22be4-2d84-414d-ac66-ca09a50eae87" providerId="ADAL" clId="{2A43D1C7-C612-4547-BA11-3049DC01C97C}" dt="2026-01-20T10:48:10.088" v="2751" actId="164"/>
          <ac:spMkLst>
            <pc:docMk/>
            <pc:sldMk cId="423890829" sldId="389"/>
            <ac:spMk id="356" creationId="{A7C15431-4F0F-A6C7-FA6A-D6D299E7F15F}"/>
          </ac:spMkLst>
        </pc:spChg>
        <pc:spChg chg="add del mod">
          <ac:chgData name="Mayu Ninagawa (蜷川 真優 GE)" userId="15d22be4-2d84-414d-ac66-ca09a50eae87" providerId="ADAL" clId="{2A43D1C7-C612-4547-BA11-3049DC01C97C}" dt="2026-01-20T09:24:54.477" v="1747" actId="478"/>
          <ac:spMkLst>
            <pc:docMk/>
            <pc:sldMk cId="423890829" sldId="389"/>
            <ac:spMk id="357" creationId="{23E4EC01-EE17-CFBE-A166-E1CB57586A44}"/>
          </ac:spMkLst>
        </pc:spChg>
        <pc:spChg chg="add mod">
          <ac:chgData name="Mayu Ninagawa (蜷川 真優 GE)" userId="15d22be4-2d84-414d-ac66-ca09a50eae87" providerId="ADAL" clId="{2A43D1C7-C612-4547-BA11-3049DC01C97C}" dt="2026-01-20T10:48:10.088" v="2751" actId="164"/>
          <ac:spMkLst>
            <pc:docMk/>
            <pc:sldMk cId="423890829" sldId="389"/>
            <ac:spMk id="358" creationId="{0C9D69BB-0F98-5400-E363-E98306E55E80}"/>
          </ac:spMkLst>
        </pc:spChg>
        <pc:spChg chg="add del mod ord">
          <ac:chgData name="Mayu Ninagawa (蜷川 真優 GE)" userId="15d22be4-2d84-414d-ac66-ca09a50eae87" providerId="ADAL" clId="{2A43D1C7-C612-4547-BA11-3049DC01C97C}" dt="2026-01-20T09:28:54.926" v="1826"/>
          <ac:spMkLst>
            <pc:docMk/>
            <pc:sldMk cId="423890829" sldId="389"/>
            <ac:spMk id="359" creationId="{6AA23748-06B5-EFC4-35B9-EBC81AC33C75}"/>
          </ac:spMkLst>
        </pc:spChg>
        <pc:spChg chg="add del mod ord">
          <ac:chgData name="Mayu Ninagawa (蜷川 真優 GE)" userId="15d22be4-2d84-414d-ac66-ca09a50eae87" providerId="ADAL" clId="{2A43D1C7-C612-4547-BA11-3049DC01C97C}" dt="2026-01-20T09:28:54.926" v="1826"/>
          <ac:spMkLst>
            <pc:docMk/>
            <pc:sldMk cId="423890829" sldId="389"/>
            <ac:spMk id="360" creationId="{DBCE350B-E907-BB2F-7159-E808A73DD522}"/>
          </ac:spMkLst>
        </pc:spChg>
        <pc:spChg chg="del mod">
          <ac:chgData name="Mayu Ninagawa (蜷川 真優 GE)" userId="15d22be4-2d84-414d-ac66-ca09a50eae87" providerId="ADAL" clId="{2A43D1C7-C612-4547-BA11-3049DC01C97C}" dt="2026-01-20T09:50:37.439" v="2053" actId="478"/>
          <ac:spMkLst>
            <pc:docMk/>
            <pc:sldMk cId="423890829" sldId="389"/>
            <ac:spMk id="361" creationId="{4869DB81-5310-ED0F-FF2B-6388EBF08D80}"/>
          </ac:spMkLst>
        </pc:spChg>
        <pc:spChg chg="add del mod">
          <ac:chgData name="Mayu Ninagawa (蜷川 真優 GE)" userId="15d22be4-2d84-414d-ac66-ca09a50eae87" providerId="ADAL" clId="{2A43D1C7-C612-4547-BA11-3049DC01C97C}" dt="2026-01-20T09:28:59.442" v="1828"/>
          <ac:spMkLst>
            <pc:docMk/>
            <pc:sldMk cId="423890829" sldId="389"/>
            <ac:spMk id="362" creationId="{F393D192-E896-9D3B-C225-91C8FD4AB46C}"/>
          </ac:spMkLst>
        </pc:spChg>
        <pc:spChg chg="add del mod ord">
          <ac:chgData name="Mayu Ninagawa (蜷川 真優 GE)" userId="15d22be4-2d84-414d-ac66-ca09a50eae87" providerId="ADAL" clId="{2A43D1C7-C612-4547-BA11-3049DC01C97C}" dt="2026-01-20T09:29:50.240" v="1846"/>
          <ac:spMkLst>
            <pc:docMk/>
            <pc:sldMk cId="423890829" sldId="389"/>
            <ac:spMk id="363" creationId="{48142ECB-A49B-F804-EBB2-CF5B9241488E}"/>
          </ac:spMkLst>
        </pc:spChg>
        <pc:spChg chg="del mod">
          <ac:chgData name="Mayu Ninagawa (蜷川 真優 GE)" userId="15d22be4-2d84-414d-ac66-ca09a50eae87" providerId="ADAL" clId="{2A43D1C7-C612-4547-BA11-3049DC01C97C}" dt="2026-01-20T09:59:11.149" v="2165" actId="478"/>
          <ac:spMkLst>
            <pc:docMk/>
            <pc:sldMk cId="423890829" sldId="389"/>
            <ac:spMk id="364" creationId="{0E95B29B-FFB9-1619-33E3-0B0C78FF4F71}"/>
          </ac:spMkLst>
        </pc:spChg>
        <pc:spChg chg="add del mod ord">
          <ac:chgData name="Mayu Ninagawa (蜷川 真優 GE)" userId="15d22be4-2d84-414d-ac66-ca09a50eae87" providerId="ADAL" clId="{2A43D1C7-C612-4547-BA11-3049DC01C97C}" dt="2026-01-20T10:48:10.088" v="2751" actId="164"/>
          <ac:spMkLst>
            <pc:docMk/>
            <pc:sldMk cId="423890829" sldId="389"/>
            <ac:spMk id="365" creationId="{687AAB3D-C1B2-B4E7-5DF6-64DA37AA7B38}"/>
          </ac:spMkLst>
        </pc:spChg>
        <pc:spChg chg="add del mod ord">
          <ac:chgData name="Mayu Ninagawa (蜷川 真優 GE)" userId="15d22be4-2d84-414d-ac66-ca09a50eae87" providerId="ADAL" clId="{2A43D1C7-C612-4547-BA11-3049DC01C97C}" dt="2026-01-20T10:11:44.160" v="2314" actId="478"/>
          <ac:spMkLst>
            <pc:docMk/>
            <pc:sldMk cId="423890829" sldId="389"/>
            <ac:spMk id="366" creationId="{F31943A8-A26A-9944-13EF-B31746CBAEEB}"/>
          </ac:spMkLst>
        </pc:spChg>
        <pc:spChg chg="mod">
          <ac:chgData name="Mayu Ninagawa (蜷川 真優 GE)" userId="15d22be4-2d84-414d-ac66-ca09a50eae87" providerId="ADAL" clId="{2A43D1C7-C612-4547-BA11-3049DC01C97C}" dt="2026-01-20T09:51:50.182" v="2072"/>
          <ac:spMkLst>
            <pc:docMk/>
            <pc:sldMk cId="423890829" sldId="389"/>
            <ac:spMk id="367" creationId="{978252BA-5FDE-A512-776F-35A4E16AD24E}"/>
          </ac:spMkLst>
        </pc:spChg>
        <pc:spChg chg="add mod ord">
          <ac:chgData name="Mayu Ninagawa (蜷川 真優 GE)" userId="15d22be4-2d84-414d-ac66-ca09a50eae87" providerId="ADAL" clId="{2A43D1C7-C612-4547-BA11-3049DC01C97C}" dt="2026-01-20T10:48:10.088" v="2751" actId="164"/>
          <ac:spMkLst>
            <pc:docMk/>
            <pc:sldMk cId="423890829" sldId="389"/>
            <ac:spMk id="368" creationId="{43E385E1-F43C-EFB5-C288-3FE34DDA2497}"/>
          </ac:spMkLst>
        </pc:spChg>
        <pc:spChg chg="add mod ord">
          <ac:chgData name="Mayu Ninagawa (蜷川 真優 GE)" userId="15d22be4-2d84-414d-ac66-ca09a50eae87" providerId="ADAL" clId="{2A43D1C7-C612-4547-BA11-3049DC01C97C}" dt="2026-01-20T10:48:10.088" v="2751" actId="164"/>
          <ac:spMkLst>
            <pc:docMk/>
            <pc:sldMk cId="423890829" sldId="389"/>
            <ac:spMk id="369" creationId="{0EF13CDA-090A-EAD1-8E72-07C60F923D48}"/>
          </ac:spMkLst>
        </pc:spChg>
        <pc:spChg chg="add del mod ord">
          <ac:chgData name="Mayu Ninagawa (蜷川 真優 GE)" userId="15d22be4-2d84-414d-ac66-ca09a50eae87" providerId="ADAL" clId="{2A43D1C7-C612-4547-BA11-3049DC01C97C}" dt="2026-01-20T10:48:10.088" v="2751" actId="164"/>
          <ac:spMkLst>
            <pc:docMk/>
            <pc:sldMk cId="423890829" sldId="389"/>
            <ac:spMk id="370" creationId="{1E2F92C2-F7D9-F169-304A-711E9F07ADBB}"/>
          </ac:spMkLst>
        </pc:spChg>
        <pc:spChg chg="add mod">
          <ac:chgData name="Mayu Ninagawa (蜷川 真優 GE)" userId="15d22be4-2d84-414d-ac66-ca09a50eae87" providerId="ADAL" clId="{2A43D1C7-C612-4547-BA11-3049DC01C97C}" dt="2026-01-20T10:48:10.088" v="2751" actId="164"/>
          <ac:spMkLst>
            <pc:docMk/>
            <pc:sldMk cId="423890829" sldId="389"/>
            <ac:spMk id="376" creationId="{F9CD4E8C-880E-1E95-3AFC-07075C6767D5}"/>
          </ac:spMkLst>
        </pc:spChg>
        <pc:spChg chg="add mod">
          <ac:chgData name="Mayu Ninagawa (蜷川 真優 GE)" userId="15d22be4-2d84-414d-ac66-ca09a50eae87" providerId="ADAL" clId="{2A43D1C7-C612-4547-BA11-3049DC01C97C}" dt="2026-01-20T10:48:10.088" v="2751" actId="164"/>
          <ac:spMkLst>
            <pc:docMk/>
            <pc:sldMk cId="423890829" sldId="389"/>
            <ac:spMk id="377" creationId="{25586B17-6957-1D47-7A20-D3FCFE9EAEC9}"/>
          </ac:spMkLst>
        </pc:spChg>
        <pc:spChg chg="add mod">
          <ac:chgData name="Mayu Ninagawa (蜷川 真優 GE)" userId="15d22be4-2d84-414d-ac66-ca09a50eae87" providerId="ADAL" clId="{2A43D1C7-C612-4547-BA11-3049DC01C97C}" dt="2026-01-20T10:48:10.088" v="2751" actId="164"/>
          <ac:spMkLst>
            <pc:docMk/>
            <pc:sldMk cId="423890829" sldId="389"/>
            <ac:spMk id="378" creationId="{62542D76-C5FC-11F4-231B-F2D90875D387}"/>
          </ac:spMkLst>
        </pc:spChg>
        <pc:spChg chg="add mod">
          <ac:chgData name="Mayu Ninagawa (蜷川 真優 GE)" userId="15d22be4-2d84-414d-ac66-ca09a50eae87" providerId="ADAL" clId="{2A43D1C7-C612-4547-BA11-3049DC01C97C}" dt="2026-01-20T10:48:10.088" v="2751" actId="164"/>
          <ac:spMkLst>
            <pc:docMk/>
            <pc:sldMk cId="423890829" sldId="389"/>
            <ac:spMk id="379" creationId="{53288662-811A-4DB8-E219-05B19F363496}"/>
          </ac:spMkLst>
        </pc:spChg>
        <pc:spChg chg="add del mod ord">
          <ac:chgData name="Mayu Ninagawa (蜷川 真優 GE)" userId="15d22be4-2d84-414d-ac66-ca09a50eae87" providerId="ADAL" clId="{2A43D1C7-C612-4547-BA11-3049DC01C97C}" dt="2026-01-20T10:59:22.197" v="2850" actId="14100"/>
          <ac:spMkLst>
            <pc:docMk/>
            <pc:sldMk cId="423890829" sldId="389"/>
            <ac:spMk id="380" creationId="{5569F295-4B73-6AD4-3CE4-7FF1E5BB1A48}"/>
          </ac:spMkLst>
        </pc:spChg>
        <pc:spChg chg="mod">
          <ac:chgData name="Mayu Ninagawa (蜷川 真優 GE)" userId="15d22be4-2d84-414d-ac66-ca09a50eae87" providerId="ADAL" clId="{2A43D1C7-C612-4547-BA11-3049DC01C97C}" dt="2026-01-20T10:38:59.437" v="2632"/>
          <ac:spMkLst>
            <pc:docMk/>
            <pc:sldMk cId="423890829" sldId="389"/>
            <ac:spMk id="381" creationId="{2111D5D3-E8BB-40ED-2682-07C938B89931}"/>
          </ac:spMkLst>
        </pc:spChg>
        <pc:spChg chg="mod">
          <ac:chgData name="Mayu Ninagawa (蜷川 真優 GE)" userId="15d22be4-2d84-414d-ac66-ca09a50eae87" providerId="ADAL" clId="{2A43D1C7-C612-4547-BA11-3049DC01C97C}" dt="2026-01-20T10:39:35.400" v="2666"/>
          <ac:spMkLst>
            <pc:docMk/>
            <pc:sldMk cId="423890829" sldId="389"/>
            <ac:spMk id="382" creationId="{4ADD985A-8F22-15AB-3072-756C58562892}"/>
          </ac:spMkLst>
        </pc:spChg>
        <pc:spChg chg="mod">
          <ac:chgData name="Mayu Ninagawa (蜷川 真優 GE)" userId="15d22be4-2d84-414d-ac66-ca09a50eae87" providerId="ADAL" clId="{2A43D1C7-C612-4547-BA11-3049DC01C97C}" dt="2026-01-20T10:58:03.386" v="2836" actId="554"/>
          <ac:spMkLst>
            <pc:docMk/>
            <pc:sldMk cId="423890829" sldId="389"/>
            <ac:spMk id="640" creationId="{67529ABE-59D3-ACF0-EAF2-78022404AE73}"/>
          </ac:spMkLst>
        </pc:spChg>
        <pc:spChg chg="mod">
          <ac:chgData name="Mayu Ninagawa (蜷川 真優 GE)" userId="15d22be4-2d84-414d-ac66-ca09a50eae87" providerId="ADAL" clId="{2A43D1C7-C612-4547-BA11-3049DC01C97C}" dt="2026-01-22T03:15:45.600" v="4388"/>
          <ac:spMkLst>
            <pc:docMk/>
            <pc:sldMk cId="423890829" sldId="389"/>
            <ac:spMk id="640" creationId="{A2C03BA7-698D-2DDB-0156-4D87C4FAE81F}"/>
          </ac:spMkLst>
        </pc:spChg>
        <pc:spChg chg="mod">
          <ac:chgData name="Mayu Ninagawa (蜷川 真優 GE)" userId="15d22be4-2d84-414d-ac66-ca09a50eae87" providerId="ADAL" clId="{2A43D1C7-C612-4547-BA11-3049DC01C97C}" dt="2026-01-22T03:15:45.600" v="4388"/>
          <ac:spMkLst>
            <pc:docMk/>
            <pc:sldMk cId="423890829" sldId="389"/>
            <ac:spMk id="641" creationId="{58EAC62F-8D7C-35F5-9A7D-60CBB1E213ED}"/>
          </ac:spMkLst>
        </pc:spChg>
        <pc:spChg chg="del mod">
          <ac:chgData name="Mayu Ninagawa (蜷川 真優 GE)" userId="15d22be4-2d84-414d-ac66-ca09a50eae87" providerId="ADAL" clId="{2A43D1C7-C612-4547-BA11-3049DC01C97C}" dt="2026-01-20T10:23:06.264" v="2436" actId="478"/>
          <ac:spMkLst>
            <pc:docMk/>
            <pc:sldMk cId="423890829" sldId="389"/>
            <ac:spMk id="641" creationId="{A70FE7FA-B9CF-680E-B6E2-6A3BC31D89E4}"/>
          </ac:spMkLst>
        </pc:spChg>
        <pc:spChg chg="add del mod">
          <ac:chgData name="Mayu Ninagawa (蜷川 真優 GE)" userId="15d22be4-2d84-414d-ac66-ca09a50eae87" providerId="ADAL" clId="{2A43D1C7-C612-4547-BA11-3049DC01C97C}" dt="2026-01-20T08:46:45.320" v="1264"/>
          <ac:spMkLst>
            <pc:docMk/>
            <pc:sldMk cId="423890829" sldId="389"/>
            <ac:spMk id="642" creationId="{05494863-067E-84ED-68B0-50F607293240}"/>
          </ac:spMkLst>
        </pc:spChg>
        <pc:spChg chg="mod">
          <ac:chgData name="Mayu Ninagawa (蜷川 真優 GE)" userId="15d22be4-2d84-414d-ac66-ca09a50eae87" providerId="ADAL" clId="{2A43D1C7-C612-4547-BA11-3049DC01C97C}" dt="2026-01-22T03:15:45.600" v="4388"/>
          <ac:spMkLst>
            <pc:docMk/>
            <pc:sldMk cId="423890829" sldId="389"/>
            <ac:spMk id="642" creationId="{9D7D4643-EEB7-BC8F-FFB9-662A7FFD351E}"/>
          </ac:spMkLst>
        </pc:spChg>
        <pc:spChg chg="mod">
          <ac:chgData name="Mayu Ninagawa (蜷川 真優 GE)" userId="15d22be4-2d84-414d-ac66-ca09a50eae87" providerId="ADAL" clId="{2A43D1C7-C612-4547-BA11-3049DC01C97C}" dt="2026-01-22T03:15:45.600" v="4388"/>
          <ac:spMkLst>
            <pc:docMk/>
            <pc:sldMk cId="423890829" sldId="389"/>
            <ac:spMk id="643" creationId="{46BD1C7B-F794-AC65-3040-54AD6EE239C0}"/>
          </ac:spMkLst>
        </pc:spChg>
        <pc:spChg chg="del mod ord">
          <ac:chgData name="Mayu Ninagawa (蜷川 真優 GE)" userId="15d22be4-2d84-414d-ac66-ca09a50eae87" providerId="ADAL" clId="{2A43D1C7-C612-4547-BA11-3049DC01C97C}" dt="2026-01-20T09:27:58.979" v="1816" actId="478"/>
          <ac:spMkLst>
            <pc:docMk/>
            <pc:sldMk cId="423890829" sldId="389"/>
            <ac:spMk id="643" creationId="{D0396215-C0FB-0549-EB4D-49DCDAE86429}"/>
          </ac:spMkLst>
        </pc:spChg>
        <pc:spChg chg="mod">
          <ac:chgData name="Mayu Ninagawa (蜷川 真優 GE)" userId="15d22be4-2d84-414d-ac66-ca09a50eae87" providerId="ADAL" clId="{2A43D1C7-C612-4547-BA11-3049DC01C97C}" dt="2026-01-22T03:15:45.600" v="4388"/>
          <ac:spMkLst>
            <pc:docMk/>
            <pc:sldMk cId="423890829" sldId="389"/>
            <ac:spMk id="644" creationId="{077646E4-12CD-40EF-9727-71CA570FD249}"/>
          </ac:spMkLst>
        </pc:spChg>
        <pc:spChg chg="add del mod">
          <ac:chgData name="Mayu Ninagawa (蜷川 真優 GE)" userId="15d22be4-2d84-414d-ac66-ca09a50eae87" providerId="ADAL" clId="{2A43D1C7-C612-4547-BA11-3049DC01C97C}" dt="2026-01-20T08:52:51.586" v="1450"/>
          <ac:spMkLst>
            <pc:docMk/>
            <pc:sldMk cId="423890829" sldId="389"/>
            <ac:spMk id="644" creationId="{0D406AB3-84F0-B636-F423-961BED72F37D}"/>
          </ac:spMkLst>
        </pc:spChg>
        <pc:spChg chg="mod">
          <ac:chgData name="Mayu Ninagawa (蜷川 真優 GE)" userId="15d22be4-2d84-414d-ac66-ca09a50eae87" providerId="ADAL" clId="{2A43D1C7-C612-4547-BA11-3049DC01C97C}" dt="2026-01-22T03:15:45.600" v="4388"/>
          <ac:spMkLst>
            <pc:docMk/>
            <pc:sldMk cId="423890829" sldId="389"/>
            <ac:spMk id="645" creationId="{0EE2F3FD-BEE8-C125-2E75-8329C0855E53}"/>
          </ac:spMkLst>
        </pc:spChg>
        <pc:spChg chg="del mod">
          <ac:chgData name="Mayu Ninagawa (蜷川 真優 GE)" userId="15d22be4-2d84-414d-ac66-ca09a50eae87" providerId="ADAL" clId="{2A43D1C7-C612-4547-BA11-3049DC01C97C}" dt="2026-01-20T08:59:33.469" v="1491" actId="478"/>
          <ac:spMkLst>
            <pc:docMk/>
            <pc:sldMk cId="423890829" sldId="389"/>
            <ac:spMk id="645" creationId="{B1CCD62F-21DB-EE56-B0E1-B149C79F1A7E}"/>
          </ac:spMkLst>
        </pc:spChg>
        <pc:spChg chg="mod">
          <ac:chgData name="Mayu Ninagawa (蜷川 真優 GE)" userId="15d22be4-2d84-414d-ac66-ca09a50eae87" providerId="ADAL" clId="{2A43D1C7-C612-4547-BA11-3049DC01C97C}" dt="2026-01-22T03:15:45.600" v="4388"/>
          <ac:spMkLst>
            <pc:docMk/>
            <pc:sldMk cId="423890829" sldId="389"/>
            <ac:spMk id="646" creationId="{17AD6289-B9C2-ADF0-29E9-156AB97FD64B}"/>
          </ac:spMkLst>
        </pc:spChg>
        <pc:spChg chg="add del mod">
          <ac:chgData name="Mayu Ninagawa (蜷川 真優 GE)" userId="15d22be4-2d84-414d-ac66-ca09a50eae87" providerId="ADAL" clId="{2A43D1C7-C612-4547-BA11-3049DC01C97C}" dt="2026-01-20T09:29:50.240" v="1846"/>
          <ac:spMkLst>
            <pc:docMk/>
            <pc:sldMk cId="423890829" sldId="389"/>
            <ac:spMk id="646" creationId="{6A54685D-4B75-FCBB-A689-16AA0949E20B}"/>
          </ac:spMkLst>
        </pc:spChg>
        <pc:spChg chg="add del mod">
          <ac:chgData name="Mayu Ninagawa (蜷川 真優 GE)" userId="15d22be4-2d84-414d-ac66-ca09a50eae87" providerId="ADAL" clId="{2A43D1C7-C612-4547-BA11-3049DC01C97C}" dt="2026-01-22T03:15:47.344" v="4389"/>
          <ac:spMkLst>
            <pc:docMk/>
            <pc:sldMk cId="423890829" sldId="389"/>
            <ac:spMk id="647" creationId="{3C8AB9D1-6DA2-C7EC-676C-6D42D1CEB163}"/>
          </ac:spMkLst>
        </pc:spChg>
        <pc:spChg chg="mod">
          <ac:chgData name="Mayu Ninagawa (蜷川 真優 GE)" userId="15d22be4-2d84-414d-ac66-ca09a50eae87" providerId="ADAL" clId="{2A43D1C7-C612-4547-BA11-3049DC01C97C}" dt="2026-01-20T09:06:55.931" v="1564"/>
          <ac:spMkLst>
            <pc:docMk/>
            <pc:sldMk cId="423890829" sldId="389"/>
            <ac:spMk id="648" creationId="{D4831D7D-B060-92FC-1E99-0160C61DE4DB}"/>
          </ac:spMkLst>
        </pc:spChg>
        <pc:spChg chg="mod">
          <ac:chgData name="Mayu Ninagawa (蜷川 真優 GE)" userId="15d22be4-2d84-414d-ac66-ca09a50eae87" providerId="ADAL" clId="{2A43D1C7-C612-4547-BA11-3049DC01C97C}" dt="2026-01-20T09:06:55.931" v="1564"/>
          <ac:spMkLst>
            <pc:docMk/>
            <pc:sldMk cId="423890829" sldId="389"/>
            <ac:spMk id="649" creationId="{ECFAD7CF-7E83-7A56-6857-F0F2E328419F}"/>
          </ac:spMkLst>
        </pc:spChg>
        <pc:spChg chg="mod">
          <ac:chgData name="Mayu Ninagawa (蜷川 真優 GE)" userId="15d22be4-2d84-414d-ac66-ca09a50eae87" providerId="ADAL" clId="{2A43D1C7-C612-4547-BA11-3049DC01C97C}" dt="2026-01-20T09:06:55.931" v="1564"/>
          <ac:spMkLst>
            <pc:docMk/>
            <pc:sldMk cId="423890829" sldId="389"/>
            <ac:spMk id="650" creationId="{8AD789BC-CFCF-CBE2-0A70-892A38365B9C}"/>
          </ac:spMkLst>
        </pc:spChg>
        <pc:spChg chg="mod">
          <ac:chgData name="Mayu Ninagawa (蜷川 真優 GE)" userId="15d22be4-2d84-414d-ac66-ca09a50eae87" providerId="ADAL" clId="{2A43D1C7-C612-4547-BA11-3049DC01C97C}" dt="2026-01-20T09:06:55.931" v="1564"/>
          <ac:spMkLst>
            <pc:docMk/>
            <pc:sldMk cId="423890829" sldId="389"/>
            <ac:spMk id="651" creationId="{93EA1754-6993-52DF-F38D-E5E4148F8D16}"/>
          </ac:spMkLst>
        </pc:spChg>
        <pc:spChg chg="mod">
          <ac:chgData name="Mayu Ninagawa (蜷川 真優 GE)" userId="15d22be4-2d84-414d-ac66-ca09a50eae87" providerId="ADAL" clId="{2A43D1C7-C612-4547-BA11-3049DC01C97C}" dt="2026-01-20T09:06:55.931" v="1564"/>
          <ac:spMkLst>
            <pc:docMk/>
            <pc:sldMk cId="423890829" sldId="389"/>
            <ac:spMk id="652" creationId="{DB9B5455-A282-9A03-D28A-60683D5B93A6}"/>
          </ac:spMkLst>
        </pc:spChg>
        <pc:spChg chg="mod">
          <ac:chgData name="Mayu Ninagawa (蜷川 真優 GE)" userId="15d22be4-2d84-414d-ac66-ca09a50eae87" providerId="ADAL" clId="{2A43D1C7-C612-4547-BA11-3049DC01C97C}" dt="2026-01-20T09:06:55.931" v="1564"/>
          <ac:spMkLst>
            <pc:docMk/>
            <pc:sldMk cId="423890829" sldId="389"/>
            <ac:spMk id="653" creationId="{642F265B-A837-E430-60F1-FF6EEA1631D2}"/>
          </ac:spMkLst>
        </pc:spChg>
        <pc:spChg chg="mod">
          <ac:chgData name="Mayu Ninagawa (蜷川 真優 GE)" userId="15d22be4-2d84-414d-ac66-ca09a50eae87" providerId="ADAL" clId="{2A43D1C7-C612-4547-BA11-3049DC01C97C}" dt="2026-01-20T09:06:55.931" v="1564"/>
          <ac:spMkLst>
            <pc:docMk/>
            <pc:sldMk cId="423890829" sldId="389"/>
            <ac:spMk id="654" creationId="{565E8AC3-62EA-463E-C11B-D3240E2B674D}"/>
          </ac:spMkLst>
        </pc:spChg>
        <pc:spChg chg="mod">
          <ac:chgData name="Mayu Ninagawa (蜷川 真優 GE)" userId="15d22be4-2d84-414d-ac66-ca09a50eae87" providerId="ADAL" clId="{2A43D1C7-C612-4547-BA11-3049DC01C97C}" dt="2026-01-20T09:06:55.931" v="1564"/>
          <ac:spMkLst>
            <pc:docMk/>
            <pc:sldMk cId="423890829" sldId="389"/>
            <ac:spMk id="655" creationId="{A59B5184-F3BF-C907-7B52-E65E3E473C69}"/>
          </ac:spMkLst>
        </pc:spChg>
        <pc:spChg chg="mod">
          <ac:chgData name="Mayu Ninagawa (蜷川 真優 GE)" userId="15d22be4-2d84-414d-ac66-ca09a50eae87" providerId="ADAL" clId="{2A43D1C7-C612-4547-BA11-3049DC01C97C}" dt="2026-01-20T09:06:55.931" v="1564"/>
          <ac:spMkLst>
            <pc:docMk/>
            <pc:sldMk cId="423890829" sldId="389"/>
            <ac:spMk id="656" creationId="{FEEBF018-6736-AC42-6665-38F361A00A9F}"/>
          </ac:spMkLst>
        </pc:spChg>
        <pc:spChg chg="mod">
          <ac:chgData name="Mayu Ninagawa (蜷川 真優 GE)" userId="15d22be4-2d84-414d-ac66-ca09a50eae87" providerId="ADAL" clId="{2A43D1C7-C612-4547-BA11-3049DC01C97C}" dt="2026-01-20T09:06:55.931" v="1564"/>
          <ac:spMkLst>
            <pc:docMk/>
            <pc:sldMk cId="423890829" sldId="389"/>
            <ac:spMk id="657" creationId="{BFEC2308-D23C-DCFC-8C23-765BEF032BC3}"/>
          </ac:spMkLst>
        </pc:spChg>
        <pc:spChg chg="mod">
          <ac:chgData name="Mayu Ninagawa (蜷川 真優 GE)" userId="15d22be4-2d84-414d-ac66-ca09a50eae87" providerId="ADAL" clId="{2A43D1C7-C612-4547-BA11-3049DC01C97C}" dt="2026-01-20T09:06:55.931" v="1564"/>
          <ac:spMkLst>
            <pc:docMk/>
            <pc:sldMk cId="423890829" sldId="389"/>
            <ac:spMk id="658" creationId="{73B24982-6EA7-8232-3E4A-90742E666BC2}"/>
          </ac:spMkLst>
        </pc:spChg>
        <pc:spChg chg="mod">
          <ac:chgData name="Mayu Ninagawa (蜷川 真優 GE)" userId="15d22be4-2d84-414d-ac66-ca09a50eae87" providerId="ADAL" clId="{2A43D1C7-C612-4547-BA11-3049DC01C97C}" dt="2026-01-20T09:06:55.931" v="1564"/>
          <ac:spMkLst>
            <pc:docMk/>
            <pc:sldMk cId="423890829" sldId="389"/>
            <ac:spMk id="659" creationId="{2F657A25-90DB-520D-ACA3-E94B062361C4}"/>
          </ac:spMkLst>
        </pc:spChg>
        <pc:spChg chg="mod">
          <ac:chgData name="Mayu Ninagawa (蜷川 真優 GE)" userId="15d22be4-2d84-414d-ac66-ca09a50eae87" providerId="ADAL" clId="{2A43D1C7-C612-4547-BA11-3049DC01C97C}" dt="2026-01-20T09:06:55.931" v="1564"/>
          <ac:spMkLst>
            <pc:docMk/>
            <pc:sldMk cId="423890829" sldId="389"/>
            <ac:spMk id="660" creationId="{B2B214B3-AAFA-E326-E356-D9AD737ABAE5}"/>
          </ac:spMkLst>
        </pc:spChg>
        <pc:spChg chg="mod">
          <ac:chgData name="Mayu Ninagawa (蜷川 真優 GE)" userId="15d22be4-2d84-414d-ac66-ca09a50eae87" providerId="ADAL" clId="{2A43D1C7-C612-4547-BA11-3049DC01C97C}" dt="2026-01-20T09:06:55.931" v="1564"/>
          <ac:spMkLst>
            <pc:docMk/>
            <pc:sldMk cId="423890829" sldId="389"/>
            <ac:spMk id="661" creationId="{D11E25A8-B499-5AF5-7C89-55E166020FC1}"/>
          </ac:spMkLst>
        </pc:spChg>
        <pc:spChg chg="mod">
          <ac:chgData name="Mayu Ninagawa (蜷川 真優 GE)" userId="15d22be4-2d84-414d-ac66-ca09a50eae87" providerId="ADAL" clId="{2A43D1C7-C612-4547-BA11-3049DC01C97C}" dt="2026-01-20T09:06:55.931" v="1564"/>
          <ac:spMkLst>
            <pc:docMk/>
            <pc:sldMk cId="423890829" sldId="389"/>
            <ac:spMk id="662" creationId="{71ADF7C7-CB47-4598-6883-1D620D3CB922}"/>
          </ac:spMkLst>
        </pc:spChg>
        <pc:spChg chg="mod">
          <ac:chgData name="Mayu Ninagawa (蜷川 真優 GE)" userId="15d22be4-2d84-414d-ac66-ca09a50eae87" providerId="ADAL" clId="{2A43D1C7-C612-4547-BA11-3049DC01C97C}" dt="2026-01-20T09:06:55.931" v="1564"/>
          <ac:spMkLst>
            <pc:docMk/>
            <pc:sldMk cId="423890829" sldId="389"/>
            <ac:spMk id="663" creationId="{A3C68312-35B6-8C2C-6995-497B7B093EB3}"/>
          </ac:spMkLst>
        </pc:spChg>
        <pc:spChg chg="mod">
          <ac:chgData name="Mayu Ninagawa (蜷川 真優 GE)" userId="15d22be4-2d84-414d-ac66-ca09a50eae87" providerId="ADAL" clId="{2A43D1C7-C612-4547-BA11-3049DC01C97C}" dt="2026-01-20T09:06:55.931" v="1564"/>
          <ac:spMkLst>
            <pc:docMk/>
            <pc:sldMk cId="423890829" sldId="389"/>
            <ac:spMk id="664" creationId="{16725454-3348-31BF-6C43-4C1B84011CAB}"/>
          </ac:spMkLst>
        </pc:spChg>
        <pc:spChg chg="mod">
          <ac:chgData name="Mayu Ninagawa (蜷川 真優 GE)" userId="15d22be4-2d84-414d-ac66-ca09a50eae87" providerId="ADAL" clId="{2A43D1C7-C612-4547-BA11-3049DC01C97C}" dt="2026-01-20T09:06:55.931" v="1564"/>
          <ac:spMkLst>
            <pc:docMk/>
            <pc:sldMk cId="423890829" sldId="389"/>
            <ac:spMk id="665" creationId="{F93A6AB4-463F-FA74-57D9-96E2456CB822}"/>
          </ac:spMkLst>
        </pc:spChg>
        <pc:spChg chg="mod">
          <ac:chgData name="Mayu Ninagawa (蜷川 真優 GE)" userId="15d22be4-2d84-414d-ac66-ca09a50eae87" providerId="ADAL" clId="{2A43D1C7-C612-4547-BA11-3049DC01C97C}" dt="2026-01-20T09:06:55.931" v="1564"/>
          <ac:spMkLst>
            <pc:docMk/>
            <pc:sldMk cId="423890829" sldId="389"/>
            <ac:spMk id="666" creationId="{5798FD41-DDE5-A8B0-E922-20F712E8AE9C}"/>
          </ac:spMkLst>
        </pc:spChg>
        <pc:spChg chg="mod">
          <ac:chgData name="Mayu Ninagawa (蜷川 真優 GE)" userId="15d22be4-2d84-414d-ac66-ca09a50eae87" providerId="ADAL" clId="{2A43D1C7-C612-4547-BA11-3049DC01C97C}" dt="2026-01-20T09:06:55.931" v="1564"/>
          <ac:spMkLst>
            <pc:docMk/>
            <pc:sldMk cId="423890829" sldId="389"/>
            <ac:spMk id="667" creationId="{11D7121D-783B-65D4-44D4-DCAB8AB2C039}"/>
          </ac:spMkLst>
        </pc:spChg>
        <pc:spChg chg="mod">
          <ac:chgData name="Mayu Ninagawa (蜷川 真優 GE)" userId="15d22be4-2d84-414d-ac66-ca09a50eae87" providerId="ADAL" clId="{2A43D1C7-C612-4547-BA11-3049DC01C97C}" dt="2026-01-20T09:06:55.931" v="1564"/>
          <ac:spMkLst>
            <pc:docMk/>
            <pc:sldMk cId="423890829" sldId="389"/>
            <ac:spMk id="668" creationId="{45AFA792-5FFA-D492-5162-3C8725C1B09E}"/>
          </ac:spMkLst>
        </pc:spChg>
        <pc:spChg chg="mod">
          <ac:chgData name="Mayu Ninagawa (蜷川 真優 GE)" userId="15d22be4-2d84-414d-ac66-ca09a50eae87" providerId="ADAL" clId="{2A43D1C7-C612-4547-BA11-3049DC01C97C}" dt="2026-01-20T09:06:55.931" v="1564"/>
          <ac:spMkLst>
            <pc:docMk/>
            <pc:sldMk cId="423890829" sldId="389"/>
            <ac:spMk id="669" creationId="{AC8FBEF5-BC0F-5C29-B8E6-90B6A219DACF}"/>
          </ac:spMkLst>
        </pc:spChg>
        <pc:spChg chg="mod">
          <ac:chgData name="Mayu Ninagawa (蜷川 真優 GE)" userId="15d22be4-2d84-414d-ac66-ca09a50eae87" providerId="ADAL" clId="{2A43D1C7-C612-4547-BA11-3049DC01C97C}" dt="2026-01-20T09:06:55.931" v="1564"/>
          <ac:spMkLst>
            <pc:docMk/>
            <pc:sldMk cId="423890829" sldId="389"/>
            <ac:spMk id="670" creationId="{1FD64BCE-09BF-85CA-A7C9-D26F434FFF90}"/>
          </ac:spMkLst>
        </pc:spChg>
        <pc:spChg chg="mod">
          <ac:chgData name="Mayu Ninagawa (蜷川 真優 GE)" userId="15d22be4-2d84-414d-ac66-ca09a50eae87" providerId="ADAL" clId="{2A43D1C7-C612-4547-BA11-3049DC01C97C}" dt="2026-01-20T09:06:55.931" v="1564"/>
          <ac:spMkLst>
            <pc:docMk/>
            <pc:sldMk cId="423890829" sldId="389"/>
            <ac:spMk id="671" creationId="{8FC74D44-1A3C-DABB-5F4E-1967401FF041}"/>
          </ac:spMkLst>
        </pc:spChg>
        <pc:spChg chg="mod">
          <ac:chgData name="Mayu Ninagawa (蜷川 真優 GE)" userId="15d22be4-2d84-414d-ac66-ca09a50eae87" providerId="ADAL" clId="{2A43D1C7-C612-4547-BA11-3049DC01C97C}" dt="2026-01-20T09:06:55.931" v="1564"/>
          <ac:spMkLst>
            <pc:docMk/>
            <pc:sldMk cId="423890829" sldId="389"/>
            <ac:spMk id="672" creationId="{4B6B4EF4-F2B6-D36B-7FFD-D52A9DC8DDF9}"/>
          </ac:spMkLst>
        </pc:spChg>
        <pc:spChg chg="mod">
          <ac:chgData name="Mayu Ninagawa (蜷川 真優 GE)" userId="15d22be4-2d84-414d-ac66-ca09a50eae87" providerId="ADAL" clId="{2A43D1C7-C612-4547-BA11-3049DC01C97C}" dt="2026-01-20T09:06:55.931" v="1564"/>
          <ac:spMkLst>
            <pc:docMk/>
            <pc:sldMk cId="423890829" sldId="389"/>
            <ac:spMk id="673" creationId="{DF22D348-542F-1D84-2B45-A55F667F8FB5}"/>
          </ac:spMkLst>
        </pc:spChg>
        <pc:spChg chg="mod">
          <ac:chgData name="Mayu Ninagawa (蜷川 真優 GE)" userId="15d22be4-2d84-414d-ac66-ca09a50eae87" providerId="ADAL" clId="{2A43D1C7-C612-4547-BA11-3049DC01C97C}" dt="2026-01-20T09:06:55.931" v="1564"/>
          <ac:spMkLst>
            <pc:docMk/>
            <pc:sldMk cId="423890829" sldId="389"/>
            <ac:spMk id="674" creationId="{A960DC40-A29D-08AE-FEFC-9DFBD1993C5B}"/>
          </ac:spMkLst>
        </pc:spChg>
        <pc:spChg chg="mod">
          <ac:chgData name="Mayu Ninagawa (蜷川 真優 GE)" userId="15d22be4-2d84-414d-ac66-ca09a50eae87" providerId="ADAL" clId="{2A43D1C7-C612-4547-BA11-3049DC01C97C}" dt="2026-01-20T09:06:55.931" v="1564"/>
          <ac:spMkLst>
            <pc:docMk/>
            <pc:sldMk cId="423890829" sldId="389"/>
            <ac:spMk id="675" creationId="{D98BF872-60A6-7E83-9793-0ABAD18F0A42}"/>
          </ac:spMkLst>
        </pc:spChg>
        <pc:spChg chg="mod">
          <ac:chgData name="Mayu Ninagawa (蜷川 真優 GE)" userId="15d22be4-2d84-414d-ac66-ca09a50eae87" providerId="ADAL" clId="{2A43D1C7-C612-4547-BA11-3049DC01C97C}" dt="2026-01-20T09:06:55.931" v="1564"/>
          <ac:spMkLst>
            <pc:docMk/>
            <pc:sldMk cId="423890829" sldId="389"/>
            <ac:spMk id="676" creationId="{140B95BA-B8C7-8FC4-8999-0D53D877BE45}"/>
          </ac:spMkLst>
        </pc:spChg>
        <pc:spChg chg="mod">
          <ac:chgData name="Mayu Ninagawa (蜷川 真優 GE)" userId="15d22be4-2d84-414d-ac66-ca09a50eae87" providerId="ADAL" clId="{2A43D1C7-C612-4547-BA11-3049DC01C97C}" dt="2026-01-20T09:06:55.931" v="1564"/>
          <ac:spMkLst>
            <pc:docMk/>
            <pc:sldMk cId="423890829" sldId="389"/>
            <ac:spMk id="677" creationId="{D10D55CC-CED1-C4DB-C1FD-E1A23232B9B8}"/>
          </ac:spMkLst>
        </pc:spChg>
        <pc:spChg chg="mod">
          <ac:chgData name="Mayu Ninagawa (蜷川 真優 GE)" userId="15d22be4-2d84-414d-ac66-ca09a50eae87" providerId="ADAL" clId="{2A43D1C7-C612-4547-BA11-3049DC01C97C}" dt="2026-01-20T09:06:55.931" v="1564"/>
          <ac:spMkLst>
            <pc:docMk/>
            <pc:sldMk cId="423890829" sldId="389"/>
            <ac:spMk id="678" creationId="{9317CB48-1001-AC42-117C-AE52642DA294}"/>
          </ac:spMkLst>
        </pc:spChg>
        <pc:spChg chg="mod">
          <ac:chgData name="Mayu Ninagawa (蜷川 真優 GE)" userId="15d22be4-2d84-414d-ac66-ca09a50eae87" providerId="ADAL" clId="{2A43D1C7-C612-4547-BA11-3049DC01C97C}" dt="2026-01-20T09:06:55.931" v="1564"/>
          <ac:spMkLst>
            <pc:docMk/>
            <pc:sldMk cId="423890829" sldId="389"/>
            <ac:spMk id="679" creationId="{C4014919-00DF-2C0B-F21D-A75AF0809C36}"/>
          </ac:spMkLst>
        </pc:spChg>
        <pc:spChg chg="mod">
          <ac:chgData name="Mayu Ninagawa (蜷川 真優 GE)" userId="15d22be4-2d84-414d-ac66-ca09a50eae87" providerId="ADAL" clId="{2A43D1C7-C612-4547-BA11-3049DC01C97C}" dt="2026-01-20T09:06:55.931" v="1564"/>
          <ac:spMkLst>
            <pc:docMk/>
            <pc:sldMk cId="423890829" sldId="389"/>
            <ac:spMk id="680" creationId="{FC63489E-9756-1EF3-8E85-B5291BD54320}"/>
          </ac:spMkLst>
        </pc:spChg>
        <pc:spChg chg="mod">
          <ac:chgData name="Mayu Ninagawa (蜷川 真優 GE)" userId="15d22be4-2d84-414d-ac66-ca09a50eae87" providerId="ADAL" clId="{2A43D1C7-C612-4547-BA11-3049DC01C97C}" dt="2026-01-20T09:06:55.931" v="1564"/>
          <ac:spMkLst>
            <pc:docMk/>
            <pc:sldMk cId="423890829" sldId="389"/>
            <ac:spMk id="681" creationId="{7185F591-B37F-DEE0-FA87-A167A5997958}"/>
          </ac:spMkLst>
        </pc:spChg>
        <pc:spChg chg="mod">
          <ac:chgData name="Mayu Ninagawa (蜷川 真優 GE)" userId="15d22be4-2d84-414d-ac66-ca09a50eae87" providerId="ADAL" clId="{2A43D1C7-C612-4547-BA11-3049DC01C97C}" dt="2026-01-20T09:06:55.931" v="1564"/>
          <ac:spMkLst>
            <pc:docMk/>
            <pc:sldMk cId="423890829" sldId="389"/>
            <ac:spMk id="682" creationId="{90B53734-5F20-56E2-320D-E3618475D7E3}"/>
          </ac:spMkLst>
        </pc:spChg>
        <pc:spChg chg="mod">
          <ac:chgData name="Mayu Ninagawa (蜷川 真優 GE)" userId="15d22be4-2d84-414d-ac66-ca09a50eae87" providerId="ADAL" clId="{2A43D1C7-C612-4547-BA11-3049DC01C97C}" dt="2026-01-20T09:06:55.931" v="1564"/>
          <ac:spMkLst>
            <pc:docMk/>
            <pc:sldMk cId="423890829" sldId="389"/>
            <ac:spMk id="683" creationId="{A04F773C-926B-AC25-69FC-C51E9112DA76}"/>
          </ac:spMkLst>
        </pc:spChg>
        <pc:spChg chg="mod">
          <ac:chgData name="Mayu Ninagawa (蜷川 真優 GE)" userId="15d22be4-2d84-414d-ac66-ca09a50eae87" providerId="ADAL" clId="{2A43D1C7-C612-4547-BA11-3049DC01C97C}" dt="2026-01-20T09:06:55.931" v="1564"/>
          <ac:spMkLst>
            <pc:docMk/>
            <pc:sldMk cId="423890829" sldId="389"/>
            <ac:spMk id="684" creationId="{9EC63E7F-5F20-971B-0804-F00441E7CDDE}"/>
          </ac:spMkLst>
        </pc:spChg>
        <pc:spChg chg="mod">
          <ac:chgData name="Mayu Ninagawa (蜷川 真優 GE)" userId="15d22be4-2d84-414d-ac66-ca09a50eae87" providerId="ADAL" clId="{2A43D1C7-C612-4547-BA11-3049DC01C97C}" dt="2026-01-20T09:06:55.931" v="1564"/>
          <ac:spMkLst>
            <pc:docMk/>
            <pc:sldMk cId="423890829" sldId="389"/>
            <ac:spMk id="685" creationId="{7E14C6F4-3413-1304-E810-E10114A9D50E}"/>
          </ac:spMkLst>
        </pc:spChg>
        <pc:spChg chg="mod">
          <ac:chgData name="Mayu Ninagawa (蜷川 真優 GE)" userId="15d22be4-2d84-414d-ac66-ca09a50eae87" providerId="ADAL" clId="{2A43D1C7-C612-4547-BA11-3049DC01C97C}" dt="2026-01-20T09:06:55.931" v="1564"/>
          <ac:spMkLst>
            <pc:docMk/>
            <pc:sldMk cId="423890829" sldId="389"/>
            <ac:spMk id="686" creationId="{E87140F8-B0CE-5AFB-1E11-EB0BF13CEEDA}"/>
          </ac:spMkLst>
        </pc:spChg>
        <pc:spChg chg="mod">
          <ac:chgData name="Mayu Ninagawa (蜷川 真優 GE)" userId="15d22be4-2d84-414d-ac66-ca09a50eae87" providerId="ADAL" clId="{2A43D1C7-C612-4547-BA11-3049DC01C97C}" dt="2026-01-20T09:06:55.931" v="1564"/>
          <ac:spMkLst>
            <pc:docMk/>
            <pc:sldMk cId="423890829" sldId="389"/>
            <ac:spMk id="687" creationId="{92FA4FB4-BBD7-92A1-2781-3391D6AFF83F}"/>
          </ac:spMkLst>
        </pc:spChg>
        <pc:spChg chg="mod">
          <ac:chgData name="Mayu Ninagawa (蜷川 真優 GE)" userId="15d22be4-2d84-414d-ac66-ca09a50eae87" providerId="ADAL" clId="{2A43D1C7-C612-4547-BA11-3049DC01C97C}" dt="2026-01-20T09:06:55.931" v="1564"/>
          <ac:spMkLst>
            <pc:docMk/>
            <pc:sldMk cId="423890829" sldId="389"/>
            <ac:spMk id="688" creationId="{9A91D58D-39F2-7D77-71BA-0898B53B8B92}"/>
          </ac:spMkLst>
        </pc:spChg>
        <pc:spChg chg="mod">
          <ac:chgData name="Mayu Ninagawa (蜷川 真優 GE)" userId="15d22be4-2d84-414d-ac66-ca09a50eae87" providerId="ADAL" clId="{2A43D1C7-C612-4547-BA11-3049DC01C97C}" dt="2026-01-20T09:06:55.931" v="1564"/>
          <ac:spMkLst>
            <pc:docMk/>
            <pc:sldMk cId="423890829" sldId="389"/>
            <ac:spMk id="689" creationId="{0C6CF93E-877A-2469-8030-F9EF1AA7AE33}"/>
          </ac:spMkLst>
        </pc:spChg>
        <pc:spChg chg="mod">
          <ac:chgData name="Mayu Ninagawa (蜷川 真優 GE)" userId="15d22be4-2d84-414d-ac66-ca09a50eae87" providerId="ADAL" clId="{2A43D1C7-C612-4547-BA11-3049DC01C97C}" dt="2026-01-20T09:06:55.931" v="1564"/>
          <ac:spMkLst>
            <pc:docMk/>
            <pc:sldMk cId="423890829" sldId="389"/>
            <ac:spMk id="690" creationId="{6FA66D10-B74F-B3AC-0904-280BCAB42774}"/>
          </ac:spMkLst>
        </pc:spChg>
        <pc:spChg chg="del mod">
          <ac:chgData name="Mayu Ninagawa (蜷川 真優 GE)" userId="15d22be4-2d84-414d-ac66-ca09a50eae87" providerId="ADAL" clId="{2A43D1C7-C612-4547-BA11-3049DC01C97C}" dt="2026-01-22T03:15:45.344" v="4387" actId="478"/>
          <ac:spMkLst>
            <pc:docMk/>
            <pc:sldMk cId="423890829" sldId="389"/>
            <ac:spMk id="692" creationId="{0DC1134D-8922-51F8-AC73-87BD80F39304}"/>
          </ac:spMkLst>
        </pc:spChg>
        <pc:spChg chg="del mod">
          <ac:chgData name="Mayu Ninagawa (蜷川 真優 GE)" userId="15d22be4-2d84-414d-ac66-ca09a50eae87" providerId="ADAL" clId="{2A43D1C7-C612-4547-BA11-3049DC01C97C}" dt="2026-01-20T11:15:16.904" v="3052" actId="478"/>
          <ac:spMkLst>
            <pc:docMk/>
            <pc:sldMk cId="423890829" sldId="389"/>
            <ac:spMk id="693" creationId="{B4955C68-295C-BAFE-D115-F46899EA6CAC}"/>
          </ac:spMkLst>
        </pc:spChg>
        <pc:spChg chg="mod">
          <ac:chgData name="Mayu Ninagawa (蜷川 真優 GE)" userId="15d22be4-2d84-414d-ac66-ca09a50eae87" providerId="ADAL" clId="{2A43D1C7-C612-4547-BA11-3049DC01C97C}" dt="2026-01-20T10:48:10.088" v="2751" actId="164"/>
          <ac:spMkLst>
            <pc:docMk/>
            <pc:sldMk cId="423890829" sldId="389"/>
            <ac:spMk id="694" creationId="{1AE3FB6E-3138-42B1-A57A-BCB244128307}"/>
          </ac:spMkLst>
        </pc:spChg>
        <pc:spChg chg="mod">
          <ac:chgData name="Mayu Ninagawa (蜷川 真優 GE)" userId="15d22be4-2d84-414d-ac66-ca09a50eae87" providerId="ADAL" clId="{2A43D1C7-C612-4547-BA11-3049DC01C97C}" dt="2026-01-20T09:06:55.931" v="1564"/>
          <ac:spMkLst>
            <pc:docMk/>
            <pc:sldMk cId="423890829" sldId="389"/>
            <ac:spMk id="695" creationId="{D78FB5C6-2BD7-EC17-84B7-192D96F3093C}"/>
          </ac:spMkLst>
        </pc:spChg>
        <pc:spChg chg="mod">
          <ac:chgData name="Mayu Ninagawa (蜷川 真優 GE)" userId="15d22be4-2d84-414d-ac66-ca09a50eae87" providerId="ADAL" clId="{2A43D1C7-C612-4547-BA11-3049DC01C97C}" dt="2026-01-20T09:06:55.931" v="1564"/>
          <ac:spMkLst>
            <pc:docMk/>
            <pc:sldMk cId="423890829" sldId="389"/>
            <ac:spMk id="696" creationId="{436C16BA-EC3F-3AA8-07FD-0C3B63039B67}"/>
          </ac:spMkLst>
        </pc:spChg>
        <pc:spChg chg="mod">
          <ac:chgData name="Mayu Ninagawa (蜷川 真優 GE)" userId="15d22be4-2d84-414d-ac66-ca09a50eae87" providerId="ADAL" clId="{2A43D1C7-C612-4547-BA11-3049DC01C97C}" dt="2026-01-20T09:06:55.931" v="1564"/>
          <ac:spMkLst>
            <pc:docMk/>
            <pc:sldMk cId="423890829" sldId="389"/>
            <ac:spMk id="697" creationId="{12F7D193-B037-0D8F-0954-8F73F03758FD}"/>
          </ac:spMkLst>
        </pc:spChg>
        <pc:spChg chg="mod">
          <ac:chgData name="Mayu Ninagawa (蜷川 真優 GE)" userId="15d22be4-2d84-414d-ac66-ca09a50eae87" providerId="ADAL" clId="{2A43D1C7-C612-4547-BA11-3049DC01C97C}" dt="2026-01-20T09:06:55.931" v="1564"/>
          <ac:spMkLst>
            <pc:docMk/>
            <pc:sldMk cId="423890829" sldId="389"/>
            <ac:spMk id="698" creationId="{4CF74567-BCBF-3892-7283-033C117F6324}"/>
          </ac:spMkLst>
        </pc:spChg>
        <pc:spChg chg="mod">
          <ac:chgData name="Mayu Ninagawa (蜷川 真優 GE)" userId="15d22be4-2d84-414d-ac66-ca09a50eae87" providerId="ADAL" clId="{2A43D1C7-C612-4547-BA11-3049DC01C97C}" dt="2026-01-20T09:06:55.931" v="1564"/>
          <ac:spMkLst>
            <pc:docMk/>
            <pc:sldMk cId="423890829" sldId="389"/>
            <ac:spMk id="699" creationId="{47327CB7-ED8F-EA60-C7DA-28CAFE6F3EC5}"/>
          </ac:spMkLst>
        </pc:spChg>
        <pc:spChg chg="mod">
          <ac:chgData name="Mayu Ninagawa (蜷川 真優 GE)" userId="15d22be4-2d84-414d-ac66-ca09a50eae87" providerId="ADAL" clId="{2A43D1C7-C612-4547-BA11-3049DC01C97C}" dt="2026-01-20T09:06:55.931" v="1564"/>
          <ac:spMkLst>
            <pc:docMk/>
            <pc:sldMk cId="423890829" sldId="389"/>
            <ac:spMk id="700" creationId="{D71DDE63-1B48-92DD-BB43-B081A9673855}"/>
          </ac:spMkLst>
        </pc:spChg>
        <pc:spChg chg="mod">
          <ac:chgData name="Mayu Ninagawa (蜷川 真優 GE)" userId="15d22be4-2d84-414d-ac66-ca09a50eae87" providerId="ADAL" clId="{2A43D1C7-C612-4547-BA11-3049DC01C97C}" dt="2026-01-20T09:06:55.931" v="1564"/>
          <ac:spMkLst>
            <pc:docMk/>
            <pc:sldMk cId="423890829" sldId="389"/>
            <ac:spMk id="701" creationId="{837FD0E2-F264-0FAE-E0EB-F1781D6A9201}"/>
          </ac:spMkLst>
        </pc:spChg>
        <pc:spChg chg="mod">
          <ac:chgData name="Mayu Ninagawa (蜷川 真優 GE)" userId="15d22be4-2d84-414d-ac66-ca09a50eae87" providerId="ADAL" clId="{2A43D1C7-C612-4547-BA11-3049DC01C97C}" dt="2026-01-20T09:06:55.931" v="1564"/>
          <ac:spMkLst>
            <pc:docMk/>
            <pc:sldMk cId="423890829" sldId="389"/>
            <ac:spMk id="702" creationId="{480716D3-A639-E56A-D914-34A0BC629896}"/>
          </ac:spMkLst>
        </pc:spChg>
        <pc:spChg chg="mod">
          <ac:chgData name="Mayu Ninagawa (蜷川 真優 GE)" userId="15d22be4-2d84-414d-ac66-ca09a50eae87" providerId="ADAL" clId="{2A43D1C7-C612-4547-BA11-3049DC01C97C}" dt="2026-01-20T09:06:55.931" v="1564"/>
          <ac:spMkLst>
            <pc:docMk/>
            <pc:sldMk cId="423890829" sldId="389"/>
            <ac:spMk id="703" creationId="{8169FDB1-0C03-8F89-29E3-D184981CEB43}"/>
          </ac:spMkLst>
        </pc:spChg>
        <pc:spChg chg="mod">
          <ac:chgData name="Mayu Ninagawa (蜷川 真優 GE)" userId="15d22be4-2d84-414d-ac66-ca09a50eae87" providerId="ADAL" clId="{2A43D1C7-C612-4547-BA11-3049DC01C97C}" dt="2026-01-20T11:15:08.313" v="3050"/>
          <ac:spMkLst>
            <pc:docMk/>
            <pc:sldMk cId="423890829" sldId="389"/>
            <ac:spMk id="705" creationId="{E5B35BDC-0D39-D395-BD3E-078FBBDEA207}"/>
          </ac:spMkLst>
        </pc:spChg>
        <pc:spChg chg="mod">
          <ac:chgData name="Mayu Ninagawa (蜷川 真優 GE)" userId="15d22be4-2d84-414d-ac66-ca09a50eae87" providerId="ADAL" clId="{2A43D1C7-C612-4547-BA11-3049DC01C97C}" dt="2026-01-20T11:15:08.313" v="3050"/>
          <ac:spMkLst>
            <pc:docMk/>
            <pc:sldMk cId="423890829" sldId="389"/>
            <ac:spMk id="706" creationId="{1836C5B8-9AAD-5A52-7F3A-F7E9A12654A0}"/>
          </ac:spMkLst>
        </pc:spChg>
        <pc:spChg chg="mod">
          <ac:chgData name="Mayu Ninagawa (蜷川 真優 GE)" userId="15d22be4-2d84-414d-ac66-ca09a50eae87" providerId="ADAL" clId="{2A43D1C7-C612-4547-BA11-3049DC01C97C}" dt="2026-01-20T11:15:08.313" v="3050"/>
          <ac:spMkLst>
            <pc:docMk/>
            <pc:sldMk cId="423890829" sldId="389"/>
            <ac:spMk id="707" creationId="{F35D2B5F-F6AF-82B7-B1D7-9325D5D9F480}"/>
          </ac:spMkLst>
        </pc:spChg>
        <pc:spChg chg="mod">
          <ac:chgData name="Mayu Ninagawa (蜷川 真優 GE)" userId="15d22be4-2d84-414d-ac66-ca09a50eae87" providerId="ADAL" clId="{2A43D1C7-C612-4547-BA11-3049DC01C97C}" dt="2026-01-20T11:15:08.313" v="3050"/>
          <ac:spMkLst>
            <pc:docMk/>
            <pc:sldMk cId="423890829" sldId="389"/>
            <ac:spMk id="708" creationId="{FB150CE7-452B-0389-70E2-45344A779AB3}"/>
          </ac:spMkLst>
        </pc:spChg>
        <pc:spChg chg="mod">
          <ac:chgData name="Mayu Ninagawa (蜷川 真優 GE)" userId="15d22be4-2d84-414d-ac66-ca09a50eae87" providerId="ADAL" clId="{2A43D1C7-C612-4547-BA11-3049DC01C97C}" dt="2026-01-20T11:15:08.313" v="3050"/>
          <ac:spMkLst>
            <pc:docMk/>
            <pc:sldMk cId="423890829" sldId="389"/>
            <ac:spMk id="709" creationId="{2A3298E6-3411-E31C-2361-1C390BBF5A38}"/>
          </ac:spMkLst>
        </pc:spChg>
        <pc:spChg chg="mod">
          <ac:chgData name="Mayu Ninagawa (蜷川 真優 GE)" userId="15d22be4-2d84-414d-ac66-ca09a50eae87" providerId="ADAL" clId="{2A43D1C7-C612-4547-BA11-3049DC01C97C}" dt="2026-01-20T11:15:08.313" v="3050"/>
          <ac:spMkLst>
            <pc:docMk/>
            <pc:sldMk cId="423890829" sldId="389"/>
            <ac:spMk id="710" creationId="{AA81BF86-9443-06CB-117F-7D63795B0F3F}"/>
          </ac:spMkLst>
        </pc:spChg>
        <pc:spChg chg="mod">
          <ac:chgData name="Mayu Ninagawa (蜷川 真優 GE)" userId="15d22be4-2d84-414d-ac66-ca09a50eae87" providerId="ADAL" clId="{2A43D1C7-C612-4547-BA11-3049DC01C97C}" dt="2026-01-20T11:15:08.313" v="3050"/>
          <ac:spMkLst>
            <pc:docMk/>
            <pc:sldMk cId="423890829" sldId="389"/>
            <ac:spMk id="711" creationId="{77357DA9-0326-2C2A-2B0C-49CD6334A5BA}"/>
          </ac:spMkLst>
        </pc:spChg>
        <pc:spChg chg="mod">
          <ac:chgData name="Mayu Ninagawa (蜷川 真優 GE)" userId="15d22be4-2d84-414d-ac66-ca09a50eae87" providerId="ADAL" clId="{2A43D1C7-C612-4547-BA11-3049DC01C97C}" dt="2026-01-20T11:15:08.313" v="3050"/>
          <ac:spMkLst>
            <pc:docMk/>
            <pc:sldMk cId="423890829" sldId="389"/>
            <ac:spMk id="712" creationId="{471A42D5-746B-14C0-9503-F7935607589D}"/>
          </ac:spMkLst>
        </pc:spChg>
        <pc:spChg chg="mod">
          <ac:chgData name="Mayu Ninagawa (蜷川 真優 GE)" userId="15d22be4-2d84-414d-ac66-ca09a50eae87" providerId="ADAL" clId="{2A43D1C7-C612-4547-BA11-3049DC01C97C}" dt="2026-01-20T11:15:08.313" v="3050"/>
          <ac:spMkLst>
            <pc:docMk/>
            <pc:sldMk cId="423890829" sldId="389"/>
            <ac:spMk id="713" creationId="{84CF23E5-D747-C53D-CD3B-208768133394}"/>
          </ac:spMkLst>
        </pc:spChg>
        <pc:spChg chg="mod">
          <ac:chgData name="Mayu Ninagawa (蜷川 真優 GE)" userId="15d22be4-2d84-414d-ac66-ca09a50eae87" providerId="ADAL" clId="{2A43D1C7-C612-4547-BA11-3049DC01C97C}" dt="2026-01-20T11:15:08.313" v="3050"/>
          <ac:spMkLst>
            <pc:docMk/>
            <pc:sldMk cId="423890829" sldId="389"/>
            <ac:spMk id="714" creationId="{32BED8EE-A54B-D49C-B729-505C401D9538}"/>
          </ac:spMkLst>
        </pc:spChg>
        <pc:spChg chg="mod">
          <ac:chgData name="Mayu Ninagawa (蜷川 真優 GE)" userId="15d22be4-2d84-414d-ac66-ca09a50eae87" providerId="ADAL" clId="{2A43D1C7-C612-4547-BA11-3049DC01C97C}" dt="2026-01-20T11:15:08.313" v="3050"/>
          <ac:spMkLst>
            <pc:docMk/>
            <pc:sldMk cId="423890829" sldId="389"/>
            <ac:spMk id="715" creationId="{85FF7043-4161-1767-B522-F532220BB24E}"/>
          </ac:spMkLst>
        </pc:spChg>
        <pc:spChg chg="mod">
          <ac:chgData name="Mayu Ninagawa (蜷川 真優 GE)" userId="15d22be4-2d84-414d-ac66-ca09a50eae87" providerId="ADAL" clId="{2A43D1C7-C612-4547-BA11-3049DC01C97C}" dt="2026-01-20T11:15:08.313" v="3050"/>
          <ac:spMkLst>
            <pc:docMk/>
            <pc:sldMk cId="423890829" sldId="389"/>
            <ac:spMk id="716" creationId="{8CB76CB1-C71A-52C3-415B-20546F3E68ED}"/>
          </ac:spMkLst>
        </pc:spChg>
        <pc:spChg chg="mod">
          <ac:chgData name="Mayu Ninagawa (蜷川 真優 GE)" userId="15d22be4-2d84-414d-ac66-ca09a50eae87" providerId="ADAL" clId="{2A43D1C7-C612-4547-BA11-3049DC01C97C}" dt="2026-01-20T11:15:08.313" v="3050"/>
          <ac:spMkLst>
            <pc:docMk/>
            <pc:sldMk cId="423890829" sldId="389"/>
            <ac:spMk id="717" creationId="{604C6CEC-5D29-48CE-561E-EC01B2B356C0}"/>
          </ac:spMkLst>
        </pc:spChg>
        <pc:spChg chg="mod">
          <ac:chgData name="Mayu Ninagawa (蜷川 真優 GE)" userId="15d22be4-2d84-414d-ac66-ca09a50eae87" providerId="ADAL" clId="{2A43D1C7-C612-4547-BA11-3049DC01C97C}" dt="2026-01-20T11:15:08.313" v="3050"/>
          <ac:spMkLst>
            <pc:docMk/>
            <pc:sldMk cId="423890829" sldId="389"/>
            <ac:spMk id="718" creationId="{425174B8-E7FA-3E24-6EA6-EF6872E8F1D0}"/>
          </ac:spMkLst>
        </pc:spChg>
        <pc:spChg chg="mod">
          <ac:chgData name="Mayu Ninagawa (蜷川 真優 GE)" userId="15d22be4-2d84-414d-ac66-ca09a50eae87" providerId="ADAL" clId="{2A43D1C7-C612-4547-BA11-3049DC01C97C}" dt="2026-01-20T11:15:08.313" v="3050"/>
          <ac:spMkLst>
            <pc:docMk/>
            <pc:sldMk cId="423890829" sldId="389"/>
            <ac:spMk id="719" creationId="{2732AD4B-0F64-A911-4D82-2640F9B4713D}"/>
          </ac:spMkLst>
        </pc:spChg>
        <pc:spChg chg="mod">
          <ac:chgData name="Mayu Ninagawa (蜷川 真優 GE)" userId="15d22be4-2d84-414d-ac66-ca09a50eae87" providerId="ADAL" clId="{2A43D1C7-C612-4547-BA11-3049DC01C97C}" dt="2026-01-20T11:15:08.313" v="3050"/>
          <ac:spMkLst>
            <pc:docMk/>
            <pc:sldMk cId="423890829" sldId="389"/>
            <ac:spMk id="720" creationId="{D1384D1D-6070-3611-6FB2-435BB2B3C359}"/>
          </ac:spMkLst>
        </pc:spChg>
        <pc:spChg chg="mod">
          <ac:chgData name="Mayu Ninagawa (蜷川 真優 GE)" userId="15d22be4-2d84-414d-ac66-ca09a50eae87" providerId="ADAL" clId="{2A43D1C7-C612-4547-BA11-3049DC01C97C}" dt="2026-01-20T11:15:08.313" v="3050"/>
          <ac:spMkLst>
            <pc:docMk/>
            <pc:sldMk cId="423890829" sldId="389"/>
            <ac:spMk id="721" creationId="{60E71166-7EED-455A-D2AC-FDDA20313C7A}"/>
          </ac:spMkLst>
        </pc:spChg>
        <pc:spChg chg="mod">
          <ac:chgData name="Mayu Ninagawa (蜷川 真優 GE)" userId="15d22be4-2d84-414d-ac66-ca09a50eae87" providerId="ADAL" clId="{2A43D1C7-C612-4547-BA11-3049DC01C97C}" dt="2026-01-20T11:15:08.313" v="3050"/>
          <ac:spMkLst>
            <pc:docMk/>
            <pc:sldMk cId="423890829" sldId="389"/>
            <ac:spMk id="722" creationId="{F6DC2D04-1BF4-0432-28C8-D76A8DF7221A}"/>
          </ac:spMkLst>
        </pc:spChg>
        <pc:spChg chg="mod">
          <ac:chgData name="Mayu Ninagawa (蜷川 真優 GE)" userId="15d22be4-2d84-414d-ac66-ca09a50eae87" providerId="ADAL" clId="{2A43D1C7-C612-4547-BA11-3049DC01C97C}" dt="2026-01-20T11:15:08.313" v="3050"/>
          <ac:spMkLst>
            <pc:docMk/>
            <pc:sldMk cId="423890829" sldId="389"/>
            <ac:spMk id="723" creationId="{F27D9758-1ABD-76CF-D3BD-01B60FD2E4D8}"/>
          </ac:spMkLst>
        </pc:spChg>
        <pc:spChg chg="mod">
          <ac:chgData name="Mayu Ninagawa (蜷川 真優 GE)" userId="15d22be4-2d84-414d-ac66-ca09a50eae87" providerId="ADAL" clId="{2A43D1C7-C612-4547-BA11-3049DC01C97C}" dt="2026-01-20T11:15:08.313" v="3050"/>
          <ac:spMkLst>
            <pc:docMk/>
            <pc:sldMk cId="423890829" sldId="389"/>
            <ac:spMk id="724" creationId="{93EBAAA6-28FE-094E-CC63-82B981AF699E}"/>
          </ac:spMkLst>
        </pc:spChg>
        <pc:spChg chg="mod">
          <ac:chgData name="Mayu Ninagawa (蜷川 真優 GE)" userId="15d22be4-2d84-414d-ac66-ca09a50eae87" providerId="ADAL" clId="{2A43D1C7-C612-4547-BA11-3049DC01C97C}" dt="2026-01-20T11:15:08.313" v="3050"/>
          <ac:spMkLst>
            <pc:docMk/>
            <pc:sldMk cId="423890829" sldId="389"/>
            <ac:spMk id="725" creationId="{411D9162-D19B-B6A4-B016-E39BCC137DFC}"/>
          </ac:spMkLst>
        </pc:spChg>
        <pc:spChg chg="mod">
          <ac:chgData name="Mayu Ninagawa (蜷川 真優 GE)" userId="15d22be4-2d84-414d-ac66-ca09a50eae87" providerId="ADAL" clId="{2A43D1C7-C612-4547-BA11-3049DC01C97C}" dt="2026-01-20T11:15:08.313" v="3050"/>
          <ac:spMkLst>
            <pc:docMk/>
            <pc:sldMk cId="423890829" sldId="389"/>
            <ac:spMk id="726" creationId="{853A54E6-3CB2-DED6-D75F-0610F642973D}"/>
          </ac:spMkLst>
        </pc:spChg>
        <pc:spChg chg="mod">
          <ac:chgData name="Mayu Ninagawa (蜷川 真優 GE)" userId="15d22be4-2d84-414d-ac66-ca09a50eae87" providerId="ADAL" clId="{2A43D1C7-C612-4547-BA11-3049DC01C97C}" dt="2026-01-20T11:15:08.313" v="3050"/>
          <ac:spMkLst>
            <pc:docMk/>
            <pc:sldMk cId="423890829" sldId="389"/>
            <ac:spMk id="727" creationId="{7AEBC70C-926F-A58A-75F8-60DA062E3223}"/>
          </ac:spMkLst>
        </pc:spChg>
        <pc:spChg chg="mod">
          <ac:chgData name="Mayu Ninagawa (蜷川 真優 GE)" userId="15d22be4-2d84-414d-ac66-ca09a50eae87" providerId="ADAL" clId="{2A43D1C7-C612-4547-BA11-3049DC01C97C}" dt="2026-01-20T11:15:08.313" v="3050"/>
          <ac:spMkLst>
            <pc:docMk/>
            <pc:sldMk cId="423890829" sldId="389"/>
            <ac:spMk id="728" creationId="{00D0528A-73E7-C280-3EC4-E4C00F5087E6}"/>
          </ac:spMkLst>
        </pc:spChg>
        <pc:spChg chg="mod">
          <ac:chgData name="Mayu Ninagawa (蜷川 真優 GE)" userId="15d22be4-2d84-414d-ac66-ca09a50eae87" providerId="ADAL" clId="{2A43D1C7-C612-4547-BA11-3049DC01C97C}" dt="2026-01-20T11:15:08.313" v="3050"/>
          <ac:spMkLst>
            <pc:docMk/>
            <pc:sldMk cId="423890829" sldId="389"/>
            <ac:spMk id="729" creationId="{C6F2431A-30E8-DC20-B522-C6CAFABB4205}"/>
          </ac:spMkLst>
        </pc:spChg>
        <pc:spChg chg="mod">
          <ac:chgData name="Mayu Ninagawa (蜷川 真優 GE)" userId="15d22be4-2d84-414d-ac66-ca09a50eae87" providerId="ADAL" clId="{2A43D1C7-C612-4547-BA11-3049DC01C97C}" dt="2026-01-20T11:15:08.313" v="3050"/>
          <ac:spMkLst>
            <pc:docMk/>
            <pc:sldMk cId="423890829" sldId="389"/>
            <ac:spMk id="730" creationId="{22A2ADEE-B874-9DD9-E40A-9D9569312D7F}"/>
          </ac:spMkLst>
        </pc:spChg>
        <pc:spChg chg="mod">
          <ac:chgData name="Mayu Ninagawa (蜷川 真優 GE)" userId="15d22be4-2d84-414d-ac66-ca09a50eae87" providerId="ADAL" clId="{2A43D1C7-C612-4547-BA11-3049DC01C97C}" dt="2026-01-20T11:15:08.313" v="3050"/>
          <ac:spMkLst>
            <pc:docMk/>
            <pc:sldMk cId="423890829" sldId="389"/>
            <ac:spMk id="731" creationId="{AFD89A95-B183-A36D-5552-AD810E0BAC21}"/>
          </ac:spMkLst>
        </pc:spChg>
        <pc:spChg chg="mod">
          <ac:chgData name="Mayu Ninagawa (蜷川 真優 GE)" userId="15d22be4-2d84-414d-ac66-ca09a50eae87" providerId="ADAL" clId="{2A43D1C7-C612-4547-BA11-3049DC01C97C}" dt="2026-01-20T11:15:08.313" v="3050"/>
          <ac:spMkLst>
            <pc:docMk/>
            <pc:sldMk cId="423890829" sldId="389"/>
            <ac:spMk id="732" creationId="{02BD9048-ACD7-8A71-66C9-0A799E720FFB}"/>
          </ac:spMkLst>
        </pc:spChg>
        <pc:spChg chg="mod">
          <ac:chgData name="Mayu Ninagawa (蜷川 真優 GE)" userId="15d22be4-2d84-414d-ac66-ca09a50eae87" providerId="ADAL" clId="{2A43D1C7-C612-4547-BA11-3049DC01C97C}" dt="2026-01-20T11:15:08.313" v="3050"/>
          <ac:spMkLst>
            <pc:docMk/>
            <pc:sldMk cId="423890829" sldId="389"/>
            <ac:spMk id="733" creationId="{0C418342-BA8B-B2FA-DFDA-F6253325BF7A}"/>
          </ac:spMkLst>
        </pc:spChg>
        <pc:spChg chg="mod">
          <ac:chgData name="Mayu Ninagawa (蜷川 真優 GE)" userId="15d22be4-2d84-414d-ac66-ca09a50eae87" providerId="ADAL" clId="{2A43D1C7-C612-4547-BA11-3049DC01C97C}" dt="2026-01-20T11:15:08.313" v="3050"/>
          <ac:spMkLst>
            <pc:docMk/>
            <pc:sldMk cId="423890829" sldId="389"/>
            <ac:spMk id="734" creationId="{38E7C8AB-4264-5A59-9905-8A2D4CF3AC3C}"/>
          </ac:spMkLst>
        </pc:spChg>
        <pc:spChg chg="mod">
          <ac:chgData name="Mayu Ninagawa (蜷川 真優 GE)" userId="15d22be4-2d84-414d-ac66-ca09a50eae87" providerId="ADAL" clId="{2A43D1C7-C612-4547-BA11-3049DC01C97C}" dt="2026-01-20T11:15:08.313" v="3050"/>
          <ac:spMkLst>
            <pc:docMk/>
            <pc:sldMk cId="423890829" sldId="389"/>
            <ac:spMk id="735" creationId="{68E7ECEA-3C07-B0D6-9106-D48A42DA02EE}"/>
          </ac:spMkLst>
        </pc:spChg>
        <pc:spChg chg="mod">
          <ac:chgData name="Mayu Ninagawa (蜷川 真優 GE)" userId="15d22be4-2d84-414d-ac66-ca09a50eae87" providerId="ADAL" clId="{2A43D1C7-C612-4547-BA11-3049DC01C97C}" dt="2026-01-20T11:15:08.313" v="3050"/>
          <ac:spMkLst>
            <pc:docMk/>
            <pc:sldMk cId="423890829" sldId="389"/>
            <ac:spMk id="736" creationId="{2EC7997B-EE22-8945-2A3F-06DF24EAE22F}"/>
          </ac:spMkLst>
        </pc:spChg>
        <pc:spChg chg="mod">
          <ac:chgData name="Mayu Ninagawa (蜷川 真優 GE)" userId="15d22be4-2d84-414d-ac66-ca09a50eae87" providerId="ADAL" clId="{2A43D1C7-C612-4547-BA11-3049DC01C97C}" dt="2026-01-20T11:15:08.313" v="3050"/>
          <ac:spMkLst>
            <pc:docMk/>
            <pc:sldMk cId="423890829" sldId="389"/>
            <ac:spMk id="737" creationId="{9705C328-F8E8-4C53-9950-7BA454CBC25C}"/>
          </ac:spMkLst>
        </pc:spChg>
        <pc:spChg chg="mod">
          <ac:chgData name="Mayu Ninagawa (蜷川 真優 GE)" userId="15d22be4-2d84-414d-ac66-ca09a50eae87" providerId="ADAL" clId="{2A43D1C7-C612-4547-BA11-3049DC01C97C}" dt="2026-01-20T11:15:08.313" v="3050"/>
          <ac:spMkLst>
            <pc:docMk/>
            <pc:sldMk cId="423890829" sldId="389"/>
            <ac:spMk id="738" creationId="{B8A413ED-5E54-F014-6BFC-F246300D9AE5}"/>
          </ac:spMkLst>
        </pc:spChg>
        <pc:spChg chg="mod">
          <ac:chgData name="Mayu Ninagawa (蜷川 真優 GE)" userId="15d22be4-2d84-414d-ac66-ca09a50eae87" providerId="ADAL" clId="{2A43D1C7-C612-4547-BA11-3049DC01C97C}" dt="2026-01-20T11:15:08.313" v="3050"/>
          <ac:spMkLst>
            <pc:docMk/>
            <pc:sldMk cId="423890829" sldId="389"/>
            <ac:spMk id="739" creationId="{0B11D36B-D9B4-D2B7-70F4-0316A692CEB2}"/>
          </ac:spMkLst>
        </pc:spChg>
        <pc:spChg chg="mod">
          <ac:chgData name="Mayu Ninagawa (蜷川 真優 GE)" userId="15d22be4-2d84-414d-ac66-ca09a50eae87" providerId="ADAL" clId="{2A43D1C7-C612-4547-BA11-3049DC01C97C}" dt="2026-01-20T11:15:08.313" v="3050"/>
          <ac:spMkLst>
            <pc:docMk/>
            <pc:sldMk cId="423890829" sldId="389"/>
            <ac:spMk id="740" creationId="{F5A03366-A7BC-AD0B-8ACF-DD322AB4C531}"/>
          </ac:spMkLst>
        </pc:spChg>
        <pc:spChg chg="mod">
          <ac:chgData name="Mayu Ninagawa (蜷川 真優 GE)" userId="15d22be4-2d84-414d-ac66-ca09a50eae87" providerId="ADAL" clId="{2A43D1C7-C612-4547-BA11-3049DC01C97C}" dt="2026-01-20T11:15:08.313" v="3050"/>
          <ac:spMkLst>
            <pc:docMk/>
            <pc:sldMk cId="423890829" sldId="389"/>
            <ac:spMk id="741" creationId="{BDF1CFFC-6495-4304-11C5-BA99A0DF10F9}"/>
          </ac:spMkLst>
        </pc:spChg>
        <pc:spChg chg="mod">
          <ac:chgData name="Mayu Ninagawa (蜷川 真優 GE)" userId="15d22be4-2d84-414d-ac66-ca09a50eae87" providerId="ADAL" clId="{2A43D1C7-C612-4547-BA11-3049DC01C97C}" dt="2026-01-20T11:15:08.313" v="3050"/>
          <ac:spMkLst>
            <pc:docMk/>
            <pc:sldMk cId="423890829" sldId="389"/>
            <ac:spMk id="742" creationId="{2AED4DB0-178F-8EE6-D7DD-E5351F153AC6}"/>
          </ac:spMkLst>
        </pc:spChg>
        <pc:spChg chg="mod">
          <ac:chgData name="Mayu Ninagawa (蜷川 真優 GE)" userId="15d22be4-2d84-414d-ac66-ca09a50eae87" providerId="ADAL" clId="{2A43D1C7-C612-4547-BA11-3049DC01C97C}" dt="2026-01-20T11:15:08.313" v="3050"/>
          <ac:spMkLst>
            <pc:docMk/>
            <pc:sldMk cId="423890829" sldId="389"/>
            <ac:spMk id="743" creationId="{1402BD8F-A05B-128A-934D-C3B947AFF61F}"/>
          </ac:spMkLst>
        </pc:spChg>
        <pc:spChg chg="mod">
          <ac:chgData name="Mayu Ninagawa (蜷川 真優 GE)" userId="15d22be4-2d84-414d-ac66-ca09a50eae87" providerId="ADAL" clId="{2A43D1C7-C612-4547-BA11-3049DC01C97C}" dt="2026-01-20T11:15:08.313" v="3050"/>
          <ac:spMkLst>
            <pc:docMk/>
            <pc:sldMk cId="423890829" sldId="389"/>
            <ac:spMk id="744" creationId="{1C637E26-E5D6-B1EA-FF6E-266CFC483ACC}"/>
          </ac:spMkLst>
        </pc:spChg>
        <pc:spChg chg="mod">
          <ac:chgData name="Mayu Ninagawa (蜷川 真優 GE)" userId="15d22be4-2d84-414d-ac66-ca09a50eae87" providerId="ADAL" clId="{2A43D1C7-C612-4547-BA11-3049DC01C97C}" dt="2026-01-20T11:15:08.313" v="3050"/>
          <ac:spMkLst>
            <pc:docMk/>
            <pc:sldMk cId="423890829" sldId="389"/>
            <ac:spMk id="745" creationId="{7B99F5BC-5220-C4FB-55A5-581F45E6AE7F}"/>
          </ac:spMkLst>
        </pc:spChg>
        <pc:spChg chg="mod">
          <ac:chgData name="Mayu Ninagawa (蜷川 真優 GE)" userId="15d22be4-2d84-414d-ac66-ca09a50eae87" providerId="ADAL" clId="{2A43D1C7-C612-4547-BA11-3049DC01C97C}" dt="2026-01-20T11:15:08.313" v="3050"/>
          <ac:spMkLst>
            <pc:docMk/>
            <pc:sldMk cId="423890829" sldId="389"/>
            <ac:spMk id="746" creationId="{D274E18A-CA3E-4A37-DBDE-AA3ECFCAB821}"/>
          </ac:spMkLst>
        </pc:spChg>
        <pc:spChg chg="mod">
          <ac:chgData name="Mayu Ninagawa (蜷川 真優 GE)" userId="15d22be4-2d84-414d-ac66-ca09a50eae87" providerId="ADAL" clId="{2A43D1C7-C612-4547-BA11-3049DC01C97C}" dt="2026-01-20T11:15:08.313" v="3050"/>
          <ac:spMkLst>
            <pc:docMk/>
            <pc:sldMk cId="423890829" sldId="389"/>
            <ac:spMk id="747" creationId="{672AAF20-03B9-A212-6ADD-AD83B6BA7D5B}"/>
          </ac:spMkLst>
        </pc:spChg>
        <pc:spChg chg="mod">
          <ac:chgData name="Mayu Ninagawa (蜷川 真優 GE)" userId="15d22be4-2d84-414d-ac66-ca09a50eae87" providerId="ADAL" clId="{2A43D1C7-C612-4547-BA11-3049DC01C97C}" dt="2026-01-20T11:15:08.313" v="3050"/>
          <ac:spMkLst>
            <pc:docMk/>
            <pc:sldMk cId="423890829" sldId="389"/>
            <ac:spMk id="748" creationId="{9557D955-0855-2438-D3CF-F73414170F22}"/>
          </ac:spMkLst>
        </pc:spChg>
        <pc:spChg chg="mod">
          <ac:chgData name="Mayu Ninagawa (蜷川 真優 GE)" userId="15d22be4-2d84-414d-ac66-ca09a50eae87" providerId="ADAL" clId="{2A43D1C7-C612-4547-BA11-3049DC01C97C}" dt="2026-01-20T11:15:08.313" v="3050"/>
          <ac:spMkLst>
            <pc:docMk/>
            <pc:sldMk cId="423890829" sldId="389"/>
            <ac:spMk id="749" creationId="{28D7F6CB-6D51-6AD7-D35B-9E0038E0BECD}"/>
          </ac:spMkLst>
        </pc:spChg>
        <pc:spChg chg="mod">
          <ac:chgData name="Mayu Ninagawa (蜷川 真優 GE)" userId="15d22be4-2d84-414d-ac66-ca09a50eae87" providerId="ADAL" clId="{2A43D1C7-C612-4547-BA11-3049DC01C97C}" dt="2026-01-20T11:15:08.313" v="3050"/>
          <ac:spMkLst>
            <pc:docMk/>
            <pc:sldMk cId="423890829" sldId="389"/>
            <ac:spMk id="750" creationId="{17A27284-9D0B-8279-73AB-A4A4713D67DF}"/>
          </ac:spMkLst>
        </pc:spChg>
        <pc:spChg chg="mod">
          <ac:chgData name="Mayu Ninagawa (蜷川 真優 GE)" userId="15d22be4-2d84-414d-ac66-ca09a50eae87" providerId="ADAL" clId="{2A43D1C7-C612-4547-BA11-3049DC01C97C}" dt="2026-01-20T11:15:08.313" v="3050"/>
          <ac:spMkLst>
            <pc:docMk/>
            <pc:sldMk cId="423890829" sldId="389"/>
            <ac:spMk id="751" creationId="{99515F07-3014-F641-86F2-637E331CAA3E}"/>
          </ac:spMkLst>
        </pc:spChg>
        <pc:spChg chg="mod">
          <ac:chgData name="Mayu Ninagawa (蜷川 真優 GE)" userId="15d22be4-2d84-414d-ac66-ca09a50eae87" providerId="ADAL" clId="{2A43D1C7-C612-4547-BA11-3049DC01C97C}" dt="2026-01-20T11:15:08.313" v="3050"/>
          <ac:spMkLst>
            <pc:docMk/>
            <pc:sldMk cId="423890829" sldId="389"/>
            <ac:spMk id="752" creationId="{D6B08F5E-7C36-06D8-2DBC-6D6BDFEE0512}"/>
          </ac:spMkLst>
        </pc:spChg>
        <pc:spChg chg="mod">
          <ac:chgData name="Mayu Ninagawa (蜷川 真優 GE)" userId="15d22be4-2d84-414d-ac66-ca09a50eae87" providerId="ADAL" clId="{2A43D1C7-C612-4547-BA11-3049DC01C97C}" dt="2026-01-20T11:15:08.313" v="3050"/>
          <ac:spMkLst>
            <pc:docMk/>
            <pc:sldMk cId="423890829" sldId="389"/>
            <ac:spMk id="753" creationId="{8532308D-22B5-6CC4-225E-E5A9F8923468}"/>
          </ac:spMkLst>
        </pc:spChg>
        <pc:spChg chg="mod">
          <ac:chgData name="Mayu Ninagawa (蜷川 真優 GE)" userId="15d22be4-2d84-414d-ac66-ca09a50eae87" providerId="ADAL" clId="{2A43D1C7-C612-4547-BA11-3049DC01C97C}" dt="2026-01-20T11:15:08.313" v="3050"/>
          <ac:spMkLst>
            <pc:docMk/>
            <pc:sldMk cId="423890829" sldId="389"/>
            <ac:spMk id="754" creationId="{700831E8-35B0-C64C-7D61-9BEA3A9859BF}"/>
          </ac:spMkLst>
        </pc:spChg>
        <pc:spChg chg="mod">
          <ac:chgData name="Mayu Ninagawa (蜷川 真優 GE)" userId="15d22be4-2d84-414d-ac66-ca09a50eae87" providerId="ADAL" clId="{2A43D1C7-C612-4547-BA11-3049DC01C97C}" dt="2026-01-20T11:15:08.313" v="3050"/>
          <ac:spMkLst>
            <pc:docMk/>
            <pc:sldMk cId="423890829" sldId="389"/>
            <ac:spMk id="755" creationId="{4C851561-44F8-442C-31C0-FA5CEC5C0DE1}"/>
          </ac:spMkLst>
        </pc:spChg>
        <pc:spChg chg="mod">
          <ac:chgData name="Mayu Ninagawa (蜷川 真優 GE)" userId="15d22be4-2d84-414d-ac66-ca09a50eae87" providerId="ADAL" clId="{2A43D1C7-C612-4547-BA11-3049DC01C97C}" dt="2026-01-20T11:15:08.313" v="3050"/>
          <ac:spMkLst>
            <pc:docMk/>
            <pc:sldMk cId="423890829" sldId="389"/>
            <ac:spMk id="756" creationId="{81E4EA79-A063-4E55-4F94-197B6F5C902F}"/>
          </ac:spMkLst>
        </pc:spChg>
        <pc:spChg chg="mod">
          <ac:chgData name="Mayu Ninagawa (蜷川 真優 GE)" userId="15d22be4-2d84-414d-ac66-ca09a50eae87" providerId="ADAL" clId="{2A43D1C7-C612-4547-BA11-3049DC01C97C}" dt="2026-01-20T11:15:08.313" v="3050"/>
          <ac:spMkLst>
            <pc:docMk/>
            <pc:sldMk cId="423890829" sldId="389"/>
            <ac:spMk id="757" creationId="{3B6918AE-530A-EF3A-A413-C7218F6250AE}"/>
          </ac:spMkLst>
        </pc:spChg>
        <pc:spChg chg="mod">
          <ac:chgData name="Mayu Ninagawa (蜷川 真優 GE)" userId="15d22be4-2d84-414d-ac66-ca09a50eae87" providerId="ADAL" clId="{2A43D1C7-C612-4547-BA11-3049DC01C97C}" dt="2026-01-20T11:15:08.313" v="3050"/>
          <ac:spMkLst>
            <pc:docMk/>
            <pc:sldMk cId="423890829" sldId="389"/>
            <ac:spMk id="758" creationId="{97E9E4CA-F460-D152-0C50-696F58815577}"/>
          </ac:spMkLst>
        </pc:spChg>
        <pc:spChg chg="mod">
          <ac:chgData name="Mayu Ninagawa (蜷川 真優 GE)" userId="15d22be4-2d84-414d-ac66-ca09a50eae87" providerId="ADAL" clId="{2A43D1C7-C612-4547-BA11-3049DC01C97C}" dt="2026-01-20T11:15:08.313" v="3050"/>
          <ac:spMkLst>
            <pc:docMk/>
            <pc:sldMk cId="423890829" sldId="389"/>
            <ac:spMk id="759" creationId="{F984393C-61CF-5094-255C-7DA5F213CA58}"/>
          </ac:spMkLst>
        </pc:spChg>
        <pc:spChg chg="mod">
          <ac:chgData name="Mayu Ninagawa (蜷川 真優 GE)" userId="15d22be4-2d84-414d-ac66-ca09a50eae87" providerId="ADAL" clId="{2A43D1C7-C612-4547-BA11-3049DC01C97C}" dt="2026-01-20T11:15:08.313" v="3050"/>
          <ac:spMkLst>
            <pc:docMk/>
            <pc:sldMk cId="423890829" sldId="389"/>
            <ac:spMk id="760" creationId="{6E057DDB-AA45-0DA5-2876-9E0D8B16F7E7}"/>
          </ac:spMkLst>
        </pc:spChg>
        <pc:spChg chg="mod">
          <ac:chgData name="Mayu Ninagawa (蜷川 真優 GE)" userId="15d22be4-2d84-414d-ac66-ca09a50eae87" providerId="ADAL" clId="{2A43D1C7-C612-4547-BA11-3049DC01C97C}" dt="2026-01-20T11:15:08.313" v="3050"/>
          <ac:spMkLst>
            <pc:docMk/>
            <pc:sldMk cId="423890829" sldId="389"/>
            <ac:spMk id="761" creationId="{0F774300-2C0C-FC80-58BC-9E78829775BD}"/>
          </ac:spMkLst>
        </pc:spChg>
        <pc:spChg chg="mod">
          <ac:chgData name="Mayu Ninagawa (蜷川 真優 GE)" userId="15d22be4-2d84-414d-ac66-ca09a50eae87" providerId="ADAL" clId="{2A43D1C7-C612-4547-BA11-3049DC01C97C}" dt="2026-01-20T11:15:08.313" v="3050"/>
          <ac:spMkLst>
            <pc:docMk/>
            <pc:sldMk cId="423890829" sldId="389"/>
            <ac:spMk id="762" creationId="{F68B34AF-4E16-D368-0159-AF989BB92BCC}"/>
          </ac:spMkLst>
        </pc:spChg>
        <pc:spChg chg="mod">
          <ac:chgData name="Mayu Ninagawa (蜷川 真優 GE)" userId="15d22be4-2d84-414d-ac66-ca09a50eae87" providerId="ADAL" clId="{2A43D1C7-C612-4547-BA11-3049DC01C97C}" dt="2026-01-20T11:15:08.313" v="3050"/>
          <ac:spMkLst>
            <pc:docMk/>
            <pc:sldMk cId="423890829" sldId="389"/>
            <ac:spMk id="763" creationId="{DB46BCEA-0ABB-0C3A-8068-5E439C6290EA}"/>
          </ac:spMkLst>
        </pc:spChg>
        <pc:spChg chg="mod">
          <ac:chgData name="Mayu Ninagawa (蜷川 真優 GE)" userId="15d22be4-2d84-414d-ac66-ca09a50eae87" providerId="ADAL" clId="{2A43D1C7-C612-4547-BA11-3049DC01C97C}" dt="2026-01-20T11:15:08.313" v="3050"/>
          <ac:spMkLst>
            <pc:docMk/>
            <pc:sldMk cId="423890829" sldId="389"/>
            <ac:spMk id="764" creationId="{827B8E76-998A-88B9-B46F-8DC6D7755F88}"/>
          </ac:spMkLst>
        </pc:spChg>
        <pc:spChg chg="mod">
          <ac:chgData name="Mayu Ninagawa (蜷川 真優 GE)" userId="15d22be4-2d84-414d-ac66-ca09a50eae87" providerId="ADAL" clId="{2A43D1C7-C612-4547-BA11-3049DC01C97C}" dt="2026-01-20T11:15:08.313" v="3050"/>
          <ac:spMkLst>
            <pc:docMk/>
            <pc:sldMk cId="423890829" sldId="389"/>
            <ac:spMk id="765" creationId="{AA5751B5-C25E-FB94-738C-8FADAA3FFF15}"/>
          </ac:spMkLst>
        </pc:spChg>
        <pc:spChg chg="mod">
          <ac:chgData name="Mayu Ninagawa (蜷川 真優 GE)" userId="15d22be4-2d84-414d-ac66-ca09a50eae87" providerId="ADAL" clId="{2A43D1C7-C612-4547-BA11-3049DC01C97C}" dt="2026-01-20T11:15:08.313" v="3050"/>
          <ac:spMkLst>
            <pc:docMk/>
            <pc:sldMk cId="423890829" sldId="389"/>
            <ac:spMk id="766" creationId="{E5C84B67-3085-6A38-5D08-47A15342DB38}"/>
          </ac:spMkLst>
        </pc:spChg>
        <pc:spChg chg="mod">
          <ac:chgData name="Mayu Ninagawa (蜷川 真優 GE)" userId="15d22be4-2d84-414d-ac66-ca09a50eae87" providerId="ADAL" clId="{2A43D1C7-C612-4547-BA11-3049DC01C97C}" dt="2026-01-20T11:15:08.313" v="3050"/>
          <ac:spMkLst>
            <pc:docMk/>
            <pc:sldMk cId="423890829" sldId="389"/>
            <ac:spMk id="770" creationId="{BFBC6EDB-E74C-EFAF-9788-B00D1942D7E7}"/>
          </ac:spMkLst>
        </pc:spChg>
        <pc:spChg chg="mod">
          <ac:chgData name="Mayu Ninagawa (蜷川 真優 GE)" userId="15d22be4-2d84-414d-ac66-ca09a50eae87" providerId="ADAL" clId="{2A43D1C7-C612-4547-BA11-3049DC01C97C}" dt="2026-01-20T11:15:08.313" v="3050"/>
          <ac:spMkLst>
            <pc:docMk/>
            <pc:sldMk cId="423890829" sldId="389"/>
            <ac:spMk id="771" creationId="{314E7DB6-6BFB-39CF-36C5-01C91B6699AE}"/>
          </ac:spMkLst>
        </pc:spChg>
        <pc:spChg chg="mod">
          <ac:chgData name="Mayu Ninagawa (蜷川 真優 GE)" userId="15d22be4-2d84-414d-ac66-ca09a50eae87" providerId="ADAL" clId="{2A43D1C7-C612-4547-BA11-3049DC01C97C}" dt="2026-01-20T11:15:08.313" v="3050"/>
          <ac:spMkLst>
            <pc:docMk/>
            <pc:sldMk cId="423890829" sldId="389"/>
            <ac:spMk id="772" creationId="{69403B91-1429-6DA3-2F24-D694AC1CA9B7}"/>
          </ac:spMkLst>
        </pc:spChg>
        <pc:spChg chg="mod">
          <ac:chgData name="Mayu Ninagawa (蜷川 真優 GE)" userId="15d22be4-2d84-414d-ac66-ca09a50eae87" providerId="ADAL" clId="{2A43D1C7-C612-4547-BA11-3049DC01C97C}" dt="2026-01-20T11:15:08.313" v="3050"/>
          <ac:spMkLst>
            <pc:docMk/>
            <pc:sldMk cId="423890829" sldId="389"/>
            <ac:spMk id="773" creationId="{5D82D9E2-BEA1-B154-6DE3-5C7D45D156C4}"/>
          </ac:spMkLst>
        </pc:spChg>
        <pc:spChg chg="mod">
          <ac:chgData name="Mayu Ninagawa (蜷川 真優 GE)" userId="15d22be4-2d84-414d-ac66-ca09a50eae87" providerId="ADAL" clId="{2A43D1C7-C612-4547-BA11-3049DC01C97C}" dt="2026-01-20T11:15:08.313" v="3050"/>
          <ac:spMkLst>
            <pc:docMk/>
            <pc:sldMk cId="423890829" sldId="389"/>
            <ac:spMk id="774" creationId="{2D848CF0-4232-E708-48C3-0A6DD6744682}"/>
          </ac:spMkLst>
        </pc:spChg>
        <pc:spChg chg="mod">
          <ac:chgData name="Mayu Ninagawa (蜷川 真優 GE)" userId="15d22be4-2d84-414d-ac66-ca09a50eae87" providerId="ADAL" clId="{2A43D1C7-C612-4547-BA11-3049DC01C97C}" dt="2026-01-20T11:15:08.313" v="3050"/>
          <ac:spMkLst>
            <pc:docMk/>
            <pc:sldMk cId="423890829" sldId="389"/>
            <ac:spMk id="775" creationId="{3A7D50D8-C286-E1EB-9100-AC8E99F58BAA}"/>
          </ac:spMkLst>
        </pc:spChg>
        <pc:spChg chg="mod">
          <ac:chgData name="Mayu Ninagawa (蜷川 真優 GE)" userId="15d22be4-2d84-414d-ac66-ca09a50eae87" providerId="ADAL" clId="{2A43D1C7-C612-4547-BA11-3049DC01C97C}" dt="2026-01-20T11:15:08.313" v="3050"/>
          <ac:spMkLst>
            <pc:docMk/>
            <pc:sldMk cId="423890829" sldId="389"/>
            <ac:spMk id="776" creationId="{E881F6A4-1574-653A-5945-21E03BA2753B}"/>
          </ac:spMkLst>
        </pc:spChg>
        <pc:spChg chg="mod">
          <ac:chgData name="Mayu Ninagawa (蜷川 真優 GE)" userId="15d22be4-2d84-414d-ac66-ca09a50eae87" providerId="ADAL" clId="{2A43D1C7-C612-4547-BA11-3049DC01C97C}" dt="2026-01-20T11:15:08.313" v="3050"/>
          <ac:spMkLst>
            <pc:docMk/>
            <pc:sldMk cId="423890829" sldId="389"/>
            <ac:spMk id="777" creationId="{3B5B9D83-4103-114D-C5CD-18A5DEA202AA}"/>
          </ac:spMkLst>
        </pc:spChg>
        <pc:spChg chg="add mod">
          <ac:chgData name="Mayu Ninagawa (蜷川 真優 GE)" userId="15d22be4-2d84-414d-ac66-ca09a50eae87" providerId="ADAL" clId="{2A43D1C7-C612-4547-BA11-3049DC01C97C}" dt="2026-01-20T11:15:17.064" v="3053"/>
          <ac:spMkLst>
            <pc:docMk/>
            <pc:sldMk cId="423890829" sldId="389"/>
            <ac:spMk id="778" creationId="{3FF408C9-8757-FB0A-5A29-1DBCD3D65548}"/>
          </ac:spMkLst>
        </pc:spChg>
        <pc:spChg chg="mod">
          <ac:chgData name="Mayu Ninagawa (蜷川 真優 GE)" userId="15d22be4-2d84-414d-ac66-ca09a50eae87" providerId="ADAL" clId="{2A43D1C7-C612-4547-BA11-3049DC01C97C}" dt="2026-01-20T11:20:53.811" v="3113"/>
          <ac:spMkLst>
            <pc:docMk/>
            <pc:sldMk cId="423890829" sldId="389"/>
            <ac:spMk id="780" creationId="{396A37CA-7C65-7F0C-8A9D-A09AE1FA60FA}"/>
          </ac:spMkLst>
        </pc:spChg>
        <pc:spChg chg="mod">
          <ac:chgData name="Mayu Ninagawa (蜷川 真優 GE)" userId="15d22be4-2d84-414d-ac66-ca09a50eae87" providerId="ADAL" clId="{2A43D1C7-C612-4547-BA11-3049DC01C97C}" dt="2026-01-20T11:20:53.811" v="3113"/>
          <ac:spMkLst>
            <pc:docMk/>
            <pc:sldMk cId="423890829" sldId="389"/>
            <ac:spMk id="781" creationId="{E657B3D2-7A28-727F-9A74-743FE4E0EDBF}"/>
          </ac:spMkLst>
        </pc:spChg>
        <pc:spChg chg="mod">
          <ac:chgData name="Mayu Ninagawa (蜷川 真優 GE)" userId="15d22be4-2d84-414d-ac66-ca09a50eae87" providerId="ADAL" clId="{2A43D1C7-C612-4547-BA11-3049DC01C97C}" dt="2026-01-20T11:20:53.811" v="3113"/>
          <ac:spMkLst>
            <pc:docMk/>
            <pc:sldMk cId="423890829" sldId="389"/>
            <ac:spMk id="782" creationId="{14735E80-ABB2-2CD2-7861-73FDA8D90AE8}"/>
          </ac:spMkLst>
        </pc:spChg>
        <pc:spChg chg="mod">
          <ac:chgData name="Mayu Ninagawa (蜷川 真優 GE)" userId="15d22be4-2d84-414d-ac66-ca09a50eae87" providerId="ADAL" clId="{2A43D1C7-C612-4547-BA11-3049DC01C97C}" dt="2026-01-20T11:20:53.811" v="3113"/>
          <ac:spMkLst>
            <pc:docMk/>
            <pc:sldMk cId="423890829" sldId="389"/>
            <ac:spMk id="783" creationId="{84AF4E99-E083-F80A-D858-8770576DB281}"/>
          </ac:spMkLst>
        </pc:spChg>
        <pc:spChg chg="mod">
          <ac:chgData name="Mayu Ninagawa (蜷川 真優 GE)" userId="15d22be4-2d84-414d-ac66-ca09a50eae87" providerId="ADAL" clId="{2A43D1C7-C612-4547-BA11-3049DC01C97C}" dt="2026-01-20T11:20:53.811" v="3113"/>
          <ac:spMkLst>
            <pc:docMk/>
            <pc:sldMk cId="423890829" sldId="389"/>
            <ac:spMk id="784" creationId="{D5347929-8FAB-98DF-0FC4-6BB1690C5D1E}"/>
          </ac:spMkLst>
        </pc:spChg>
        <pc:spChg chg="mod">
          <ac:chgData name="Mayu Ninagawa (蜷川 真優 GE)" userId="15d22be4-2d84-414d-ac66-ca09a50eae87" providerId="ADAL" clId="{2A43D1C7-C612-4547-BA11-3049DC01C97C}" dt="2026-01-20T11:20:53.811" v="3113"/>
          <ac:spMkLst>
            <pc:docMk/>
            <pc:sldMk cId="423890829" sldId="389"/>
            <ac:spMk id="785" creationId="{7CBB6C41-13F4-83DF-1F84-53E33DFA1E38}"/>
          </ac:spMkLst>
        </pc:spChg>
        <pc:spChg chg="mod">
          <ac:chgData name="Mayu Ninagawa (蜷川 真優 GE)" userId="15d22be4-2d84-414d-ac66-ca09a50eae87" providerId="ADAL" clId="{2A43D1C7-C612-4547-BA11-3049DC01C97C}" dt="2026-01-20T11:20:53.811" v="3113"/>
          <ac:spMkLst>
            <pc:docMk/>
            <pc:sldMk cId="423890829" sldId="389"/>
            <ac:spMk id="786" creationId="{FA505302-B3C7-B395-6705-008477F9D81A}"/>
          </ac:spMkLst>
        </pc:spChg>
        <pc:spChg chg="mod">
          <ac:chgData name="Mayu Ninagawa (蜷川 真優 GE)" userId="15d22be4-2d84-414d-ac66-ca09a50eae87" providerId="ADAL" clId="{2A43D1C7-C612-4547-BA11-3049DC01C97C}" dt="2026-01-20T11:20:53.811" v="3113"/>
          <ac:spMkLst>
            <pc:docMk/>
            <pc:sldMk cId="423890829" sldId="389"/>
            <ac:spMk id="787" creationId="{D4358ABD-1D4A-45C6-7EDD-A30612DA573C}"/>
          </ac:spMkLst>
        </pc:spChg>
        <pc:spChg chg="mod">
          <ac:chgData name="Mayu Ninagawa (蜷川 真優 GE)" userId="15d22be4-2d84-414d-ac66-ca09a50eae87" providerId="ADAL" clId="{2A43D1C7-C612-4547-BA11-3049DC01C97C}" dt="2026-01-20T11:20:53.811" v="3113"/>
          <ac:spMkLst>
            <pc:docMk/>
            <pc:sldMk cId="423890829" sldId="389"/>
            <ac:spMk id="788" creationId="{AFEA1EAA-490E-757B-5E44-AEDE577A1418}"/>
          </ac:spMkLst>
        </pc:spChg>
        <pc:spChg chg="mod">
          <ac:chgData name="Mayu Ninagawa (蜷川 真優 GE)" userId="15d22be4-2d84-414d-ac66-ca09a50eae87" providerId="ADAL" clId="{2A43D1C7-C612-4547-BA11-3049DC01C97C}" dt="2026-01-20T11:20:53.811" v="3113"/>
          <ac:spMkLst>
            <pc:docMk/>
            <pc:sldMk cId="423890829" sldId="389"/>
            <ac:spMk id="789" creationId="{9F29C46D-AB98-EC5E-2DCB-382D0D92C810}"/>
          </ac:spMkLst>
        </pc:spChg>
        <pc:spChg chg="mod">
          <ac:chgData name="Mayu Ninagawa (蜷川 真優 GE)" userId="15d22be4-2d84-414d-ac66-ca09a50eae87" providerId="ADAL" clId="{2A43D1C7-C612-4547-BA11-3049DC01C97C}" dt="2026-01-20T11:20:53.811" v="3113"/>
          <ac:spMkLst>
            <pc:docMk/>
            <pc:sldMk cId="423890829" sldId="389"/>
            <ac:spMk id="790" creationId="{2DA060A0-BC41-AE13-9073-6F29138373EE}"/>
          </ac:spMkLst>
        </pc:spChg>
        <pc:spChg chg="mod">
          <ac:chgData name="Mayu Ninagawa (蜷川 真優 GE)" userId="15d22be4-2d84-414d-ac66-ca09a50eae87" providerId="ADAL" clId="{2A43D1C7-C612-4547-BA11-3049DC01C97C}" dt="2026-01-20T11:20:53.811" v="3113"/>
          <ac:spMkLst>
            <pc:docMk/>
            <pc:sldMk cId="423890829" sldId="389"/>
            <ac:spMk id="791" creationId="{C2876CA4-2E4F-784B-499C-A03C109E9CEC}"/>
          </ac:spMkLst>
        </pc:spChg>
        <pc:spChg chg="mod">
          <ac:chgData name="Mayu Ninagawa (蜷川 真優 GE)" userId="15d22be4-2d84-414d-ac66-ca09a50eae87" providerId="ADAL" clId="{2A43D1C7-C612-4547-BA11-3049DC01C97C}" dt="2026-01-20T11:20:53.811" v="3113"/>
          <ac:spMkLst>
            <pc:docMk/>
            <pc:sldMk cId="423890829" sldId="389"/>
            <ac:spMk id="792" creationId="{4196D54D-7C01-25A4-4C54-EA7B7E12D7BB}"/>
          </ac:spMkLst>
        </pc:spChg>
        <pc:spChg chg="mod">
          <ac:chgData name="Mayu Ninagawa (蜷川 真優 GE)" userId="15d22be4-2d84-414d-ac66-ca09a50eae87" providerId="ADAL" clId="{2A43D1C7-C612-4547-BA11-3049DC01C97C}" dt="2026-01-20T11:20:53.811" v="3113"/>
          <ac:spMkLst>
            <pc:docMk/>
            <pc:sldMk cId="423890829" sldId="389"/>
            <ac:spMk id="793" creationId="{E525F5ED-3572-11F0-0AAE-643AF29206B6}"/>
          </ac:spMkLst>
        </pc:spChg>
        <pc:spChg chg="mod">
          <ac:chgData name="Mayu Ninagawa (蜷川 真優 GE)" userId="15d22be4-2d84-414d-ac66-ca09a50eae87" providerId="ADAL" clId="{2A43D1C7-C612-4547-BA11-3049DC01C97C}" dt="2026-01-20T11:20:53.811" v="3113"/>
          <ac:spMkLst>
            <pc:docMk/>
            <pc:sldMk cId="423890829" sldId="389"/>
            <ac:spMk id="794" creationId="{1F69E36A-66C8-49A3-7301-BEAF4D9494B9}"/>
          </ac:spMkLst>
        </pc:spChg>
        <pc:spChg chg="mod">
          <ac:chgData name="Mayu Ninagawa (蜷川 真優 GE)" userId="15d22be4-2d84-414d-ac66-ca09a50eae87" providerId="ADAL" clId="{2A43D1C7-C612-4547-BA11-3049DC01C97C}" dt="2026-01-20T11:20:53.811" v="3113"/>
          <ac:spMkLst>
            <pc:docMk/>
            <pc:sldMk cId="423890829" sldId="389"/>
            <ac:spMk id="795" creationId="{FCDB6096-7F8D-6C02-83E6-AC250AAE0925}"/>
          </ac:spMkLst>
        </pc:spChg>
        <pc:spChg chg="mod">
          <ac:chgData name="Mayu Ninagawa (蜷川 真優 GE)" userId="15d22be4-2d84-414d-ac66-ca09a50eae87" providerId="ADAL" clId="{2A43D1C7-C612-4547-BA11-3049DC01C97C}" dt="2026-01-20T11:20:53.811" v="3113"/>
          <ac:spMkLst>
            <pc:docMk/>
            <pc:sldMk cId="423890829" sldId="389"/>
            <ac:spMk id="796" creationId="{AB7947AC-0F9E-3F8F-B9C5-CD47A8CEF6E5}"/>
          </ac:spMkLst>
        </pc:spChg>
        <pc:spChg chg="mod">
          <ac:chgData name="Mayu Ninagawa (蜷川 真優 GE)" userId="15d22be4-2d84-414d-ac66-ca09a50eae87" providerId="ADAL" clId="{2A43D1C7-C612-4547-BA11-3049DC01C97C}" dt="2026-01-20T11:20:53.811" v="3113"/>
          <ac:spMkLst>
            <pc:docMk/>
            <pc:sldMk cId="423890829" sldId="389"/>
            <ac:spMk id="797" creationId="{9615754E-58D0-2D13-89BD-8F74F48E6A36}"/>
          </ac:spMkLst>
        </pc:spChg>
        <pc:spChg chg="mod">
          <ac:chgData name="Mayu Ninagawa (蜷川 真優 GE)" userId="15d22be4-2d84-414d-ac66-ca09a50eae87" providerId="ADAL" clId="{2A43D1C7-C612-4547-BA11-3049DC01C97C}" dt="2026-01-20T11:20:53.811" v="3113"/>
          <ac:spMkLst>
            <pc:docMk/>
            <pc:sldMk cId="423890829" sldId="389"/>
            <ac:spMk id="798" creationId="{94437A4B-7ABE-8C94-AAD5-3F4571DDBDB0}"/>
          </ac:spMkLst>
        </pc:spChg>
        <pc:spChg chg="mod">
          <ac:chgData name="Mayu Ninagawa (蜷川 真優 GE)" userId="15d22be4-2d84-414d-ac66-ca09a50eae87" providerId="ADAL" clId="{2A43D1C7-C612-4547-BA11-3049DC01C97C}" dt="2026-01-20T11:20:53.811" v="3113"/>
          <ac:spMkLst>
            <pc:docMk/>
            <pc:sldMk cId="423890829" sldId="389"/>
            <ac:spMk id="799" creationId="{DD30E0D1-4B60-A07E-5559-D9D5F1FE0B08}"/>
          </ac:spMkLst>
        </pc:spChg>
        <pc:spChg chg="mod">
          <ac:chgData name="Mayu Ninagawa (蜷川 真優 GE)" userId="15d22be4-2d84-414d-ac66-ca09a50eae87" providerId="ADAL" clId="{2A43D1C7-C612-4547-BA11-3049DC01C97C}" dt="2026-01-20T11:20:53.811" v="3113"/>
          <ac:spMkLst>
            <pc:docMk/>
            <pc:sldMk cId="423890829" sldId="389"/>
            <ac:spMk id="800" creationId="{71741524-96A7-E53F-E786-C6015E498FC5}"/>
          </ac:spMkLst>
        </pc:spChg>
        <pc:spChg chg="mod">
          <ac:chgData name="Mayu Ninagawa (蜷川 真優 GE)" userId="15d22be4-2d84-414d-ac66-ca09a50eae87" providerId="ADAL" clId="{2A43D1C7-C612-4547-BA11-3049DC01C97C}" dt="2026-01-20T11:20:53.811" v="3113"/>
          <ac:spMkLst>
            <pc:docMk/>
            <pc:sldMk cId="423890829" sldId="389"/>
            <ac:spMk id="801" creationId="{F5BC8C20-3D8B-9AEC-71D1-83EDE1DA27FE}"/>
          </ac:spMkLst>
        </pc:spChg>
        <pc:spChg chg="mod">
          <ac:chgData name="Mayu Ninagawa (蜷川 真優 GE)" userId="15d22be4-2d84-414d-ac66-ca09a50eae87" providerId="ADAL" clId="{2A43D1C7-C612-4547-BA11-3049DC01C97C}" dt="2026-01-20T11:20:53.811" v="3113"/>
          <ac:spMkLst>
            <pc:docMk/>
            <pc:sldMk cId="423890829" sldId="389"/>
            <ac:spMk id="802" creationId="{79074DFC-18AB-7867-948D-E1BC47CD80C2}"/>
          </ac:spMkLst>
        </pc:spChg>
        <pc:spChg chg="mod">
          <ac:chgData name="Mayu Ninagawa (蜷川 真優 GE)" userId="15d22be4-2d84-414d-ac66-ca09a50eae87" providerId="ADAL" clId="{2A43D1C7-C612-4547-BA11-3049DC01C97C}" dt="2026-01-20T11:20:53.811" v="3113"/>
          <ac:spMkLst>
            <pc:docMk/>
            <pc:sldMk cId="423890829" sldId="389"/>
            <ac:spMk id="803" creationId="{8D337C48-2DBF-B7BF-041D-0563E3541536}"/>
          </ac:spMkLst>
        </pc:spChg>
        <pc:spChg chg="mod">
          <ac:chgData name="Mayu Ninagawa (蜷川 真優 GE)" userId="15d22be4-2d84-414d-ac66-ca09a50eae87" providerId="ADAL" clId="{2A43D1C7-C612-4547-BA11-3049DC01C97C}" dt="2026-01-20T11:20:53.811" v="3113"/>
          <ac:spMkLst>
            <pc:docMk/>
            <pc:sldMk cId="423890829" sldId="389"/>
            <ac:spMk id="804" creationId="{8491AF80-3A70-D2F1-0EBB-941A3B21C55E}"/>
          </ac:spMkLst>
        </pc:spChg>
        <pc:spChg chg="mod">
          <ac:chgData name="Mayu Ninagawa (蜷川 真優 GE)" userId="15d22be4-2d84-414d-ac66-ca09a50eae87" providerId="ADAL" clId="{2A43D1C7-C612-4547-BA11-3049DC01C97C}" dt="2026-01-20T11:20:53.811" v="3113"/>
          <ac:spMkLst>
            <pc:docMk/>
            <pc:sldMk cId="423890829" sldId="389"/>
            <ac:spMk id="805" creationId="{39CD4AE1-3728-A4B6-C1CD-ABBB71122C5D}"/>
          </ac:spMkLst>
        </pc:spChg>
        <pc:spChg chg="mod">
          <ac:chgData name="Mayu Ninagawa (蜷川 真優 GE)" userId="15d22be4-2d84-414d-ac66-ca09a50eae87" providerId="ADAL" clId="{2A43D1C7-C612-4547-BA11-3049DC01C97C}" dt="2026-01-20T11:20:53.811" v="3113"/>
          <ac:spMkLst>
            <pc:docMk/>
            <pc:sldMk cId="423890829" sldId="389"/>
            <ac:spMk id="806" creationId="{BD8BE6BE-736E-9C2B-9027-CCA040FD35FA}"/>
          </ac:spMkLst>
        </pc:spChg>
        <pc:spChg chg="mod">
          <ac:chgData name="Mayu Ninagawa (蜷川 真優 GE)" userId="15d22be4-2d84-414d-ac66-ca09a50eae87" providerId="ADAL" clId="{2A43D1C7-C612-4547-BA11-3049DC01C97C}" dt="2026-01-20T11:20:53.811" v="3113"/>
          <ac:spMkLst>
            <pc:docMk/>
            <pc:sldMk cId="423890829" sldId="389"/>
            <ac:spMk id="807" creationId="{6821843E-3399-664A-0352-38A38A1ABB75}"/>
          </ac:spMkLst>
        </pc:spChg>
        <pc:spChg chg="mod">
          <ac:chgData name="Mayu Ninagawa (蜷川 真優 GE)" userId="15d22be4-2d84-414d-ac66-ca09a50eae87" providerId="ADAL" clId="{2A43D1C7-C612-4547-BA11-3049DC01C97C}" dt="2026-01-20T11:20:53.811" v="3113"/>
          <ac:spMkLst>
            <pc:docMk/>
            <pc:sldMk cId="423890829" sldId="389"/>
            <ac:spMk id="808" creationId="{C1391BD5-81F3-A9F7-7E92-856A4E0943BB}"/>
          </ac:spMkLst>
        </pc:spChg>
        <pc:spChg chg="mod">
          <ac:chgData name="Mayu Ninagawa (蜷川 真優 GE)" userId="15d22be4-2d84-414d-ac66-ca09a50eae87" providerId="ADAL" clId="{2A43D1C7-C612-4547-BA11-3049DC01C97C}" dt="2026-01-20T11:20:53.811" v="3113"/>
          <ac:spMkLst>
            <pc:docMk/>
            <pc:sldMk cId="423890829" sldId="389"/>
            <ac:spMk id="809" creationId="{42FE400C-837A-905C-CAC8-A6B3BBE9E0F3}"/>
          </ac:spMkLst>
        </pc:spChg>
        <pc:spChg chg="mod">
          <ac:chgData name="Mayu Ninagawa (蜷川 真優 GE)" userId="15d22be4-2d84-414d-ac66-ca09a50eae87" providerId="ADAL" clId="{2A43D1C7-C612-4547-BA11-3049DC01C97C}" dt="2026-01-20T11:20:53.811" v="3113"/>
          <ac:spMkLst>
            <pc:docMk/>
            <pc:sldMk cId="423890829" sldId="389"/>
            <ac:spMk id="810" creationId="{97D98EA6-5AD5-E8E2-8D00-D05F4D4EFBB3}"/>
          </ac:spMkLst>
        </pc:spChg>
        <pc:spChg chg="mod">
          <ac:chgData name="Mayu Ninagawa (蜷川 真優 GE)" userId="15d22be4-2d84-414d-ac66-ca09a50eae87" providerId="ADAL" clId="{2A43D1C7-C612-4547-BA11-3049DC01C97C}" dt="2026-01-20T11:20:53.811" v="3113"/>
          <ac:spMkLst>
            <pc:docMk/>
            <pc:sldMk cId="423890829" sldId="389"/>
            <ac:spMk id="811" creationId="{8BAC3A74-A7EB-B6D6-174A-19FDF5CF7016}"/>
          </ac:spMkLst>
        </pc:spChg>
        <pc:spChg chg="mod">
          <ac:chgData name="Mayu Ninagawa (蜷川 真優 GE)" userId="15d22be4-2d84-414d-ac66-ca09a50eae87" providerId="ADAL" clId="{2A43D1C7-C612-4547-BA11-3049DC01C97C}" dt="2026-01-20T11:20:53.811" v="3113"/>
          <ac:spMkLst>
            <pc:docMk/>
            <pc:sldMk cId="423890829" sldId="389"/>
            <ac:spMk id="812" creationId="{CE285811-D836-C6CB-3335-CDA8732BDE08}"/>
          </ac:spMkLst>
        </pc:spChg>
        <pc:spChg chg="mod">
          <ac:chgData name="Mayu Ninagawa (蜷川 真優 GE)" userId="15d22be4-2d84-414d-ac66-ca09a50eae87" providerId="ADAL" clId="{2A43D1C7-C612-4547-BA11-3049DC01C97C}" dt="2026-01-20T11:20:53.811" v="3113"/>
          <ac:spMkLst>
            <pc:docMk/>
            <pc:sldMk cId="423890829" sldId="389"/>
            <ac:spMk id="813" creationId="{73161C6E-C529-6271-3A32-EF838864A3E0}"/>
          </ac:spMkLst>
        </pc:spChg>
        <pc:spChg chg="mod">
          <ac:chgData name="Mayu Ninagawa (蜷川 真優 GE)" userId="15d22be4-2d84-414d-ac66-ca09a50eae87" providerId="ADAL" clId="{2A43D1C7-C612-4547-BA11-3049DC01C97C}" dt="2026-01-20T11:20:53.811" v="3113"/>
          <ac:spMkLst>
            <pc:docMk/>
            <pc:sldMk cId="423890829" sldId="389"/>
            <ac:spMk id="814" creationId="{91AF3F68-DC8C-F6AE-37EA-F315D3FFD131}"/>
          </ac:spMkLst>
        </pc:spChg>
        <pc:spChg chg="mod">
          <ac:chgData name="Mayu Ninagawa (蜷川 真優 GE)" userId="15d22be4-2d84-414d-ac66-ca09a50eae87" providerId="ADAL" clId="{2A43D1C7-C612-4547-BA11-3049DC01C97C}" dt="2026-01-20T11:20:53.811" v="3113"/>
          <ac:spMkLst>
            <pc:docMk/>
            <pc:sldMk cId="423890829" sldId="389"/>
            <ac:spMk id="815" creationId="{E8A2742E-54B7-11F6-BCB4-D2E7C20786C8}"/>
          </ac:spMkLst>
        </pc:spChg>
        <pc:spChg chg="mod">
          <ac:chgData name="Mayu Ninagawa (蜷川 真優 GE)" userId="15d22be4-2d84-414d-ac66-ca09a50eae87" providerId="ADAL" clId="{2A43D1C7-C612-4547-BA11-3049DC01C97C}" dt="2026-01-20T11:20:53.811" v="3113"/>
          <ac:spMkLst>
            <pc:docMk/>
            <pc:sldMk cId="423890829" sldId="389"/>
            <ac:spMk id="816" creationId="{3EE34E36-CAC5-BF4D-151F-DEF3966939D2}"/>
          </ac:spMkLst>
        </pc:spChg>
        <pc:spChg chg="mod">
          <ac:chgData name="Mayu Ninagawa (蜷川 真優 GE)" userId="15d22be4-2d84-414d-ac66-ca09a50eae87" providerId="ADAL" clId="{2A43D1C7-C612-4547-BA11-3049DC01C97C}" dt="2026-01-20T11:20:53.811" v="3113"/>
          <ac:spMkLst>
            <pc:docMk/>
            <pc:sldMk cId="423890829" sldId="389"/>
            <ac:spMk id="817" creationId="{842FE894-2A02-A408-34E6-37A59469EF12}"/>
          </ac:spMkLst>
        </pc:spChg>
        <pc:spChg chg="mod">
          <ac:chgData name="Mayu Ninagawa (蜷川 真優 GE)" userId="15d22be4-2d84-414d-ac66-ca09a50eae87" providerId="ADAL" clId="{2A43D1C7-C612-4547-BA11-3049DC01C97C}" dt="2026-01-20T11:20:53.811" v="3113"/>
          <ac:spMkLst>
            <pc:docMk/>
            <pc:sldMk cId="423890829" sldId="389"/>
            <ac:spMk id="818" creationId="{546C1E58-31E3-FF17-D6EE-FA40E6912258}"/>
          </ac:spMkLst>
        </pc:spChg>
        <pc:spChg chg="mod">
          <ac:chgData name="Mayu Ninagawa (蜷川 真優 GE)" userId="15d22be4-2d84-414d-ac66-ca09a50eae87" providerId="ADAL" clId="{2A43D1C7-C612-4547-BA11-3049DC01C97C}" dt="2026-01-20T11:20:53.811" v="3113"/>
          <ac:spMkLst>
            <pc:docMk/>
            <pc:sldMk cId="423890829" sldId="389"/>
            <ac:spMk id="819" creationId="{1B39FCCD-19B1-9C80-A276-6CEE36FFC3A5}"/>
          </ac:spMkLst>
        </pc:spChg>
        <pc:spChg chg="mod">
          <ac:chgData name="Mayu Ninagawa (蜷川 真優 GE)" userId="15d22be4-2d84-414d-ac66-ca09a50eae87" providerId="ADAL" clId="{2A43D1C7-C612-4547-BA11-3049DC01C97C}" dt="2026-01-20T11:20:53.811" v="3113"/>
          <ac:spMkLst>
            <pc:docMk/>
            <pc:sldMk cId="423890829" sldId="389"/>
            <ac:spMk id="820" creationId="{FF24D724-4F6E-FE00-7D7C-A3C66DC35F99}"/>
          </ac:spMkLst>
        </pc:spChg>
        <pc:spChg chg="mod">
          <ac:chgData name="Mayu Ninagawa (蜷川 真優 GE)" userId="15d22be4-2d84-414d-ac66-ca09a50eae87" providerId="ADAL" clId="{2A43D1C7-C612-4547-BA11-3049DC01C97C}" dt="2026-01-20T11:20:53.811" v="3113"/>
          <ac:spMkLst>
            <pc:docMk/>
            <pc:sldMk cId="423890829" sldId="389"/>
            <ac:spMk id="821" creationId="{265355BF-CAEA-C5AA-6982-C78EBC8C8ECE}"/>
          </ac:spMkLst>
        </pc:spChg>
        <pc:spChg chg="mod">
          <ac:chgData name="Mayu Ninagawa (蜷川 真優 GE)" userId="15d22be4-2d84-414d-ac66-ca09a50eae87" providerId="ADAL" clId="{2A43D1C7-C612-4547-BA11-3049DC01C97C}" dt="2026-01-20T11:20:53.811" v="3113"/>
          <ac:spMkLst>
            <pc:docMk/>
            <pc:sldMk cId="423890829" sldId="389"/>
            <ac:spMk id="822" creationId="{1366FF2A-ED4E-94E3-2DB8-93EE7F7AC485}"/>
          </ac:spMkLst>
        </pc:spChg>
        <pc:spChg chg="mod">
          <ac:chgData name="Mayu Ninagawa (蜷川 真優 GE)" userId="15d22be4-2d84-414d-ac66-ca09a50eae87" providerId="ADAL" clId="{2A43D1C7-C612-4547-BA11-3049DC01C97C}" dt="2026-01-20T11:20:53.811" v="3113"/>
          <ac:spMkLst>
            <pc:docMk/>
            <pc:sldMk cId="423890829" sldId="389"/>
            <ac:spMk id="823" creationId="{C7826F5C-101F-7D3C-87CA-CE7B91A46F77}"/>
          </ac:spMkLst>
        </pc:spChg>
        <pc:spChg chg="mod">
          <ac:chgData name="Mayu Ninagawa (蜷川 真優 GE)" userId="15d22be4-2d84-414d-ac66-ca09a50eae87" providerId="ADAL" clId="{2A43D1C7-C612-4547-BA11-3049DC01C97C}" dt="2026-01-20T11:20:53.811" v="3113"/>
          <ac:spMkLst>
            <pc:docMk/>
            <pc:sldMk cId="423890829" sldId="389"/>
            <ac:spMk id="824" creationId="{CEA46E8B-D7BD-46C5-392D-B5313738136C}"/>
          </ac:spMkLst>
        </pc:spChg>
        <pc:spChg chg="mod">
          <ac:chgData name="Mayu Ninagawa (蜷川 真優 GE)" userId="15d22be4-2d84-414d-ac66-ca09a50eae87" providerId="ADAL" clId="{2A43D1C7-C612-4547-BA11-3049DC01C97C}" dt="2026-01-20T11:20:53.811" v="3113"/>
          <ac:spMkLst>
            <pc:docMk/>
            <pc:sldMk cId="423890829" sldId="389"/>
            <ac:spMk id="825" creationId="{D1A78349-12C5-8E9D-54BA-0D7650ECADB6}"/>
          </ac:spMkLst>
        </pc:spChg>
        <pc:spChg chg="mod">
          <ac:chgData name="Mayu Ninagawa (蜷川 真優 GE)" userId="15d22be4-2d84-414d-ac66-ca09a50eae87" providerId="ADAL" clId="{2A43D1C7-C612-4547-BA11-3049DC01C97C}" dt="2026-01-20T11:20:53.811" v="3113"/>
          <ac:spMkLst>
            <pc:docMk/>
            <pc:sldMk cId="423890829" sldId="389"/>
            <ac:spMk id="826" creationId="{AC634029-E575-ABA9-9B8B-C7AFFBE0C85F}"/>
          </ac:spMkLst>
        </pc:spChg>
        <pc:spChg chg="mod">
          <ac:chgData name="Mayu Ninagawa (蜷川 真優 GE)" userId="15d22be4-2d84-414d-ac66-ca09a50eae87" providerId="ADAL" clId="{2A43D1C7-C612-4547-BA11-3049DC01C97C}" dt="2026-01-20T11:20:53.811" v="3113"/>
          <ac:spMkLst>
            <pc:docMk/>
            <pc:sldMk cId="423890829" sldId="389"/>
            <ac:spMk id="827" creationId="{50C830F6-EA76-02BE-58B4-F14A8D246CAD}"/>
          </ac:spMkLst>
        </pc:spChg>
        <pc:spChg chg="mod">
          <ac:chgData name="Mayu Ninagawa (蜷川 真優 GE)" userId="15d22be4-2d84-414d-ac66-ca09a50eae87" providerId="ADAL" clId="{2A43D1C7-C612-4547-BA11-3049DC01C97C}" dt="2026-01-20T11:20:53.811" v="3113"/>
          <ac:spMkLst>
            <pc:docMk/>
            <pc:sldMk cId="423890829" sldId="389"/>
            <ac:spMk id="828" creationId="{ED94999F-1E2A-FB12-8923-1EC488F4615B}"/>
          </ac:spMkLst>
        </pc:spChg>
        <pc:spChg chg="mod">
          <ac:chgData name="Mayu Ninagawa (蜷川 真優 GE)" userId="15d22be4-2d84-414d-ac66-ca09a50eae87" providerId="ADAL" clId="{2A43D1C7-C612-4547-BA11-3049DC01C97C}" dt="2026-01-20T11:20:53.811" v="3113"/>
          <ac:spMkLst>
            <pc:docMk/>
            <pc:sldMk cId="423890829" sldId="389"/>
            <ac:spMk id="829" creationId="{F34B0B12-E240-484D-A5FE-5381F4B9B06C}"/>
          </ac:spMkLst>
        </pc:spChg>
        <pc:spChg chg="mod">
          <ac:chgData name="Mayu Ninagawa (蜷川 真優 GE)" userId="15d22be4-2d84-414d-ac66-ca09a50eae87" providerId="ADAL" clId="{2A43D1C7-C612-4547-BA11-3049DC01C97C}" dt="2026-01-20T11:20:53.811" v="3113"/>
          <ac:spMkLst>
            <pc:docMk/>
            <pc:sldMk cId="423890829" sldId="389"/>
            <ac:spMk id="830" creationId="{09BD6B8B-3A74-3A36-C80A-92D7B412131F}"/>
          </ac:spMkLst>
        </pc:spChg>
        <pc:spChg chg="mod">
          <ac:chgData name="Mayu Ninagawa (蜷川 真優 GE)" userId="15d22be4-2d84-414d-ac66-ca09a50eae87" providerId="ADAL" clId="{2A43D1C7-C612-4547-BA11-3049DC01C97C}" dt="2026-01-20T11:20:53.811" v="3113"/>
          <ac:spMkLst>
            <pc:docMk/>
            <pc:sldMk cId="423890829" sldId="389"/>
            <ac:spMk id="831" creationId="{CFC0BE61-5364-DD7E-0BBD-13667F25294B}"/>
          </ac:spMkLst>
        </pc:spChg>
        <pc:spChg chg="mod">
          <ac:chgData name="Mayu Ninagawa (蜷川 真優 GE)" userId="15d22be4-2d84-414d-ac66-ca09a50eae87" providerId="ADAL" clId="{2A43D1C7-C612-4547-BA11-3049DC01C97C}" dt="2026-01-20T11:20:53.811" v="3113"/>
          <ac:spMkLst>
            <pc:docMk/>
            <pc:sldMk cId="423890829" sldId="389"/>
            <ac:spMk id="832" creationId="{0ADC93AA-FE4E-3BB9-5615-B849FF5E3505}"/>
          </ac:spMkLst>
        </pc:spChg>
        <pc:spChg chg="mod">
          <ac:chgData name="Mayu Ninagawa (蜷川 真優 GE)" userId="15d22be4-2d84-414d-ac66-ca09a50eae87" providerId="ADAL" clId="{2A43D1C7-C612-4547-BA11-3049DC01C97C}" dt="2026-01-20T11:20:53.811" v="3113"/>
          <ac:spMkLst>
            <pc:docMk/>
            <pc:sldMk cId="423890829" sldId="389"/>
            <ac:spMk id="833" creationId="{4FDF5C20-A268-0410-BE66-B0FD009B7D49}"/>
          </ac:spMkLst>
        </pc:spChg>
        <pc:spChg chg="mod">
          <ac:chgData name="Mayu Ninagawa (蜷川 真優 GE)" userId="15d22be4-2d84-414d-ac66-ca09a50eae87" providerId="ADAL" clId="{2A43D1C7-C612-4547-BA11-3049DC01C97C}" dt="2026-01-20T11:20:53.811" v="3113"/>
          <ac:spMkLst>
            <pc:docMk/>
            <pc:sldMk cId="423890829" sldId="389"/>
            <ac:spMk id="834" creationId="{6D0891BA-7BF4-132F-FE08-E2B77B4563C5}"/>
          </ac:spMkLst>
        </pc:spChg>
        <pc:spChg chg="mod">
          <ac:chgData name="Mayu Ninagawa (蜷川 真優 GE)" userId="15d22be4-2d84-414d-ac66-ca09a50eae87" providerId="ADAL" clId="{2A43D1C7-C612-4547-BA11-3049DC01C97C}" dt="2026-01-20T11:20:53.811" v="3113"/>
          <ac:spMkLst>
            <pc:docMk/>
            <pc:sldMk cId="423890829" sldId="389"/>
            <ac:spMk id="835" creationId="{05B5CAB5-2C3F-9C86-5857-6D180F2E6960}"/>
          </ac:spMkLst>
        </pc:spChg>
        <pc:spChg chg="mod">
          <ac:chgData name="Mayu Ninagawa (蜷川 真優 GE)" userId="15d22be4-2d84-414d-ac66-ca09a50eae87" providerId="ADAL" clId="{2A43D1C7-C612-4547-BA11-3049DC01C97C}" dt="2026-01-20T11:20:53.811" v="3113"/>
          <ac:spMkLst>
            <pc:docMk/>
            <pc:sldMk cId="423890829" sldId="389"/>
            <ac:spMk id="836" creationId="{D8680A00-CE37-6C46-A0E8-C68021815797}"/>
          </ac:spMkLst>
        </pc:spChg>
        <pc:spChg chg="mod">
          <ac:chgData name="Mayu Ninagawa (蜷川 真優 GE)" userId="15d22be4-2d84-414d-ac66-ca09a50eae87" providerId="ADAL" clId="{2A43D1C7-C612-4547-BA11-3049DC01C97C}" dt="2026-01-20T11:20:53.811" v="3113"/>
          <ac:spMkLst>
            <pc:docMk/>
            <pc:sldMk cId="423890829" sldId="389"/>
            <ac:spMk id="837" creationId="{FB631FE6-610C-857D-25B0-5B13AA95D496}"/>
          </ac:spMkLst>
        </pc:spChg>
        <pc:spChg chg="mod">
          <ac:chgData name="Mayu Ninagawa (蜷川 真優 GE)" userId="15d22be4-2d84-414d-ac66-ca09a50eae87" providerId="ADAL" clId="{2A43D1C7-C612-4547-BA11-3049DC01C97C}" dt="2026-01-20T11:20:53.811" v="3113"/>
          <ac:spMkLst>
            <pc:docMk/>
            <pc:sldMk cId="423890829" sldId="389"/>
            <ac:spMk id="838" creationId="{E89AA128-0A2F-3595-EAE3-6A87F1E378EC}"/>
          </ac:spMkLst>
        </pc:spChg>
        <pc:spChg chg="mod">
          <ac:chgData name="Mayu Ninagawa (蜷川 真優 GE)" userId="15d22be4-2d84-414d-ac66-ca09a50eae87" providerId="ADAL" clId="{2A43D1C7-C612-4547-BA11-3049DC01C97C}" dt="2026-01-20T11:20:53.811" v="3113"/>
          <ac:spMkLst>
            <pc:docMk/>
            <pc:sldMk cId="423890829" sldId="389"/>
            <ac:spMk id="839" creationId="{7B9C6527-FF26-743F-53E8-28B0F6F9CC41}"/>
          </ac:spMkLst>
        </pc:spChg>
        <pc:spChg chg="mod">
          <ac:chgData name="Mayu Ninagawa (蜷川 真優 GE)" userId="15d22be4-2d84-414d-ac66-ca09a50eae87" providerId="ADAL" clId="{2A43D1C7-C612-4547-BA11-3049DC01C97C}" dt="2026-01-20T11:20:53.811" v="3113"/>
          <ac:spMkLst>
            <pc:docMk/>
            <pc:sldMk cId="423890829" sldId="389"/>
            <ac:spMk id="840" creationId="{89295EC8-94FD-E2A1-3C0F-2C51143358DD}"/>
          </ac:spMkLst>
        </pc:spChg>
        <pc:spChg chg="mod">
          <ac:chgData name="Mayu Ninagawa (蜷川 真優 GE)" userId="15d22be4-2d84-414d-ac66-ca09a50eae87" providerId="ADAL" clId="{2A43D1C7-C612-4547-BA11-3049DC01C97C}" dt="2026-01-20T11:20:53.811" v="3113"/>
          <ac:spMkLst>
            <pc:docMk/>
            <pc:sldMk cId="423890829" sldId="389"/>
            <ac:spMk id="841" creationId="{EE2C8774-A411-D900-CFEC-E0ED54D14282}"/>
          </ac:spMkLst>
        </pc:spChg>
        <pc:spChg chg="mod">
          <ac:chgData name="Mayu Ninagawa (蜷川 真優 GE)" userId="15d22be4-2d84-414d-ac66-ca09a50eae87" providerId="ADAL" clId="{2A43D1C7-C612-4547-BA11-3049DC01C97C}" dt="2026-01-20T11:20:53.811" v="3113"/>
          <ac:spMkLst>
            <pc:docMk/>
            <pc:sldMk cId="423890829" sldId="389"/>
            <ac:spMk id="845" creationId="{49F1D6E5-D6F2-CBF1-58F6-571516083961}"/>
          </ac:spMkLst>
        </pc:spChg>
        <pc:spChg chg="mod">
          <ac:chgData name="Mayu Ninagawa (蜷川 真優 GE)" userId="15d22be4-2d84-414d-ac66-ca09a50eae87" providerId="ADAL" clId="{2A43D1C7-C612-4547-BA11-3049DC01C97C}" dt="2026-01-20T11:20:53.811" v="3113"/>
          <ac:spMkLst>
            <pc:docMk/>
            <pc:sldMk cId="423890829" sldId="389"/>
            <ac:spMk id="846" creationId="{07BFA4B3-C16A-8E4B-6855-A2B46AE9EB94}"/>
          </ac:spMkLst>
        </pc:spChg>
        <pc:spChg chg="mod">
          <ac:chgData name="Mayu Ninagawa (蜷川 真優 GE)" userId="15d22be4-2d84-414d-ac66-ca09a50eae87" providerId="ADAL" clId="{2A43D1C7-C612-4547-BA11-3049DC01C97C}" dt="2026-01-20T11:20:53.811" v="3113"/>
          <ac:spMkLst>
            <pc:docMk/>
            <pc:sldMk cId="423890829" sldId="389"/>
            <ac:spMk id="847" creationId="{EBA9D9C2-9C59-0CF7-B992-5E41A4255549}"/>
          </ac:spMkLst>
        </pc:spChg>
        <pc:spChg chg="mod">
          <ac:chgData name="Mayu Ninagawa (蜷川 真優 GE)" userId="15d22be4-2d84-414d-ac66-ca09a50eae87" providerId="ADAL" clId="{2A43D1C7-C612-4547-BA11-3049DC01C97C}" dt="2026-01-20T11:20:53.811" v="3113"/>
          <ac:spMkLst>
            <pc:docMk/>
            <pc:sldMk cId="423890829" sldId="389"/>
            <ac:spMk id="848" creationId="{C5A518A8-88EE-4BD1-A35D-45766E2C2BFF}"/>
          </ac:spMkLst>
        </pc:spChg>
        <pc:spChg chg="mod">
          <ac:chgData name="Mayu Ninagawa (蜷川 真優 GE)" userId="15d22be4-2d84-414d-ac66-ca09a50eae87" providerId="ADAL" clId="{2A43D1C7-C612-4547-BA11-3049DC01C97C}" dt="2026-01-20T11:20:53.811" v="3113"/>
          <ac:spMkLst>
            <pc:docMk/>
            <pc:sldMk cId="423890829" sldId="389"/>
            <ac:spMk id="849" creationId="{F4EE53CB-CA33-E110-EE23-C22AB3848C7F}"/>
          </ac:spMkLst>
        </pc:spChg>
        <pc:spChg chg="mod">
          <ac:chgData name="Mayu Ninagawa (蜷川 真優 GE)" userId="15d22be4-2d84-414d-ac66-ca09a50eae87" providerId="ADAL" clId="{2A43D1C7-C612-4547-BA11-3049DC01C97C}" dt="2026-01-20T11:20:53.811" v="3113"/>
          <ac:spMkLst>
            <pc:docMk/>
            <pc:sldMk cId="423890829" sldId="389"/>
            <ac:spMk id="850" creationId="{98CAEA1E-382F-5224-F8BF-7617747BD4FC}"/>
          </ac:spMkLst>
        </pc:spChg>
        <pc:spChg chg="mod">
          <ac:chgData name="Mayu Ninagawa (蜷川 真優 GE)" userId="15d22be4-2d84-414d-ac66-ca09a50eae87" providerId="ADAL" clId="{2A43D1C7-C612-4547-BA11-3049DC01C97C}" dt="2026-01-20T11:20:53.811" v="3113"/>
          <ac:spMkLst>
            <pc:docMk/>
            <pc:sldMk cId="423890829" sldId="389"/>
            <ac:spMk id="851" creationId="{D5A0B86F-8436-79DD-2068-E444637D67DA}"/>
          </ac:spMkLst>
        </pc:spChg>
        <pc:spChg chg="mod">
          <ac:chgData name="Mayu Ninagawa (蜷川 真優 GE)" userId="15d22be4-2d84-414d-ac66-ca09a50eae87" providerId="ADAL" clId="{2A43D1C7-C612-4547-BA11-3049DC01C97C}" dt="2026-01-20T11:20:53.811" v="3113"/>
          <ac:spMkLst>
            <pc:docMk/>
            <pc:sldMk cId="423890829" sldId="389"/>
            <ac:spMk id="852" creationId="{92F07546-12C1-F8F0-1462-36D111909BBF}"/>
          </ac:spMkLst>
        </pc:spChg>
        <pc:spChg chg="mod topLvl">
          <ac:chgData name="Mayu Ninagawa (蜷川 真優 GE)" userId="15d22be4-2d84-414d-ac66-ca09a50eae87" providerId="ADAL" clId="{2A43D1C7-C612-4547-BA11-3049DC01C97C}" dt="2026-01-20T11:50:39.275" v="3279" actId="164"/>
          <ac:spMkLst>
            <pc:docMk/>
            <pc:sldMk cId="423890829" sldId="389"/>
            <ac:spMk id="854" creationId="{527CBF45-D7EB-6145-F0AE-27A5816476E9}"/>
          </ac:spMkLst>
        </pc:spChg>
        <pc:spChg chg="mod topLvl">
          <ac:chgData name="Mayu Ninagawa (蜷川 真優 GE)" userId="15d22be4-2d84-414d-ac66-ca09a50eae87" providerId="ADAL" clId="{2A43D1C7-C612-4547-BA11-3049DC01C97C}" dt="2026-01-20T11:50:39.275" v="3279" actId="164"/>
          <ac:spMkLst>
            <pc:docMk/>
            <pc:sldMk cId="423890829" sldId="389"/>
            <ac:spMk id="855" creationId="{07BEFF84-5678-4D36-6738-A0B800409F04}"/>
          </ac:spMkLst>
        </pc:spChg>
        <pc:spChg chg="mod topLvl">
          <ac:chgData name="Mayu Ninagawa (蜷川 真優 GE)" userId="15d22be4-2d84-414d-ac66-ca09a50eae87" providerId="ADAL" clId="{2A43D1C7-C612-4547-BA11-3049DC01C97C}" dt="2026-01-20T11:50:39.275" v="3279" actId="164"/>
          <ac:spMkLst>
            <pc:docMk/>
            <pc:sldMk cId="423890829" sldId="389"/>
            <ac:spMk id="856" creationId="{EDA34223-D3E2-DCC0-EB0C-2BD111709D37}"/>
          </ac:spMkLst>
        </pc:spChg>
        <pc:spChg chg="mod topLvl">
          <ac:chgData name="Mayu Ninagawa (蜷川 真優 GE)" userId="15d22be4-2d84-414d-ac66-ca09a50eae87" providerId="ADAL" clId="{2A43D1C7-C612-4547-BA11-3049DC01C97C}" dt="2026-01-20T11:50:39.275" v="3279" actId="164"/>
          <ac:spMkLst>
            <pc:docMk/>
            <pc:sldMk cId="423890829" sldId="389"/>
            <ac:spMk id="857" creationId="{4E8A9740-3698-DA09-956B-DBAA889ACE7D}"/>
          </ac:spMkLst>
        </pc:spChg>
        <pc:spChg chg="mod topLvl">
          <ac:chgData name="Mayu Ninagawa (蜷川 真優 GE)" userId="15d22be4-2d84-414d-ac66-ca09a50eae87" providerId="ADAL" clId="{2A43D1C7-C612-4547-BA11-3049DC01C97C}" dt="2026-01-20T11:50:39.275" v="3279" actId="164"/>
          <ac:spMkLst>
            <pc:docMk/>
            <pc:sldMk cId="423890829" sldId="389"/>
            <ac:spMk id="858" creationId="{C7B9631B-4C50-8AD7-F6F2-9B2CD66ABBCB}"/>
          </ac:spMkLst>
        </pc:spChg>
        <pc:spChg chg="mod topLvl">
          <ac:chgData name="Mayu Ninagawa (蜷川 真優 GE)" userId="15d22be4-2d84-414d-ac66-ca09a50eae87" providerId="ADAL" clId="{2A43D1C7-C612-4547-BA11-3049DC01C97C}" dt="2026-01-22T03:37:24.882" v="4547" actId="20577"/>
          <ac:spMkLst>
            <pc:docMk/>
            <pc:sldMk cId="423890829" sldId="389"/>
            <ac:spMk id="859" creationId="{AECC1405-9E30-DE44-44EF-FF61FC5764A1}"/>
          </ac:spMkLst>
        </pc:spChg>
        <pc:spChg chg="mod topLvl">
          <ac:chgData name="Mayu Ninagawa (蜷川 真優 GE)" userId="15d22be4-2d84-414d-ac66-ca09a50eae87" providerId="ADAL" clId="{2A43D1C7-C612-4547-BA11-3049DC01C97C}" dt="2026-01-20T11:50:39.275" v="3279" actId="164"/>
          <ac:spMkLst>
            <pc:docMk/>
            <pc:sldMk cId="423890829" sldId="389"/>
            <ac:spMk id="860" creationId="{3FDEE596-A2C1-E728-49FB-1E0F86141BBC}"/>
          </ac:spMkLst>
        </pc:spChg>
        <pc:spChg chg="mod topLvl">
          <ac:chgData name="Mayu Ninagawa (蜷川 真優 GE)" userId="15d22be4-2d84-414d-ac66-ca09a50eae87" providerId="ADAL" clId="{2A43D1C7-C612-4547-BA11-3049DC01C97C}" dt="2026-01-20T11:50:39.275" v="3279" actId="164"/>
          <ac:spMkLst>
            <pc:docMk/>
            <pc:sldMk cId="423890829" sldId="389"/>
            <ac:spMk id="861" creationId="{CC16ADF4-39E2-327B-5119-41452DC6CE71}"/>
          </ac:spMkLst>
        </pc:spChg>
        <pc:spChg chg="mod topLvl">
          <ac:chgData name="Mayu Ninagawa (蜷川 真優 GE)" userId="15d22be4-2d84-414d-ac66-ca09a50eae87" providerId="ADAL" clId="{2A43D1C7-C612-4547-BA11-3049DC01C97C}" dt="2026-01-20T11:50:39.275" v="3279" actId="164"/>
          <ac:spMkLst>
            <pc:docMk/>
            <pc:sldMk cId="423890829" sldId="389"/>
            <ac:spMk id="862" creationId="{C0D483FD-07A9-3280-2406-7E9D31DBA045}"/>
          </ac:spMkLst>
        </pc:spChg>
        <pc:spChg chg="mod topLvl">
          <ac:chgData name="Mayu Ninagawa (蜷川 真優 GE)" userId="15d22be4-2d84-414d-ac66-ca09a50eae87" providerId="ADAL" clId="{2A43D1C7-C612-4547-BA11-3049DC01C97C}" dt="2026-01-20T11:50:39.275" v="3279" actId="164"/>
          <ac:spMkLst>
            <pc:docMk/>
            <pc:sldMk cId="423890829" sldId="389"/>
            <ac:spMk id="863" creationId="{3F75B4FF-BE69-7532-3D51-98DA59578080}"/>
          </ac:spMkLst>
        </pc:spChg>
        <pc:spChg chg="mod topLvl">
          <ac:chgData name="Mayu Ninagawa (蜷川 真優 GE)" userId="15d22be4-2d84-414d-ac66-ca09a50eae87" providerId="ADAL" clId="{2A43D1C7-C612-4547-BA11-3049DC01C97C}" dt="2026-01-20T11:50:39.275" v="3279" actId="164"/>
          <ac:spMkLst>
            <pc:docMk/>
            <pc:sldMk cId="423890829" sldId="389"/>
            <ac:spMk id="864" creationId="{211CE51F-D601-677F-AB49-D70AE890D64C}"/>
          </ac:spMkLst>
        </pc:spChg>
        <pc:spChg chg="mod topLvl">
          <ac:chgData name="Mayu Ninagawa (蜷川 真優 GE)" userId="15d22be4-2d84-414d-ac66-ca09a50eae87" providerId="ADAL" clId="{2A43D1C7-C612-4547-BA11-3049DC01C97C}" dt="2026-01-20T11:50:39.275" v="3279" actId="164"/>
          <ac:spMkLst>
            <pc:docMk/>
            <pc:sldMk cId="423890829" sldId="389"/>
            <ac:spMk id="865" creationId="{B6187165-C30D-F9F0-F168-290E897BE787}"/>
          </ac:spMkLst>
        </pc:spChg>
        <pc:spChg chg="mod topLvl">
          <ac:chgData name="Mayu Ninagawa (蜷川 真優 GE)" userId="15d22be4-2d84-414d-ac66-ca09a50eae87" providerId="ADAL" clId="{2A43D1C7-C612-4547-BA11-3049DC01C97C}" dt="2026-01-20T11:50:39.275" v="3279" actId="164"/>
          <ac:spMkLst>
            <pc:docMk/>
            <pc:sldMk cId="423890829" sldId="389"/>
            <ac:spMk id="866" creationId="{79744A74-36D2-FB1C-F403-41102AF451FB}"/>
          </ac:spMkLst>
        </pc:spChg>
        <pc:spChg chg="mod topLvl">
          <ac:chgData name="Mayu Ninagawa (蜷川 真優 GE)" userId="15d22be4-2d84-414d-ac66-ca09a50eae87" providerId="ADAL" clId="{2A43D1C7-C612-4547-BA11-3049DC01C97C}" dt="2026-01-20T11:50:39.275" v="3279" actId="164"/>
          <ac:spMkLst>
            <pc:docMk/>
            <pc:sldMk cId="423890829" sldId="389"/>
            <ac:spMk id="867" creationId="{E06F69A4-DF7A-85E0-A828-EB062CB20C9F}"/>
          </ac:spMkLst>
        </pc:spChg>
        <pc:spChg chg="mod topLvl">
          <ac:chgData name="Mayu Ninagawa (蜷川 真優 GE)" userId="15d22be4-2d84-414d-ac66-ca09a50eae87" providerId="ADAL" clId="{2A43D1C7-C612-4547-BA11-3049DC01C97C}" dt="2026-01-20T11:50:39.275" v="3279" actId="164"/>
          <ac:spMkLst>
            <pc:docMk/>
            <pc:sldMk cId="423890829" sldId="389"/>
            <ac:spMk id="868" creationId="{25645356-41ED-A816-CFCE-8AFD0B916736}"/>
          </ac:spMkLst>
        </pc:spChg>
        <pc:spChg chg="mod topLvl">
          <ac:chgData name="Mayu Ninagawa (蜷川 真優 GE)" userId="15d22be4-2d84-414d-ac66-ca09a50eae87" providerId="ADAL" clId="{2A43D1C7-C612-4547-BA11-3049DC01C97C}" dt="2026-01-20T11:50:39.275" v="3279" actId="164"/>
          <ac:spMkLst>
            <pc:docMk/>
            <pc:sldMk cId="423890829" sldId="389"/>
            <ac:spMk id="869" creationId="{CF36EA71-53E4-4BE1-D70F-402EAF1F8E93}"/>
          </ac:spMkLst>
        </pc:spChg>
        <pc:spChg chg="mod topLvl">
          <ac:chgData name="Mayu Ninagawa (蜷川 真優 GE)" userId="15d22be4-2d84-414d-ac66-ca09a50eae87" providerId="ADAL" clId="{2A43D1C7-C612-4547-BA11-3049DC01C97C}" dt="2026-01-20T11:50:39.275" v="3279" actId="164"/>
          <ac:spMkLst>
            <pc:docMk/>
            <pc:sldMk cId="423890829" sldId="389"/>
            <ac:spMk id="870" creationId="{C5EC67E6-E421-AA97-39CD-E34A60AF0636}"/>
          </ac:spMkLst>
        </pc:spChg>
        <pc:spChg chg="mod topLvl">
          <ac:chgData name="Mayu Ninagawa (蜷川 真優 GE)" userId="15d22be4-2d84-414d-ac66-ca09a50eae87" providerId="ADAL" clId="{2A43D1C7-C612-4547-BA11-3049DC01C97C}" dt="2026-01-20T11:50:39.275" v="3279" actId="164"/>
          <ac:spMkLst>
            <pc:docMk/>
            <pc:sldMk cId="423890829" sldId="389"/>
            <ac:spMk id="871" creationId="{A85FF0B9-E6A7-B961-DB6B-3BA578857739}"/>
          </ac:spMkLst>
        </pc:spChg>
        <pc:spChg chg="mod topLvl">
          <ac:chgData name="Mayu Ninagawa (蜷川 真優 GE)" userId="15d22be4-2d84-414d-ac66-ca09a50eae87" providerId="ADAL" clId="{2A43D1C7-C612-4547-BA11-3049DC01C97C}" dt="2026-01-20T11:50:39.275" v="3279" actId="164"/>
          <ac:spMkLst>
            <pc:docMk/>
            <pc:sldMk cId="423890829" sldId="389"/>
            <ac:spMk id="872" creationId="{424180BF-27CE-2302-BE4D-D00728E0E396}"/>
          </ac:spMkLst>
        </pc:spChg>
        <pc:spChg chg="mod topLvl">
          <ac:chgData name="Mayu Ninagawa (蜷川 真優 GE)" userId="15d22be4-2d84-414d-ac66-ca09a50eae87" providerId="ADAL" clId="{2A43D1C7-C612-4547-BA11-3049DC01C97C}" dt="2026-01-20T11:50:39.275" v="3279" actId="164"/>
          <ac:spMkLst>
            <pc:docMk/>
            <pc:sldMk cId="423890829" sldId="389"/>
            <ac:spMk id="873" creationId="{852C159C-AEBE-6A94-CDEE-4C301DFA5999}"/>
          </ac:spMkLst>
        </pc:spChg>
        <pc:spChg chg="mod topLvl">
          <ac:chgData name="Mayu Ninagawa (蜷川 真優 GE)" userId="15d22be4-2d84-414d-ac66-ca09a50eae87" providerId="ADAL" clId="{2A43D1C7-C612-4547-BA11-3049DC01C97C}" dt="2026-01-20T11:50:39.275" v="3279" actId="164"/>
          <ac:spMkLst>
            <pc:docMk/>
            <pc:sldMk cId="423890829" sldId="389"/>
            <ac:spMk id="874" creationId="{F3D8C821-9D6C-AC9B-5545-727D995A000F}"/>
          </ac:spMkLst>
        </pc:spChg>
        <pc:spChg chg="mod topLvl">
          <ac:chgData name="Mayu Ninagawa (蜷川 真優 GE)" userId="15d22be4-2d84-414d-ac66-ca09a50eae87" providerId="ADAL" clId="{2A43D1C7-C612-4547-BA11-3049DC01C97C}" dt="2026-01-20T11:50:39.275" v="3279" actId="164"/>
          <ac:spMkLst>
            <pc:docMk/>
            <pc:sldMk cId="423890829" sldId="389"/>
            <ac:spMk id="875" creationId="{41E57A4D-763C-AE6D-15DB-B29634F3C7BE}"/>
          </ac:spMkLst>
        </pc:spChg>
        <pc:spChg chg="mod topLvl">
          <ac:chgData name="Mayu Ninagawa (蜷川 真優 GE)" userId="15d22be4-2d84-414d-ac66-ca09a50eae87" providerId="ADAL" clId="{2A43D1C7-C612-4547-BA11-3049DC01C97C}" dt="2026-01-20T11:50:39.275" v="3279" actId="164"/>
          <ac:spMkLst>
            <pc:docMk/>
            <pc:sldMk cId="423890829" sldId="389"/>
            <ac:spMk id="876" creationId="{C329203A-58C2-6982-9C8F-0739CB28BEF9}"/>
          </ac:spMkLst>
        </pc:spChg>
        <pc:spChg chg="mod topLvl">
          <ac:chgData name="Mayu Ninagawa (蜷川 真優 GE)" userId="15d22be4-2d84-414d-ac66-ca09a50eae87" providerId="ADAL" clId="{2A43D1C7-C612-4547-BA11-3049DC01C97C}" dt="2026-01-20T11:50:39.275" v="3279" actId="164"/>
          <ac:spMkLst>
            <pc:docMk/>
            <pc:sldMk cId="423890829" sldId="389"/>
            <ac:spMk id="877" creationId="{94500431-81AC-5AD2-A773-BAC9A38F1EB5}"/>
          </ac:spMkLst>
        </pc:spChg>
        <pc:spChg chg="mod topLvl">
          <ac:chgData name="Mayu Ninagawa (蜷川 真優 GE)" userId="15d22be4-2d84-414d-ac66-ca09a50eae87" providerId="ADAL" clId="{2A43D1C7-C612-4547-BA11-3049DC01C97C}" dt="2026-01-20T11:50:39.275" v="3279" actId="164"/>
          <ac:spMkLst>
            <pc:docMk/>
            <pc:sldMk cId="423890829" sldId="389"/>
            <ac:spMk id="878" creationId="{8F73C332-60BA-7B70-EA52-994E991D4E57}"/>
          </ac:spMkLst>
        </pc:spChg>
        <pc:spChg chg="mod topLvl">
          <ac:chgData name="Mayu Ninagawa (蜷川 真優 GE)" userId="15d22be4-2d84-414d-ac66-ca09a50eae87" providerId="ADAL" clId="{2A43D1C7-C612-4547-BA11-3049DC01C97C}" dt="2026-01-20T11:50:39.275" v="3279" actId="164"/>
          <ac:spMkLst>
            <pc:docMk/>
            <pc:sldMk cId="423890829" sldId="389"/>
            <ac:spMk id="879" creationId="{1E714B7D-DA19-B539-3DCA-78C5B6F1C4F8}"/>
          </ac:spMkLst>
        </pc:spChg>
        <pc:spChg chg="mod topLvl">
          <ac:chgData name="Mayu Ninagawa (蜷川 真優 GE)" userId="15d22be4-2d84-414d-ac66-ca09a50eae87" providerId="ADAL" clId="{2A43D1C7-C612-4547-BA11-3049DC01C97C}" dt="2026-01-20T11:50:39.275" v="3279" actId="164"/>
          <ac:spMkLst>
            <pc:docMk/>
            <pc:sldMk cId="423890829" sldId="389"/>
            <ac:spMk id="880" creationId="{88356566-A33C-A42F-D3C4-780B19E70657}"/>
          </ac:spMkLst>
        </pc:spChg>
        <pc:spChg chg="mod topLvl">
          <ac:chgData name="Mayu Ninagawa (蜷川 真優 GE)" userId="15d22be4-2d84-414d-ac66-ca09a50eae87" providerId="ADAL" clId="{2A43D1C7-C612-4547-BA11-3049DC01C97C}" dt="2026-01-20T11:50:39.275" v="3279" actId="164"/>
          <ac:spMkLst>
            <pc:docMk/>
            <pc:sldMk cId="423890829" sldId="389"/>
            <ac:spMk id="881" creationId="{7B661CDE-86F6-117A-C9ED-C7EAFAB88BA9}"/>
          </ac:spMkLst>
        </pc:spChg>
        <pc:spChg chg="mod topLvl">
          <ac:chgData name="Mayu Ninagawa (蜷川 真優 GE)" userId="15d22be4-2d84-414d-ac66-ca09a50eae87" providerId="ADAL" clId="{2A43D1C7-C612-4547-BA11-3049DC01C97C}" dt="2026-01-20T11:50:39.275" v="3279" actId="164"/>
          <ac:spMkLst>
            <pc:docMk/>
            <pc:sldMk cId="423890829" sldId="389"/>
            <ac:spMk id="882" creationId="{A83B7CAF-2AEF-42BE-4821-AF3072EBD06C}"/>
          </ac:spMkLst>
        </pc:spChg>
        <pc:spChg chg="mod topLvl">
          <ac:chgData name="Mayu Ninagawa (蜷川 真優 GE)" userId="15d22be4-2d84-414d-ac66-ca09a50eae87" providerId="ADAL" clId="{2A43D1C7-C612-4547-BA11-3049DC01C97C}" dt="2026-01-20T11:50:39.275" v="3279" actId="164"/>
          <ac:spMkLst>
            <pc:docMk/>
            <pc:sldMk cId="423890829" sldId="389"/>
            <ac:spMk id="883" creationId="{612E98C4-CBE3-26D1-EA46-9179D3BEC509}"/>
          </ac:spMkLst>
        </pc:spChg>
        <pc:spChg chg="mod topLvl">
          <ac:chgData name="Mayu Ninagawa (蜷川 真優 GE)" userId="15d22be4-2d84-414d-ac66-ca09a50eae87" providerId="ADAL" clId="{2A43D1C7-C612-4547-BA11-3049DC01C97C}" dt="2026-01-20T11:50:39.275" v="3279" actId="164"/>
          <ac:spMkLst>
            <pc:docMk/>
            <pc:sldMk cId="423890829" sldId="389"/>
            <ac:spMk id="884" creationId="{36B1CA89-5906-0A12-F579-64F5FD99C31B}"/>
          </ac:spMkLst>
        </pc:spChg>
        <pc:spChg chg="mod topLvl">
          <ac:chgData name="Mayu Ninagawa (蜷川 真優 GE)" userId="15d22be4-2d84-414d-ac66-ca09a50eae87" providerId="ADAL" clId="{2A43D1C7-C612-4547-BA11-3049DC01C97C}" dt="2026-01-20T11:50:39.275" v="3279" actId="164"/>
          <ac:spMkLst>
            <pc:docMk/>
            <pc:sldMk cId="423890829" sldId="389"/>
            <ac:spMk id="885" creationId="{0D8F689D-7413-6321-894B-C0CA500C2F1E}"/>
          </ac:spMkLst>
        </pc:spChg>
        <pc:spChg chg="mod topLvl">
          <ac:chgData name="Mayu Ninagawa (蜷川 真優 GE)" userId="15d22be4-2d84-414d-ac66-ca09a50eae87" providerId="ADAL" clId="{2A43D1C7-C612-4547-BA11-3049DC01C97C}" dt="2026-01-20T11:50:39.275" v="3279" actId="164"/>
          <ac:spMkLst>
            <pc:docMk/>
            <pc:sldMk cId="423890829" sldId="389"/>
            <ac:spMk id="886" creationId="{041C77D8-10F1-4462-2006-478014844F6F}"/>
          </ac:spMkLst>
        </pc:spChg>
        <pc:spChg chg="mod topLvl">
          <ac:chgData name="Mayu Ninagawa (蜷川 真優 GE)" userId="15d22be4-2d84-414d-ac66-ca09a50eae87" providerId="ADAL" clId="{2A43D1C7-C612-4547-BA11-3049DC01C97C}" dt="2026-01-20T11:50:39.275" v="3279" actId="164"/>
          <ac:spMkLst>
            <pc:docMk/>
            <pc:sldMk cId="423890829" sldId="389"/>
            <ac:spMk id="887" creationId="{EA4BDAD1-7BC8-B01C-1F5D-EB2FC0BD248E}"/>
          </ac:spMkLst>
        </pc:spChg>
        <pc:spChg chg="mod topLvl">
          <ac:chgData name="Mayu Ninagawa (蜷川 真優 GE)" userId="15d22be4-2d84-414d-ac66-ca09a50eae87" providerId="ADAL" clId="{2A43D1C7-C612-4547-BA11-3049DC01C97C}" dt="2026-01-20T11:50:39.275" v="3279" actId="164"/>
          <ac:spMkLst>
            <pc:docMk/>
            <pc:sldMk cId="423890829" sldId="389"/>
            <ac:spMk id="888" creationId="{61B1153C-25D9-DB43-5D98-4C06CA3B687C}"/>
          </ac:spMkLst>
        </pc:spChg>
        <pc:spChg chg="mod topLvl">
          <ac:chgData name="Mayu Ninagawa (蜷川 真優 GE)" userId="15d22be4-2d84-414d-ac66-ca09a50eae87" providerId="ADAL" clId="{2A43D1C7-C612-4547-BA11-3049DC01C97C}" dt="2026-01-20T11:50:39.275" v="3279" actId="164"/>
          <ac:spMkLst>
            <pc:docMk/>
            <pc:sldMk cId="423890829" sldId="389"/>
            <ac:spMk id="889" creationId="{AC059C14-6BCE-7E1D-B803-A43360B899C4}"/>
          </ac:spMkLst>
        </pc:spChg>
        <pc:spChg chg="mod topLvl">
          <ac:chgData name="Mayu Ninagawa (蜷川 真優 GE)" userId="15d22be4-2d84-414d-ac66-ca09a50eae87" providerId="ADAL" clId="{2A43D1C7-C612-4547-BA11-3049DC01C97C}" dt="2026-01-20T11:50:39.275" v="3279" actId="164"/>
          <ac:spMkLst>
            <pc:docMk/>
            <pc:sldMk cId="423890829" sldId="389"/>
            <ac:spMk id="890" creationId="{64CBEE58-F116-3493-16F8-B6924AC9F263}"/>
          </ac:spMkLst>
        </pc:spChg>
        <pc:spChg chg="mod topLvl">
          <ac:chgData name="Mayu Ninagawa (蜷川 真優 GE)" userId="15d22be4-2d84-414d-ac66-ca09a50eae87" providerId="ADAL" clId="{2A43D1C7-C612-4547-BA11-3049DC01C97C}" dt="2026-01-20T11:50:39.275" v="3279" actId="164"/>
          <ac:spMkLst>
            <pc:docMk/>
            <pc:sldMk cId="423890829" sldId="389"/>
            <ac:spMk id="891" creationId="{AD8245E1-E530-133C-E0B2-7E925886F6CE}"/>
          </ac:spMkLst>
        </pc:spChg>
        <pc:spChg chg="mod topLvl">
          <ac:chgData name="Mayu Ninagawa (蜷川 真優 GE)" userId="15d22be4-2d84-414d-ac66-ca09a50eae87" providerId="ADAL" clId="{2A43D1C7-C612-4547-BA11-3049DC01C97C}" dt="2026-01-20T11:50:39.275" v="3279" actId="164"/>
          <ac:spMkLst>
            <pc:docMk/>
            <pc:sldMk cId="423890829" sldId="389"/>
            <ac:spMk id="892" creationId="{16C15604-3EB6-BD64-B92B-5F0D08310152}"/>
          </ac:spMkLst>
        </pc:spChg>
        <pc:spChg chg="mod topLvl">
          <ac:chgData name="Mayu Ninagawa (蜷川 真優 GE)" userId="15d22be4-2d84-414d-ac66-ca09a50eae87" providerId="ADAL" clId="{2A43D1C7-C612-4547-BA11-3049DC01C97C}" dt="2026-01-20T11:50:39.275" v="3279" actId="164"/>
          <ac:spMkLst>
            <pc:docMk/>
            <pc:sldMk cId="423890829" sldId="389"/>
            <ac:spMk id="893" creationId="{BBE01E6A-CA26-021E-E5A1-271DA95FD20C}"/>
          </ac:spMkLst>
        </pc:spChg>
        <pc:spChg chg="mod topLvl">
          <ac:chgData name="Mayu Ninagawa (蜷川 真優 GE)" userId="15d22be4-2d84-414d-ac66-ca09a50eae87" providerId="ADAL" clId="{2A43D1C7-C612-4547-BA11-3049DC01C97C}" dt="2026-01-20T11:50:39.275" v="3279" actId="164"/>
          <ac:spMkLst>
            <pc:docMk/>
            <pc:sldMk cId="423890829" sldId="389"/>
            <ac:spMk id="894" creationId="{9200E4AC-6AA5-6A88-6153-40C633C48531}"/>
          </ac:spMkLst>
        </pc:spChg>
        <pc:spChg chg="mod topLvl">
          <ac:chgData name="Mayu Ninagawa (蜷川 真優 GE)" userId="15d22be4-2d84-414d-ac66-ca09a50eae87" providerId="ADAL" clId="{2A43D1C7-C612-4547-BA11-3049DC01C97C}" dt="2026-01-20T11:50:39.275" v="3279" actId="164"/>
          <ac:spMkLst>
            <pc:docMk/>
            <pc:sldMk cId="423890829" sldId="389"/>
            <ac:spMk id="895" creationId="{E3C7ADE2-68F2-AF38-524D-2555C507FBE8}"/>
          </ac:spMkLst>
        </pc:spChg>
        <pc:spChg chg="mod topLvl">
          <ac:chgData name="Mayu Ninagawa (蜷川 真優 GE)" userId="15d22be4-2d84-414d-ac66-ca09a50eae87" providerId="ADAL" clId="{2A43D1C7-C612-4547-BA11-3049DC01C97C}" dt="2026-01-20T11:50:39.275" v="3279" actId="164"/>
          <ac:spMkLst>
            <pc:docMk/>
            <pc:sldMk cId="423890829" sldId="389"/>
            <ac:spMk id="896" creationId="{F63D0271-A9F7-9106-FB40-69A305933ABB}"/>
          </ac:spMkLst>
        </pc:spChg>
        <pc:spChg chg="mod topLvl">
          <ac:chgData name="Mayu Ninagawa (蜷川 真優 GE)" userId="15d22be4-2d84-414d-ac66-ca09a50eae87" providerId="ADAL" clId="{2A43D1C7-C612-4547-BA11-3049DC01C97C}" dt="2026-01-20T11:50:39.275" v="3279" actId="164"/>
          <ac:spMkLst>
            <pc:docMk/>
            <pc:sldMk cId="423890829" sldId="389"/>
            <ac:spMk id="897" creationId="{73DBC700-A670-084B-322F-6BCA63BF4D6B}"/>
          </ac:spMkLst>
        </pc:spChg>
        <pc:spChg chg="mod topLvl">
          <ac:chgData name="Mayu Ninagawa (蜷川 真優 GE)" userId="15d22be4-2d84-414d-ac66-ca09a50eae87" providerId="ADAL" clId="{2A43D1C7-C612-4547-BA11-3049DC01C97C}" dt="2026-01-20T11:50:39.275" v="3279" actId="164"/>
          <ac:spMkLst>
            <pc:docMk/>
            <pc:sldMk cId="423890829" sldId="389"/>
            <ac:spMk id="898" creationId="{87177EFD-244E-14AC-7F5B-BA9C24691152}"/>
          </ac:spMkLst>
        </pc:spChg>
        <pc:spChg chg="mod topLvl">
          <ac:chgData name="Mayu Ninagawa (蜷川 真優 GE)" userId="15d22be4-2d84-414d-ac66-ca09a50eae87" providerId="ADAL" clId="{2A43D1C7-C612-4547-BA11-3049DC01C97C}" dt="2026-01-20T11:50:39.275" v="3279" actId="164"/>
          <ac:spMkLst>
            <pc:docMk/>
            <pc:sldMk cId="423890829" sldId="389"/>
            <ac:spMk id="899" creationId="{0A245984-EA1E-28A2-8311-A352DAD1DEE3}"/>
          </ac:spMkLst>
        </pc:spChg>
        <pc:spChg chg="mod topLvl">
          <ac:chgData name="Mayu Ninagawa (蜷川 真優 GE)" userId="15d22be4-2d84-414d-ac66-ca09a50eae87" providerId="ADAL" clId="{2A43D1C7-C612-4547-BA11-3049DC01C97C}" dt="2026-01-20T11:50:39.275" v="3279" actId="164"/>
          <ac:spMkLst>
            <pc:docMk/>
            <pc:sldMk cId="423890829" sldId="389"/>
            <ac:spMk id="900" creationId="{A3DEB28A-C033-30B1-FDA6-AB6E3F7F8A24}"/>
          </ac:spMkLst>
        </pc:spChg>
        <pc:spChg chg="mod topLvl">
          <ac:chgData name="Mayu Ninagawa (蜷川 真優 GE)" userId="15d22be4-2d84-414d-ac66-ca09a50eae87" providerId="ADAL" clId="{2A43D1C7-C612-4547-BA11-3049DC01C97C}" dt="2026-01-20T11:50:39.275" v="3279" actId="164"/>
          <ac:spMkLst>
            <pc:docMk/>
            <pc:sldMk cId="423890829" sldId="389"/>
            <ac:spMk id="901" creationId="{5001EA00-4908-2398-2425-BE27E4E3C6B1}"/>
          </ac:spMkLst>
        </pc:spChg>
        <pc:spChg chg="mod topLvl">
          <ac:chgData name="Mayu Ninagawa (蜷川 真優 GE)" userId="15d22be4-2d84-414d-ac66-ca09a50eae87" providerId="ADAL" clId="{2A43D1C7-C612-4547-BA11-3049DC01C97C}" dt="2026-01-20T11:50:39.275" v="3279" actId="164"/>
          <ac:spMkLst>
            <pc:docMk/>
            <pc:sldMk cId="423890829" sldId="389"/>
            <ac:spMk id="902" creationId="{0A5B9C9E-3401-DC16-4986-5E3640D2F774}"/>
          </ac:spMkLst>
        </pc:spChg>
        <pc:spChg chg="mod topLvl">
          <ac:chgData name="Mayu Ninagawa (蜷川 真優 GE)" userId="15d22be4-2d84-414d-ac66-ca09a50eae87" providerId="ADAL" clId="{2A43D1C7-C612-4547-BA11-3049DC01C97C}" dt="2026-01-20T11:50:39.275" v="3279" actId="164"/>
          <ac:spMkLst>
            <pc:docMk/>
            <pc:sldMk cId="423890829" sldId="389"/>
            <ac:spMk id="903" creationId="{408480C1-482B-888C-49EE-480470B1D25B}"/>
          </ac:spMkLst>
        </pc:spChg>
        <pc:spChg chg="mod topLvl">
          <ac:chgData name="Mayu Ninagawa (蜷川 真優 GE)" userId="15d22be4-2d84-414d-ac66-ca09a50eae87" providerId="ADAL" clId="{2A43D1C7-C612-4547-BA11-3049DC01C97C}" dt="2026-01-20T11:50:39.275" v="3279" actId="164"/>
          <ac:spMkLst>
            <pc:docMk/>
            <pc:sldMk cId="423890829" sldId="389"/>
            <ac:spMk id="904" creationId="{F2E2017F-C525-E97C-B75C-789A9B074839}"/>
          </ac:spMkLst>
        </pc:spChg>
        <pc:spChg chg="mod topLvl">
          <ac:chgData name="Mayu Ninagawa (蜷川 真優 GE)" userId="15d22be4-2d84-414d-ac66-ca09a50eae87" providerId="ADAL" clId="{2A43D1C7-C612-4547-BA11-3049DC01C97C}" dt="2026-01-20T11:50:39.275" v="3279" actId="164"/>
          <ac:spMkLst>
            <pc:docMk/>
            <pc:sldMk cId="423890829" sldId="389"/>
            <ac:spMk id="905" creationId="{AB858F51-10A2-0E11-8A8E-4BF810465403}"/>
          </ac:spMkLst>
        </pc:spChg>
        <pc:spChg chg="mod topLvl">
          <ac:chgData name="Mayu Ninagawa (蜷川 真優 GE)" userId="15d22be4-2d84-414d-ac66-ca09a50eae87" providerId="ADAL" clId="{2A43D1C7-C612-4547-BA11-3049DC01C97C}" dt="2026-01-20T11:50:39.275" v="3279" actId="164"/>
          <ac:spMkLst>
            <pc:docMk/>
            <pc:sldMk cId="423890829" sldId="389"/>
            <ac:spMk id="906" creationId="{70BF081A-140A-568A-F1BD-2ED78C0306F8}"/>
          </ac:spMkLst>
        </pc:spChg>
        <pc:spChg chg="mod topLvl">
          <ac:chgData name="Mayu Ninagawa (蜷川 真優 GE)" userId="15d22be4-2d84-414d-ac66-ca09a50eae87" providerId="ADAL" clId="{2A43D1C7-C612-4547-BA11-3049DC01C97C}" dt="2026-01-20T11:50:39.275" v="3279" actId="164"/>
          <ac:spMkLst>
            <pc:docMk/>
            <pc:sldMk cId="423890829" sldId="389"/>
            <ac:spMk id="907" creationId="{6D52377C-913D-12E4-064E-6475244A600E}"/>
          </ac:spMkLst>
        </pc:spChg>
        <pc:spChg chg="mod topLvl">
          <ac:chgData name="Mayu Ninagawa (蜷川 真優 GE)" userId="15d22be4-2d84-414d-ac66-ca09a50eae87" providerId="ADAL" clId="{2A43D1C7-C612-4547-BA11-3049DC01C97C}" dt="2026-01-20T11:50:39.275" v="3279" actId="164"/>
          <ac:spMkLst>
            <pc:docMk/>
            <pc:sldMk cId="423890829" sldId="389"/>
            <ac:spMk id="908" creationId="{4FC9CD4E-1ECC-A766-3AEE-FED8CDEFD9AA}"/>
          </ac:spMkLst>
        </pc:spChg>
        <pc:spChg chg="mod topLvl">
          <ac:chgData name="Mayu Ninagawa (蜷川 真優 GE)" userId="15d22be4-2d84-414d-ac66-ca09a50eae87" providerId="ADAL" clId="{2A43D1C7-C612-4547-BA11-3049DC01C97C}" dt="2026-01-20T11:50:39.275" v="3279" actId="164"/>
          <ac:spMkLst>
            <pc:docMk/>
            <pc:sldMk cId="423890829" sldId="389"/>
            <ac:spMk id="909" creationId="{1C72A8B3-3081-8EBD-A227-8D616A04FAA9}"/>
          </ac:spMkLst>
        </pc:spChg>
        <pc:spChg chg="mod topLvl">
          <ac:chgData name="Mayu Ninagawa (蜷川 真優 GE)" userId="15d22be4-2d84-414d-ac66-ca09a50eae87" providerId="ADAL" clId="{2A43D1C7-C612-4547-BA11-3049DC01C97C}" dt="2026-01-20T11:50:39.275" v="3279" actId="164"/>
          <ac:spMkLst>
            <pc:docMk/>
            <pc:sldMk cId="423890829" sldId="389"/>
            <ac:spMk id="910" creationId="{4384A72C-6317-E165-D616-CE5FEA78722A}"/>
          </ac:spMkLst>
        </pc:spChg>
        <pc:spChg chg="mod topLvl">
          <ac:chgData name="Mayu Ninagawa (蜷川 真優 GE)" userId="15d22be4-2d84-414d-ac66-ca09a50eae87" providerId="ADAL" clId="{2A43D1C7-C612-4547-BA11-3049DC01C97C}" dt="2026-01-20T11:50:39.275" v="3279" actId="164"/>
          <ac:spMkLst>
            <pc:docMk/>
            <pc:sldMk cId="423890829" sldId="389"/>
            <ac:spMk id="911" creationId="{2FB4AE64-2B69-8E87-4F93-5A988797C743}"/>
          </ac:spMkLst>
        </pc:spChg>
        <pc:spChg chg="mod topLvl">
          <ac:chgData name="Mayu Ninagawa (蜷川 真優 GE)" userId="15d22be4-2d84-414d-ac66-ca09a50eae87" providerId="ADAL" clId="{2A43D1C7-C612-4547-BA11-3049DC01C97C}" dt="2026-01-20T11:50:39.275" v="3279" actId="164"/>
          <ac:spMkLst>
            <pc:docMk/>
            <pc:sldMk cId="423890829" sldId="389"/>
            <ac:spMk id="912" creationId="{52DF79CD-EF36-BEDA-F293-DB0820F31534}"/>
          </ac:spMkLst>
        </pc:spChg>
        <pc:spChg chg="mod topLvl">
          <ac:chgData name="Mayu Ninagawa (蜷川 真優 GE)" userId="15d22be4-2d84-414d-ac66-ca09a50eae87" providerId="ADAL" clId="{2A43D1C7-C612-4547-BA11-3049DC01C97C}" dt="2026-01-20T11:50:39.275" v="3279" actId="164"/>
          <ac:spMkLst>
            <pc:docMk/>
            <pc:sldMk cId="423890829" sldId="389"/>
            <ac:spMk id="913" creationId="{83DDD014-FC5A-E5EE-3E77-4E93F82CDCE9}"/>
          </ac:spMkLst>
        </pc:spChg>
        <pc:spChg chg="mod">
          <ac:chgData name="Mayu Ninagawa (蜷川 真優 GE)" userId="15d22be4-2d84-414d-ac66-ca09a50eae87" providerId="ADAL" clId="{2A43D1C7-C612-4547-BA11-3049DC01C97C}" dt="2026-01-22T03:15:45.600" v="4388"/>
          <ac:spMkLst>
            <pc:docMk/>
            <pc:sldMk cId="423890829" sldId="389"/>
            <ac:spMk id="914" creationId="{41926553-286E-E03C-78DE-BCB11141EDBA}"/>
          </ac:spMkLst>
        </pc:spChg>
        <pc:spChg chg="add del mod">
          <ac:chgData name="Mayu Ninagawa (蜷川 真優 GE)" userId="15d22be4-2d84-414d-ac66-ca09a50eae87" providerId="ADAL" clId="{2A43D1C7-C612-4547-BA11-3049DC01C97C}" dt="2026-01-20T11:45:01.263" v="3235" actId="478"/>
          <ac:spMkLst>
            <pc:docMk/>
            <pc:sldMk cId="423890829" sldId="389"/>
            <ac:spMk id="914" creationId="{ACA2F1FC-0A76-8CD0-A9A9-E6504191EFBA}"/>
          </ac:spMkLst>
        </pc:spChg>
        <pc:spChg chg="mod">
          <ac:chgData name="Mayu Ninagawa (蜷川 真優 GE)" userId="15d22be4-2d84-414d-ac66-ca09a50eae87" providerId="ADAL" clId="{2A43D1C7-C612-4547-BA11-3049DC01C97C}" dt="2026-01-22T03:15:45.600" v="4388"/>
          <ac:spMkLst>
            <pc:docMk/>
            <pc:sldMk cId="423890829" sldId="389"/>
            <ac:spMk id="915" creationId="{1EB6FB0C-501E-D293-4B9A-0475641F9C29}"/>
          </ac:spMkLst>
        </pc:spChg>
        <pc:spChg chg="add del mod">
          <ac:chgData name="Mayu Ninagawa (蜷川 真優 GE)" userId="15d22be4-2d84-414d-ac66-ca09a50eae87" providerId="ADAL" clId="{2A43D1C7-C612-4547-BA11-3049DC01C97C}" dt="2026-01-20T11:45:01.263" v="3235" actId="478"/>
          <ac:spMkLst>
            <pc:docMk/>
            <pc:sldMk cId="423890829" sldId="389"/>
            <ac:spMk id="915" creationId="{DD2246F6-C089-7FAE-4DB3-474AC09FF59B}"/>
          </ac:spMkLst>
        </pc:spChg>
        <pc:spChg chg="mod topLvl">
          <ac:chgData name="Mayu Ninagawa (蜷川 真優 GE)" userId="15d22be4-2d84-414d-ac66-ca09a50eae87" providerId="ADAL" clId="{2A43D1C7-C612-4547-BA11-3049DC01C97C}" dt="2026-01-20T11:50:39.275" v="3279" actId="164"/>
          <ac:spMkLst>
            <pc:docMk/>
            <pc:sldMk cId="423890829" sldId="389"/>
            <ac:spMk id="919" creationId="{D04675A0-52D6-FB3C-1452-E49DEEA471C9}"/>
          </ac:spMkLst>
        </pc:spChg>
        <pc:spChg chg="mod topLvl">
          <ac:chgData name="Mayu Ninagawa (蜷川 真優 GE)" userId="15d22be4-2d84-414d-ac66-ca09a50eae87" providerId="ADAL" clId="{2A43D1C7-C612-4547-BA11-3049DC01C97C}" dt="2026-01-20T11:50:39.275" v="3279" actId="164"/>
          <ac:spMkLst>
            <pc:docMk/>
            <pc:sldMk cId="423890829" sldId="389"/>
            <ac:spMk id="920" creationId="{6A0BF8C7-4939-1C80-1B29-ACC417C5D899}"/>
          </ac:spMkLst>
        </pc:spChg>
        <pc:spChg chg="mod topLvl">
          <ac:chgData name="Mayu Ninagawa (蜷川 真優 GE)" userId="15d22be4-2d84-414d-ac66-ca09a50eae87" providerId="ADAL" clId="{2A43D1C7-C612-4547-BA11-3049DC01C97C}" dt="2026-01-20T11:50:39.275" v="3279" actId="164"/>
          <ac:spMkLst>
            <pc:docMk/>
            <pc:sldMk cId="423890829" sldId="389"/>
            <ac:spMk id="921" creationId="{35E4401C-FA82-4ECC-E50C-09C40A82A3E5}"/>
          </ac:spMkLst>
        </pc:spChg>
        <pc:spChg chg="mod topLvl">
          <ac:chgData name="Mayu Ninagawa (蜷川 真優 GE)" userId="15d22be4-2d84-414d-ac66-ca09a50eae87" providerId="ADAL" clId="{2A43D1C7-C612-4547-BA11-3049DC01C97C}" dt="2026-01-20T11:50:39.275" v="3279" actId="164"/>
          <ac:spMkLst>
            <pc:docMk/>
            <pc:sldMk cId="423890829" sldId="389"/>
            <ac:spMk id="922" creationId="{7EAEB5A4-CBBA-A7EF-23DF-B20A2866DC8C}"/>
          </ac:spMkLst>
        </pc:spChg>
        <pc:spChg chg="mod topLvl">
          <ac:chgData name="Mayu Ninagawa (蜷川 真優 GE)" userId="15d22be4-2d84-414d-ac66-ca09a50eae87" providerId="ADAL" clId="{2A43D1C7-C612-4547-BA11-3049DC01C97C}" dt="2026-01-20T11:50:39.275" v="3279" actId="164"/>
          <ac:spMkLst>
            <pc:docMk/>
            <pc:sldMk cId="423890829" sldId="389"/>
            <ac:spMk id="923" creationId="{159BAEFE-9F90-E0C5-7CE3-7783931AD22A}"/>
          </ac:spMkLst>
        </pc:spChg>
        <pc:spChg chg="mod topLvl">
          <ac:chgData name="Mayu Ninagawa (蜷川 真優 GE)" userId="15d22be4-2d84-414d-ac66-ca09a50eae87" providerId="ADAL" clId="{2A43D1C7-C612-4547-BA11-3049DC01C97C}" dt="2026-01-20T11:50:39.275" v="3279" actId="164"/>
          <ac:spMkLst>
            <pc:docMk/>
            <pc:sldMk cId="423890829" sldId="389"/>
            <ac:spMk id="924" creationId="{7D1173C8-FCFF-A3C8-E60E-ECCC76156A50}"/>
          </ac:spMkLst>
        </pc:spChg>
        <pc:spChg chg="mod topLvl">
          <ac:chgData name="Mayu Ninagawa (蜷川 真優 GE)" userId="15d22be4-2d84-414d-ac66-ca09a50eae87" providerId="ADAL" clId="{2A43D1C7-C612-4547-BA11-3049DC01C97C}" dt="2026-01-20T11:50:39.275" v="3279" actId="164"/>
          <ac:spMkLst>
            <pc:docMk/>
            <pc:sldMk cId="423890829" sldId="389"/>
            <ac:spMk id="925" creationId="{83EAD069-9BD5-C9CF-470F-B7E0DA43CC68}"/>
          </ac:spMkLst>
        </pc:spChg>
        <pc:spChg chg="mod topLvl">
          <ac:chgData name="Mayu Ninagawa (蜷川 真優 GE)" userId="15d22be4-2d84-414d-ac66-ca09a50eae87" providerId="ADAL" clId="{2A43D1C7-C612-4547-BA11-3049DC01C97C}" dt="2026-01-20T11:50:39.275" v="3279" actId="164"/>
          <ac:spMkLst>
            <pc:docMk/>
            <pc:sldMk cId="423890829" sldId="389"/>
            <ac:spMk id="926" creationId="{B43990DA-FF19-13FA-5692-266B3A8DBE27}"/>
          </ac:spMkLst>
        </pc:spChg>
        <pc:spChg chg="add del mod">
          <ac:chgData name="Mayu Ninagawa (蜷川 真優 GE)" userId="15d22be4-2d84-414d-ac66-ca09a50eae87" providerId="ADAL" clId="{2A43D1C7-C612-4547-BA11-3049DC01C97C}" dt="2026-01-22T02:50:56.461" v="3811" actId="478"/>
          <ac:spMkLst>
            <pc:docMk/>
            <pc:sldMk cId="423890829" sldId="389"/>
            <ac:spMk id="927" creationId="{E42F8AB5-11F0-1861-D35F-30C2816B6CED}"/>
          </ac:spMkLst>
        </pc:spChg>
        <pc:spChg chg="add del mod">
          <ac:chgData name="Mayu Ninagawa (蜷川 真優 GE)" userId="15d22be4-2d84-414d-ac66-ca09a50eae87" providerId="ADAL" clId="{2A43D1C7-C612-4547-BA11-3049DC01C97C}" dt="2026-01-22T02:50:56.461" v="3811" actId="478"/>
          <ac:spMkLst>
            <pc:docMk/>
            <pc:sldMk cId="423890829" sldId="389"/>
            <ac:spMk id="928" creationId="{832EB265-A9A6-E213-4EA2-3186BE46BCE4}"/>
          </ac:spMkLst>
        </pc:spChg>
        <pc:spChg chg="mod">
          <ac:chgData name="Mayu Ninagawa (蜷川 真優 GE)" userId="15d22be4-2d84-414d-ac66-ca09a50eae87" providerId="ADAL" clId="{2A43D1C7-C612-4547-BA11-3049DC01C97C}" dt="2026-01-22T03:15:45.600" v="4388"/>
          <ac:spMkLst>
            <pc:docMk/>
            <pc:sldMk cId="423890829" sldId="389"/>
            <ac:spMk id="929" creationId="{E42C89DF-23B2-CA57-C3F2-C72FAC2135D9}"/>
          </ac:spMkLst>
        </pc:spChg>
        <pc:spChg chg="mod">
          <ac:chgData name="Mayu Ninagawa (蜷川 真優 GE)" userId="15d22be4-2d84-414d-ac66-ca09a50eae87" providerId="ADAL" clId="{2A43D1C7-C612-4547-BA11-3049DC01C97C}" dt="2026-01-22T03:15:45.600" v="4388"/>
          <ac:spMkLst>
            <pc:docMk/>
            <pc:sldMk cId="423890829" sldId="389"/>
            <ac:spMk id="930" creationId="{349C7E42-EDAA-D57D-E618-689047355769}"/>
          </ac:spMkLst>
        </pc:spChg>
        <pc:spChg chg="mod">
          <ac:chgData name="Mayu Ninagawa (蜷川 真優 GE)" userId="15d22be4-2d84-414d-ac66-ca09a50eae87" providerId="ADAL" clId="{2A43D1C7-C612-4547-BA11-3049DC01C97C}" dt="2026-01-22T03:15:45.600" v="4388"/>
          <ac:spMkLst>
            <pc:docMk/>
            <pc:sldMk cId="423890829" sldId="389"/>
            <ac:spMk id="931" creationId="{3F5686E4-F405-A68D-A1D1-A1A747102339}"/>
          </ac:spMkLst>
        </pc:spChg>
        <pc:spChg chg="mod">
          <ac:chgData name="Mayu Ninagawa (蜷川 真優 GE)" userId="15d22be4-2d84-414d-ac66-ca09a50eae87" providerId="ADAL" clId="{2A43D1C7-C612-4547-BA11-3049DC01C97C}" dt="2026-01-22T03:15:45.600" v="4388"/>
          <ac:spMkLst>
            <pc:docMk/>
            <pc:sldMk cId="423890829" sldId="389"/>
            <ac:spMk id="932" creationId="{87E106A6-869D-0869-5965-83D761DE4C52}"/>
          </ac:spMkLst>
        </pc:spChg>
        <pc:spChg chg="mod">
          <ac:chgData name="Mayu Ninagawa (蜷川 真優 GE)" userId="15d22be4-2d84-414d-ac66-ca09a50eae87" providerId="ADAL" clId="{2A43D1C7-C612-4547-BA11-3049DC01C97C}" dt="2026-01-22T03:15:45.600" v="4388"/>
          <ac:spMkLst>
            <pc:docMk/>
            <pc:sldMk cId="423890829" sldId="389"/>
            <ac:spMk id="936" creationId="{4D6211EB-5B1D-7BF6-33CC-36CC5B80ABAD}"/>
          </ac:spMkLst>
        </pc:spChg>
        <pc:spChg chg="mod">
          <ac:chgData name="Mayu Ninagawa (蜷川 真優 GE)" userId="15d22be4-2d84-414d-ac66-ca09a50eae87" providerId="ADAL" clId="{2A43D1C7-C612-4547-BA11-3049DC01C97C}" dt="2026-01-22T03:15:45.600" v="4388"/>
          <ac:spMkLst>
            <pc:docMk/>
            <pc:sldMk cId="423890829" sldId="389"/>
            <ac:spMk id="937" creationId="{B9DB5067-C6A1-5F10-7F51-AE81380D3FBE}"/>
          </ac:spMkLst>
        </pc:spChg>
        <pc:spChg chg="mod">
          <ac:chgData name="Mayu Ninagawa (蜷川 真優 GE)" userId="15d22be4-2d84-414d-ac66-ca09a50eae87" providerId="ADAL" clId="{2A43D1C7-C612-4547-BA11-3049DC01C97C}" dt="2026-01-22T03:15:45.600" v="4388"/>
          <ac:spMkLst>
            <pc:docMk/>
            <pc:sldMk cId="423890829" sldId="389"/>
            <ac:spMk id="938" creationId="{76D32E6E-53B6-FEA8-6ABF-4555CD7F160A}"/>
          </ac:spMkLst>
        </pc:spChg>
        <pc:spChg chg="mod">
          <ac:chgData name="Mayu Ninagawa (蜷川 真優 GE)" userId="15d22be4-2d84-414d-ac66-ca09a50eae87" providerId="ADAL" clId="{2A43D1C7-C612-4547-BA11-3049DC01C97C}" dt="2026-01-22T03:15:45.600" v="4388"/>
          <ac:spMkLst>
            <pc:docMk/>
            <pc:sldMk cId="423890829" sldId="389"/>
            <ac:spMk id="939" creationId="{92091C0E-FA14-FC60-44AF-A97304EB28B3}"/>
          </ac:spMkLst>
        </pc:spChg>
        <pc:spChg chg="mod">
          <ac:chgData name="Mayu Ninagawa (蜷川 真優 GE)" userId="15d22be4-2d84-414d-ac66-ca09a50eae87" providerId="ADAL" clId="{2A43D1C7-C612-4547-BA11-3049DC01C97C}" dt="2026-01-22T03:15:45.600" v="4388"/>
          <ac:spMkLst>
            <pc:docMk/>
            <pc:sldMk cId="423890829" sldId="389"/>
            <ac:spMk id="940" creationId="{D2FF4621-8203-1681-EF99-05920873E7C5}"/>
          </ac:spMkLst>
        </pc:spChg>
        <pc:spChg chg="mod">
          <ac:chgData name="Mayu Ninagawa (蜷川 真優 GE)" userId="15d22be4-2d84-414d-ac66-ca09a50eae87" providerId="ADAL" clId="{2A43D1C7-C612-4547-BA11-3049DC01C97C}" dt="2026-01-22T03:15:45.600" v="4388"/>
          <ac:spMkLst>
            <pc:docMk/>
            <pc:sldMk cId="423890829" sldId="389"/>
            <ac:spMk id="941" creationId="{555A5A4B-F6A1-864C-394E-FB6241F2ED70}"/>
          </ac:spMkLst>
        </pc:spChg>
        <pc:spChg chg="mod">
          <ac:chgData name="Mayu Ninagawa (蜷川 真優 GE)" userId="15d22be4-2d84-414d-ac66-ca09a50eae87" providerId="ADAL" clId="{2A43D1C7-C612-4547-BA11-3049DC01C97C}" dt="2026-01-22T03:15:45.600" v="4388"/>
          <ac:spMkLst>
            <pc:docMk/>
            <pc:sldMk cId="423890829" sldId="389"/>
            <ac:spMk id="942" creationId="{CCEAE93D-2198-5CD2-5C94-5D1BECE6380F}"/>
          </ac:spMkLst>
        </pc:spChg>
        <pc:spChg chg="mod">
          <ac:chgData name="Mayu Ninagawa (蜷川 真優 GE)" userId="15d22be4-2d84-414d-ac66-ca09a50eae87" providerId="ADAL" clId="{2A43D1C7-C612-4547-BA11-3049DC01C97C}" dt="2026-01-22T03:15:45.600" v="4388"/>
          <ac:spMkLst>
            <pc:docMk/>
            <pc:sldMk cId="423890829" sldId="389"/>
            <ac:spMk id="943" creationId="{75C24CD9-8D39-E310-591B-3B561DEE508A}"/>
          </ac:spMkLst>
        </pc:spChg>
        <pc:spChg chg="mod">
          <ac:chgData name="Mayu Ninagawa (蜷川 真優 GE)" userId="15d22be4-2d84-414d-ac66-ca09a50eae87" providerId="ADAL" clId="{2A43D1C7-C612-4547-BA11-3049DC01C97C}" dt="2026-01-22T03:15:45.600" v="4388"/>
          <ac:spMkLst>
            <pc:docMk/>
            <pc:sldMk cId="423890829" sldId="389"/>
            <ac:spMk id="945" creationId="{38D21EFA-F850-4BEB-30CE-EB08E116CAE3}"/>
          </ac:spMkLst>
        </pc:spChg>
        <pc:spChg chg="mod">
          <ac:chgData name="Mayu Ninagawa (蜷川 真優 GE)" userId="15d22be4-2d84-414d-ac66-ca09a50eae87" providerId="ADAL" clId="{2A43D1C7-C612-4547-BA11-3049DC01C97C}" dt="2026-01-22T03:15:45.600" v="4388"/>
          <ac:spMkLst>
            <pc:docMk/>
            <pc:sldMk cId="423890829" sldId="389"/>
            <ac:spMk id="946" creationId="{8675D3E1-CD04-E095-C20A-3902F7C81CAC}"/>
          </ac:spMkLst>
        </pc:spChg>
        <pc:spChg chg="mod">
          <ac:chgData name="Mayu Ninagawa (蜷川 真優 GE)" userId="15d22be4-2d84-414d-ac66-ca09a50eae87" providerId="ADAL" clId="{2A43D1C7-C612-4547-BA11-3049DC01C97C}" dt="2026-01-22T03:15:45.600" v="4388"/>
          <ac:spMkLst>
            <pc:docMk/>
            <pc:sldMk cId="423890829" sldId="389"/>
            <ac:spMk id="947" creationId="{C6BBE1EC-AD1F-8639-AA2E-EA09FAE7A0BD}"/>
          </ac:spMkLst>
        </pc:spChg>
        <pc:spChg chg="mod">
          <ac:chgData name="Mayu Ninagawa (蜷川 真優 GE)" userId="15d22be4-2d84-414d-ac66-ca09a50eae87" providerId="ADAL" clId="{2A43D1C7-C612-4547-BA11-3049DC01C97C}" dt="2026-01-22T03:15:45.600" v="4388"/>
          <ac:spMkLst>
            <pc:docMk/>
            <pc:sldMk cId="423890829" sldId="389"/>
            <ac:spMk id="948" creationId="{4E38E1E5-0D86-63E9-162E-DB2BA8260074}"/>
          </ac:spMkLst>
        </pc:spChg>
        <pc:spChg chg="mod">
          <ac:chgData name="Mayu Ninagawa (蜷川 真優 GE)" userId="15d22be4-2d84-414d-ac66-ca09a50eae87" providerId="ADAL" clId="{2A43D1C7-C612-4547-BA11-3049DC01C97C}" dt="2026-01-22T03:15:45.600" v="4388"/>
          <ac:spMkLst>
            <pc:docMk/>
            <pc:sldMk cId="423890829" sldId="389"/>
            <ac:spMk id="949" creationId="{508CA174-3C58-9F66-0382-E2CEE0E93DAF}"/>
          </ac:spMkLst>
        </pc:spChg>
        <pc:spChg chg="mod">
          <ac:chgData name="Mayu Ninagawa (蜷川 真優 GE)" userId="15d22be4-2d84-414d-ac66-ca09a50eae87" providerId="ADAL" clId="{2A43D1C7-C612-4547-BA11-3049DC01C97C}" dt="2026-01-22T03:15:45.600" v="4388"/>
          <ac:spMkLst>
            <pc:docMk/>
            <pc:sldMk cId="423890829" sldId="389"/>
            <ac:spMk id="950" creationId="{AA978510-5966-EDE6-0700-2B2D5E310328}"/>
          </ac:spMkLst>
        </pc:spChg>
        <pc:spChg chg="mod">
          <ac:chgData name="Mayu Ninagawa (蜷川 真優 GE)" userId="15d22be4-2d84-414d-ac66-ca09a50eae87" providerId="ADAL" clId="{2A43D1C7-C612-4547-BA11-3049DC01C97C}" dt="2026-01-22T03:15:45.600" v="4388"/>
          <ac:spMkLst>
            <pc:docMk/>
            <pc:sldMk cId="423890829" sldId="389"/>
            <ac:spMk id="951" creationId="{F40E698C-E680-C97C-2EAB-B2DBB60EFD8C}"/>
          </ac:spMkLst>
        </pc:spChg>
        <pc:spChg chg="mod">
          <ac:chgData name="Mayu Ninagawa (蜷川 真優 GE)" userId="15d22be4-2d84-414d-ac66-ca09a50eae87" providerId="ADAL" clId="{2A43D1C7-C612-4547-BA11-3049DC01C97C}" dt="2026-01-22T03:15:45.600" v="4388"/>
          <ac:spMkLst>
            <pc:docMk/>
            <pc:sldMk cId="423890829" sldId="389"/>
            <ac:spMk id="952" creationId="{57E6205C-9F1C-9702-386D-C49C64B812D8}"/>
          </ac:spMkLst>
        </pc:spChg>
        <pc:spChg chg="mod">
          <ac:chgData name="Mayu Ninagawa (蜷川 真優 GE)" userId="15d22be4-2d84-414d-ac66-ca09a50eae87" providerId="ADAL" clId="{2A43D1C7-C612-4547-BA11-3049DC01C97C}" dt="2026-01-22T03:15:45.600" v="4388"/>
          <ac:spMkLst>
            <pc:docMk/>
            <pc:sldMk cId="423890829" sldId="389"/>
            <ac:spMk id="953" creationId="{E992C936-C070-E687-6D4E-EA2A677484D0}"/>
          </ac:spMkLst>
        </pc:spChg>
        <pc:spChg chg="mod">
          <ac:chgData name="Mayu Ninagawa (蜷川 真優 GE)" userId="15d22be4-2d84-414d-ac66-ca09a50eae87" providerId="ADAL" clId="{2A43D1C7-C612-4547-BA11-3049DC01C97C}" dt="2026-01-22T03:15:45.600" v="4388"/>
          <ac:spMkLst>
            <pc:docMk/>
            <pc:sldMk cId="423890829" sldId="389"/>
            <ac:spMk id="954" creationId="{E32BD89F-6BFA-192F-FC1C-14805F47968A}"/>
          </ac:spMkLst>
        </pc:spChg>
        <pc:spChg chg="mod">
          <ac:chgData name="Mayu Ninagawa (蜷川 真優 GE)" userId="15d22be4-2d84-414d-ac66-ca09a50eae87" providerId="ADAL" clId="{2A43D1C7-C612-4547-BA11-3049DC01C97C}" dt="2026-01-22T03:15:45.600" v="4388"/>
          <ac:spMkLst>
            <pc:docMk/>
            <pc:sldMk cId="423890829" sldId="389"/>
            <ac:spMk id="955" creationId="{E0CED78C-BCC2-FA90-CFE9-AA2188A6D563}"/>
          </ac:spMkLst>
        </pc:spChg>
        <pc:spChg chg="mod">
          <ac:chgData name="Mayu Ninagawa (蜷川 真優 GE)" userId="15d22be4-2d84-414d-ac66-ca09a50eae87" providerId="ADAL" clId="{2A43D1C7-C612-4547-BA11-3049DC01C97C}" dt="2026-01-22T03:15:45.600" v="4388"/>
          <ac:spMkLst>
            <pc:docMk/>
            <pc:sldMk cId="423890829" sldId="389"/>
            <ac:spMk id="956" creationId="{1E2302A3-0D81-39B8-B587-55C1ECB84B81}"/>
          </ac:spMkLst>
        </pc:spChg>
        <pc:spChg chg="mod">
          <ac:chgData name="Mayu Ninagawa (蜷川 真優 GE)" userId="15d22be4-2d84-414d-ac66-ca09a50eae87" providerId="ADAL" clId="{2A43D1C7-C612-4547-BA11-3049DC01C97C}" dt="2026-01-22T03:15:45.600" v="4388"/>
          <ac:spMkLst>
            <pc:docMk/>
            <pc:sldMk cId="423890829" sldId="389"/>
            <ac:spMk id="957" creationId="{0E0AD4DD-5007-12C6-32DF-D67F54862908}"/>
          </ac:spMkLst>
        </pc:spChg>
        <pc:spChg chg="mod">
          <ac:chgData name="Mayu Ninagawa (蜷川 真優 GE)" userId="15d22be4-2d84-414d-ac66-ca09a50eae87" providerId="ADAL" clId="{2A43D1C7-C612-4547-BA11-3049DC01C97C}" dt="2026-01-22T03:15:45.600" v="4388"/>
          <ac:spMkLst>
            <pc:docMk/>
            <pc:sldMk cId="423890829" sldId="389"/>
            <ac:spMk id="958" creationId="{9E37F4EF-9D09-6527-8997-EBCFCDB1CCF2}"/>
          </ac:spMkLst>
        </pc:spChg>
        <pc:spChg chg="mod">
          <ac:chgData name="Mayu Ninagawa (蜷川 真優 GE)" userId="15d22be4-2d84-414d-ac66-ca09a50eae87" providerId="ADAL" clId="{2A43D1C7-C612-4547-BA11-3049DC01C97C}" dt="2026-01-22T03:15:45.600" v="4388"/>
          <ac:spMkLst>
            <pc:docMk/>
            <pc:sldMk cId="423890829" sldId="389"/>
            <ac:spMk id="959" creationId="{4C4F9CEA-EC3A-A271-F820-E4DE11F76898}"/>
          </ac:spMkLst>
        </pc:spChg>
        <pc:grpChg chg="add del mod">
          <ac:chgData name="Mayu Ninagawa (蜷川 真優 GE)" userId="15d22be4-2d84-414d-ac66-ca09a50eae87" providerId="ADAL" clId="{2A43D1C7-C612-4547-BA11-3049DC01C97C}" dt="2026-01-29T03:28:13.662" v="5641" actId="21"/>
          <ac:grpSpMkLst>
            <pc:docMk/>
            <pc:sldMk cId="423890829" sldId="389"/>
            <ac:grpSpMk id="2" creationId="{41FB33D3-2BF8-CA72-94E9-904985940B2B}"/>
          </ac:grpSpMkLst>
        </pc:grpChg>
        <pc:grpChg chg="add del mod">
          <ac:chgData name="Mayu Ninagawa (蜷川 真優 GE)" userId="15d22be4-2d84-414d-ac66-ca09a50eae87" providerId="ADAL" clId="{2A43D1C7-C612-4547-BA11-3049DC01C97C}" dt="2026-01-22T03:15:47.344" v="4389"/>
          <ac:grpSpMkLst>
            <pc:docMk/>
            <pc:sldMk cId="423890829" sldId="389"/>
            <ac:grpSpMk id="10" creationId="{C7139DF5-3716-D4C7-B3A6-600C3CA0A7E0}"/>
          </ac:grpSpMkLst>
        </pc:grpChg>
        <pc:grpChg chg="add del mod">
          <ac:chgData name="Mayu Ninagawa (蜷川 真優 GE)" userId="15d22be4-2d84-414d-ac66-ca09a50eae87" providerId="ADAL" clId="{2A43D1C7-C612-4547-BA11-3049DC01C97C}" dt="2026-01-20T09:06:57.072" v="1567"/>
          <ac:grpSpMkLst>
            <pc:docMk/>
            <pc:sldMk cId="423890829" sldId="389"/>
            <ac:grpSpMk id="326" creationId="{4BC4826C-3CE0-AD7E-EC2C-2369999E88BC}"/>
          </ac:grpSpMkLst>
        </pc:grpChg>
        <pc:grpChg chg="add mod">
          <ac:chgData name="Mayu Ninagawa (蜷川 真優 GE)" userId="15d22be4-2d84-414d-ac66-ca09a50eae87" providerId="ADAL" clId="{2A43D1C7-C612-4547-BA11-3049DC01C97C}" dt="2026-01-20T10:28:48.589" v="2507" actId="164"/>
          <ac:grpSpMkLst>
            <pc:docMk/>
            <pc:sldMk cId="423890829" sldId="389"/>
            <ac:grpSpMk id="375" creationId="{0F1D9995-2EF2-38F5-7C42-85269EAD4B4C}"/>
          </ac:grpSpMkLst>
        </pc:grpChg>
        <pc:grpChg chg="add del mod">
          <ac:chgData name="Mayu Ninagawa (蜷川 真優 GE)" userId="15d22be4-2d84-414d-ac66-ca09a50eae87" providerId="ADAL" clId="{2A43D1C7-C612-4547-BA11-3049DC01C97C}" dt="2026-01-20T11:15:07.870" v="3049" actId="478"/>
          <ac:grpSpMkLst>
            <pc:docMk/>
            <pc:sldMk cId="423890829" sldId="389"/>
            <ac:grpSpMk id="383" creationId="{8533B8C5-0FEE-67F3-6922-A19200D1DC1A}"/>
          </ac:grpSpMkLst>
        </pc:grpChg>
        <pc:grpChg chg="add del mod">
          <ac:chgData name="Mayu Ninagawa (蜷川 真優 GE)" userId="15d22be4-2d84-414d-ac66-ca09a50eae87" providerId="ADAL" clId="{2A43D1C7-C612-4547-BA11-3049DC01C97C}" dt="2026-01-20T09:06:57.072" v="1567"/>
          <ac:grpSpMkLst>
            <pc:docMk/>
            <pc:sldMk cId="423890829" sldId="389"/>
            <ac:grpSpMk id="647" creationId="{EB79A33F-DA22-C488-66FB-205B80460002}"/>
          </ac:grpSpMkLst>
        </pc:grpChg>
        <pc:grpChg chg="add del mod">
          <ac:chgData name="Mayu Ninagawa (蜷川 真優 GE)" userId="15d22be4-2d84-414d-ac66-ca09a50eae87" providerId="ADAL" clId="{2A43D1C7-C612-4547-BA11-3049DC01C97C}" dt="2026-01-20T11:20:53.580" v="3112" actId="478"/>
          <ac:grpSpMkLst>
            <pc:docMk/>
            <pc:sldMk cId="423890829" sldId="389"/>
            <ac:grpSpMk id="704" creationId="{D93865D6-C5D2-ECA4-04CE-9209574F786A}"/>
          </ac:grpSpMkLst>
        </pc:grpChg>
        <pc:grpChg chg="add del mod">
          <ac:chgData name="Mayu Ninagawa (蜷川 真優 GE)" userId="15d22be4-2d84-414d-ac66-ca09a50eae87" providerId="ADAL" clId="{2A43D1C7-C612-4547-BA11-3049DC01C97C}" dt="2026-01-20T11:22:36.159" v="3130" actId="478"/>
          <ac:grpSpMkLst>
            <pc:docMk/>
            <pc:sldMk cId="423890829" sldId="389"/>
            <ac:grpSpMk id="779" creationId="{4D272EDA-2D3E-416F-4930-D243924A07A9}"/>
          </ac:grpSpMkLst>
        </pc:grpChg>
        <pc:grpChg chg="add del mod">
          <ac:chgData name="Mayu Ninagawa (蜷川 真優 GE)" userId="15d22be4-2d84-414d-ac66-ca09a50eae87" providerId="ADAL" clId="{2A43D1C7-C612-4547-BA11-3049DC01C97C}" dt="2026-01-20T11:50:32.264" v="3278" actId="165"/>
          <ac:grpSpMkLst>
            <pc:docMk/>
            <pc:sldMk cId="423890829" sldId="389"/>
            <ac:grpSpMk id="853" creationId="{3E1412CD-F9A2-7E2D-AEFA-1430533E63D7}"/>
          </ac:grpSpMkLst>
        </pc:grpChg>
        <pc:grpChg chg="add del mod">
          <ac:chgData name="Mayu Ninagawa (蜷川 真優 GE)" userId="15d22be4-2d84-414d-ac66-ca09a50eae87" providerId="ADAL" clId="{2A43D1C7-C612-4547-BA11-3049DC01C97C}" dt="2026-01-22T03:15:47.344" v="4389"/>
          <ac:grpSpMkLst>
            <pc:docMk/>
            <pc:sldMk cId="423890829" sldId="389"/>
            <ac:grpSpMk id="944" creationId="{386D2871-51FB-7D18-8928-831B360C5EB6}"/>
          </ac:grpSpMkLst>
        </pc:grpChg>
        <pc:picChg chg="add del mod">
          <ac:chgData name="Mayu Ninagawa (蜷川 真優 GE)" userId="15d22be4-2d84-414d-ac66-ca09a50eae87" providerId="ADAL" clId="{2A43D1C7-C612-4547-BA11-3049DC01C97C}" dt="2026-01-20T09:06:55.682" v="1563" actId="478"/>
          <ac:picMkLst>
            <pc:docMk/>
            <pc:sldMk cId="423890829" sldId="389"/>
            <ac:picMk id="62" creationId="{3486E503-5345-1680-58E8-AE96E5C0CF80}"/>
          </ac:picMkLst>
        </pc:picChg>
        <pc:picChg chg="add del mod">
          <ac:chgData name="Mayu Ninagawa (蜷川 真優 GE)" userId="15d22be4-2d84-414d-ac66-ca09a50eae87" providerId="ADAL" clId="{2A43D1C7-C612-4547-BA11-3049DC01C97C}" dt="2026-01-22T03:15:45.344" v="4387" actId="478"/>
          <ac:picMkLst>
            <pc:docMk/>
            <pc:sldMk cId="423890829" sldId="389"/>
            <ac:picMk id="355" creationId="{CDCAFBDC-EEFF-14F2-1377-3849092D8D08}"/>
          </ac:picMkLst>
        </pc:picChg>
        <pc:picChg chg="add mod">
          <ac:chgData name="Mayu Ninagawa (蜷川 真優 GE)" userId="15d22be4-2d84-414d-ac66-ca09a50eae87" providerId="ADAL" clId="{2A43D1C7-C612-4547-BA11-3049DC01C97C}" dt="2026-01-22T03:15:57.015" v="4398" actId="1076"/>
          <ac:picMkLst>
            <pc:docMk/>
            <pc:sldMk cId="423890829" sldId="389"/>
            <ac:picMk id="648" creationId="{4BD3C867-ED5B-CF14-591F-756085F5CF51}"/>
          </ac:picMkLst>
        </pc:picChg>
        <pc:picChg chg="del">
          <ac:chgData name="Mayu Ninagawa (蜷川 真優 GE)" userId="15d22be4-2d84-414d-ac66-ca09a50eae87" providerId="ADAL" clId="{2A43D1C7-C612-4547-BA11-3049DC01C97C}" dt="2026-01-20T08:44:46.429" v="1246" actId="478"/>
          <ac:picMkLst>
            <pc:docMk/>
            <pc:sldMk cId="423890829" sldId="389"/>
            <ac:picMk id="691" creationId="{6BC5D6BB-FD8F-F389-DE76-0F52A35BD107}"/>
          </ac:picMkLst>
        </pc:picChg>
        <pc:cxnChg chg="add mod">
          <ac:chgData name="Mayu Ninagawa (蜷川 真優 GE)" userId="15d22be4-2d84-414d-ac66-ca09a50eae87" providerId="ADAL" clId="{2A43D1C7-C612-4547-BA11-3049DC01C97C}" dt="2026-01-20T10:48:10.088" v="2751" actId="164"/>
          <ac:cxnSpMkLst>
            <pc:docMk/>
            <pc:sldMk cId="423890829" sldId="389"/>
            <ac:cxnSpMk id="372" creationId="{851679C3-3AE1-61ED-1D80-62E196ECA6B8}"/>
          </ac:cxnSpMkLst>
        </pc:cxnChg>
        <pc:cxnChg chg="add mod">
          <ac:chgData name="Mayu Ninagawa (蜷川 真優 GE)" userId="15d22be4-2d84-414d-ac66-ca09a50eae87" providerId="ADAL" clId="{2A43D1C7-C612-4547-BA11-3049DC01C97C}" dt="2026-01-20T10:48:10.088" v="2751" actId="164"/>
          <ac:cxnSpMkLst>
            <pc:docMk/>
            <pc:sldMk cId="423890829" sldId="389"/>
            <ac:cxnSpMk id="373" creationId="{0BA49880-5041-7858-BC53-49B3E8007CEE}"/>
          </ac:cxnSpMkLst>
        </pc:cxnChg>
        <pc:cxnChg chg="add mod">
          <ac:chgData name="Mayu Ninagawa (蜷川 真優 GE)" userId="15d22be4-2d84-414d-ac66-ca09a50eae87" providerId="ADAL" clId="{2A43D1C7-C612-4547-BA11-3049DC01C97C}" dt="2026-01-20T10:48:10.088" v="2751" actId="164"/>
          <ac:cxnSpMkLst>
            <pc:docMk/>
            <pc:sldMk cId="423890829" sldId="389"/>
            <ac:cxnSpMk id="374" creationId="{814BDDA3-0E5B-DCFA-7E35-F366656F922B}"/>
          </ac:cxnSpMkLst>
        </pc:cxnChg>
        <pc:cxnChg chg="mod">
          <ac:chgData name="Mayu Ninagawa (蜷川 真優 GE)" userId="15d22be4-2d84-414d-ac66-ca09a50eae87" providerId="ADAL" clId="{2A43D1C7-C612-4547-BA11-3049DC01C97C}" dt="2026-01-20T11:15:08.313" v="3050"/>
          <ac:cxnSpMkLst>
            <pc:docMk/>
            <pc:sldMk cId="423890829" sldId="389"/>
            <ac:cxnSpMk id="767" creationId="{FDC18329-9C6B-6F61-0990-F04A55912BB2}"/>
          </ac:cxnSpMkLst>
        </pc:cxnChg>
        <pc:cxnChg chg="mod">
          <ac:chgData name="Mayu Ninagawa (蜷川 真優 GE)" userId="15d22be4-2d84-414d-ac66-ca09a50eae87" providerId="ADAL" clId="{2A43D1C7-C612-4547-BA11-3049DC01C97C}" dt="2026-01-20T11:15:08.313" v="3050"/>
          <ac:cxnSpMkLst>
            <pc:docMk/>
            <pc:sldMk cId="423890829" sldId="389"/>
            <ac:cxnSpMk id="768" creationId="{F5470827-4B66-1F0F-E96B-BB8C7F3062A1}"/>
          </ac:cxnSpMkLst>
        </pc:cxnChg>
        <pc:cxnChg chg="mod">
          <ac:chgData name="Mayu Ninagawa (蜷川 真優 GE)" userId="15d22be4-2d84-414d-ac66-ca09a50eae87" providerId="ADAL" clId="{2A43D1C7-C612-4547-BA11-3049DC01C97C}" dt="2026-01-20T11:15:08.313" v="3050"/>
          <ac:cxnSpMkLst>
            <pc:docMk/>
            <pc:sldMk cId="423890829" sldId="389"/>
            <ac:cxnSpMk id="769" creationId="{F4157432-4BE5-D416-DB33-7F6BA63AABD0}"/>
          </ac:cxnSpMkLst>
        </pc:cxnChg>
        <pc:cxnChg chg="mod">
          <ac:chgData name="Mayu Ninagawa (蜷川 真優 GE)" userId="15d22be4-2d84-414d-ac66-ca09a50eae87" providerId="ADAL" clId="{2A43D1C7-C612-4547-BA11-3049DC01C97C}" dt="2026-01-20T11:20:53.811" v="3113"/>
          <ac:cxnSpMkLst>
            <pc:docMk/>
            <pc:sldMk cId="423890829" sldId="389"/>
            <ac:cxnSpMk id="842" creationId="{246BF52A-CD12-7888-C9A6-6CE1C32785DA}"/>
          </ac:cxnSpMkLst>
        </pc:cxnChg>
        <pc:cxnChg chg="mod">
          <ac:chgData name="Mayu Ninagawa (蜷川 真優 GE)" userId="15d22be4-2d84-414d-ac66-ca09a50eae87" providerId="ADAL" clId="{2A43D1C7-C612-4547-BA11-3049DC01C97C}" dt="2026-01-20T11:20:53.811" v="3113"/>
          <ac:cxnSpMkLst>
            <pc:docMk/>
            <pc:sldMk cId="423890829" sldId="389"/>
            <ac:cxnSpMk id="843" creationId="{E274599D-ABAA-250D-26F4-1C786EDD7BB4}"/>
          </ac:cxnSpMkLst>
        </pc:cxnChg>
        <pc:cxnChg chg="mod">
          <ac:chgData name="Mayu Ninagawa (蜷川 真優 GE)" userId="15d22be4-2d84-414d-ac66-ca09a50eae87" providerId="ADAL" clId="{2A43D1C7-C612-4547-BA11-3049DC01C97C}" dt="2026-01-20T11:20:53.811" v="3113"/>
          <ac:cxnSpMkLst>
            <pc:docMk/>
            <pc:sldMk cId="423890829" sldId="389"/>
            <ac:cxnSpMk id="844" creationId="{EC9CA392-D0B2-4CA7-2680-744ACECE1D40}"/>
          </ac:cxnSpMkLst>
        </pc:cxnChg>
        <pc:cxnChg chg="mod topLvl">
          <ac:chgData name="Mayu Ninagawa (蜷川 真優 GE)" userId="15d22be4-2d84-414d-ac66-ca09a50eae87" providerId="ADAL" clId="{2A43D1C7-C612-4547-BA11-3049DC01C97C}" dt="2026-01-20T11:50:39.275" v="3279" actId="164"/>
          <ac:cxnSpMkLst>
            <pc:docMk/>
            <pc:sldMk cId="423890829" sldId="389"/>
            <ac:cxnSpMk id="916" creationId="{829898CC-DB1A-8F31-62DC-926A01E6BBB0}"/>
          </ac:cxnSpMkLst>
        </pc:cxnChg>
        <pc:cxnChg chg="mod topLvl">
          <ac:chgData name="Mayu Ninagawa (蜷川 真優 GE)" userId="15d22be4-2d84-414d-ac66-ca09a50eae87" providerId="ADAL" clId="{2A43D1C7-C612-4547-BA11-3049DC01C97C}" dt="2026-01-20T11:50:39.275" v="3279" actId="164"/>
          <ac:cxnSpMkLst>
            <pc:docMk/>
            <pc:sldMk cId="423890829" sldId="389"/>
            <ac:cxnSpMk id="917" creationId="{FDA41639-868A-CC17-50EC-5D3F726D48FE}"/>
          </ac:cxnSpMkLst>
        </pc:cxnChg>
        <pc:cxnChg chg="mod topLvl">
          <ac:chgData name="Mayu Ninagawa (蜷川 真優 GE)" userId="15d22be4-2d84-414d-ac66-ca09a50eae87" providerId="ADAL" clId="{2A43D1C7-C612-4547-BA11-3049DC01C97C}" dt="2026-01-20T11:50:39.275" v="3279" actId="164"/>
          <ac:cxnSpMkLst>
            <pc:docMk/>
            <pc:sldMk cId="423890829" sldId="389"/>
            <ac:cxnSpMk id="918" creationId="{23B4DE2E-A03A-E391-68E8-423ACBBBBE65}"/>
          </ac:cxnSpMkLst>
        </pc:cxnChg>
        <pc:cxnChg chg="mod">
          <ac:chgData name="Mayu Ninagawa (蜷川 真優 GE)" userId="15d22be4-2d84-414d-ac66-ca09a50eae87" providerId="ADAL" clId="{2A43D1C7-C612-4547-BA11-3049DC01C97C}" dt="2026-01-22T03:15:45.600" v="4388"/>
          <ac:cxnSpMkLst>
            <pc:docMk/>
            <pc:sldMk cId="423890829" sldId="389"/>
            <ac:cxnSpMk id="933" creationId="{C9EBBDF1-9FFB-AE5B-6A9C-EACBE0FDF8CA}"/>
          </ac:cxnSpMkLst>
        </pc:cxnChg>
        <pc:cxnChg chg="mod">
          <ac:chgData name="Mayu Ninagawa (蜷川 真優 GE)" userId="15d22be4-2d84-414d-ac66-ca09a50eae87" providerId="ADAL" clId="{2A43D1C7-C612-4547-BA11-3049DC01C97C}" dt="2026-01-22T03:15:45.600" v="4388"/>
          <ac:cxnSpMkLst>
            <pc:docMk/>
            <pc:sldMk cId="423890829" sldId="389"/>
            <ac:cxnSpMk id="934" creationId="{8150D49F-8099-4F80-3FDD-374F8846DD02}"/>
          </ac:cxnSpMkLst>
        </pc:cxnChg>
        <pc:cxnChg chg="mod">
          <ac:chgData name="Mayu Ninagawa (蜷川 真優 GE)" userId="15d22be4-2d84-414d-ac66-ca09a50eae87" providerId="ADAL" clId="{2A43D1C7-C612-4547-BA11-3049DC01C97C}" dt="2026-01-22T03:15:45.600" v="4388"/>
          <ac:cxnSpMkLst>
            <pc:docMk/>
            <pc:sldMk cId="423890829" sldId="389"/>
            <ac:cxnSpMk id="935" creationId="{FAE7F207-32A4-1C3B-CF37-D3BE7183F756}"/>
          </ac:cxnSpMkLst>
        </pc:cxnChg>
      </pc:sldChg>
      <pc:sldChg chg="add del">
        <pc:chgData name="Mayu Ninagawa (蜷川 真優 GE)" userId="15d22be4-2d84-414d-ac66-ca09a50eae87" providerId="ADAL" clId="{2A43D1C7-C612-4547-BA11-3049DC01C97C}" dt="2026-01-29T09:09:56.595" v="7402" actId="47"/>
        <pc:sldMkLst>
          <pc:docMk/>
          <pc:sldMk cId="3715287605" sldId="389"/>
        </pc:sldMkLst>
      </pc:sldChg>
      <pc:sldChg chg="addSp delSp modSp del mod modShow">
        <pc:chgData name="Mayu Ninagawa (蜷川 真優 GE)" userId="15d22be4-2d84-414d-ac66-ca09a50eae87" providerId="ADAL" clId="{2A43D1C7-C612-4547-BA11-3049DC01C97C}" dt="2026-01-29T09:29:13.144" v="8123" actId="47"/>
        <pc:sldMkLst>
          <pc:docMk/>
          <pc:sldMk cId="1396568335" sldId="390"/>
        </pc:sldMkLst>
        <pc:spChg chg="del">
          <ac:chgData name="Mayu Ninagawa (蜷川 真優 GE)" userId="15d22be4-2d84-414d-ac66-ca09a50eae87" providerId="ADAL" clId="{2A43D1C7-C612-4547-BA11-3049DC01C97C}" dt="2026-01-22T03:40:26.080" v="4638" actId="478"/>
          <ac:spMkLst>
            <pc:docMk/>
            <pc:sldMk cId="1396568335" sldId="390"/>
            <ac:spMk id="3" creationId="{1A9890B5-4F1A-E8FE-73D4-6B22D984764B}"/>
          </ac:spMkLst>
        </pc:spChg>
        <pc:spChg chg="add mod">
          <ac:chgData name="Mayu Ninagawa (蜷川 真優 GE)" userId="15d22be4-2d84-414d-ac66-ca09a50eae87" providerId="ADAL" clId="{2A43D1C7-C612-4547-BA11-3049DC01C97C}" dt="2026-01-20T08:20:32.416" v="1118" actId="1076"/>
          <ac:spMkLst>
            <pc:docMk/>
            <pc:sldMk cId="1396568335" sldId="390"/>
            <ac:spMk id="7" creationId="{47193CC2-B14F-6888-FF2E-1351929C3778}"/>
          </ac:spMkLst>
        </pc:spChg>
        <pc:spChg chg="add mod">
          <ac:chgData name="Mayu Ninagawa (蜷川 真優 GE)" userId="15d22be4-2d84-414d-ac66-ca09a50eae87" providerId="ADAL" clId="{2A43D1C7-C612-4547-BA11-3049DC01C97C}" dt="2026-01-20T08:20:32.416" v="1118" actId="1076"/>
          <ac:spMkLst>
            <pc:docMk/>
            <pc:sldMk cId="1396568335" sldId="390"/>
            <ac:spMk id="9" creationId="{F2ACADD9-7B8C-82FA-4351-3AB6DA6EE042}"/>
          </ac:spMkLst>
        </pc:spChg>
        <pc:spChg chg="add mod">
          <ac:chgData name="Mayu Ninagawa (蜷川 真優 GE)" userId="15d22be4-2d84-414d-ac66-ca09a50eae87" providerId="ADAL" clId="{2A43D1C7-C612-4547-BA11-3049DC01C97C}" dt="2026-01-20T08:20:32.416" v="1118" actId="1076"/>
          <ac:spMkLst>
            <pc:docMk/>
            <pc:sldMk cId="1396568335" sldId="390"/>
            <ac:spMk id="10" creationId="{4B9D30B6-7BE3-215A-D39D-5B216B790891}"/>
          </ac:spMkLst>
        </pc:spChg>
        <pc:spChg chg="add mod">
          <ac:chgData name="Mayu Ninagawa (蜷川 真優 GE)" userId="15d22be4-2d84-414d-ac66-ca09a50eae87" providerId="ADAL" clId="{2A43D1C7-C612-4547-BA11-3049DC01C97C}" dt="2026-01-20T08:20:32.416" v="1118" actId="1076"/>
          <ac:spMkLst>
            <pc:docMk/>
            <pc:sldMk cId="1396568335" sldId="390"/>
            <ac:spMk id="11" creationId="{7681867A-9C56-2525-028C-772B56DCD4F1}"/>
          </ac:spMkLst>
        </pc:spChg>
        <pc:spChg chg="add mod">
          <ac:chgData name="Mayu Ninagawa (蜷川 真優 GE)" userId="15d22be4-2d84-414d-ac66-ca09a50eae87" providerId="ADAL" clId="{2A43D1C7-C612-4547-BA11-3049DC01C97C}" dt="2026-01-22T03:40:50.039" v="4644" actId="1076"/>
          <ac:spMkLst>
            <pc:docMk/>
            <pc:sldMk cId="1396568335" sldId="390"/>
            <ac:spMk id="12" creationId="{0719F713-A56F-E578-DDF4-8AB198CEA6D8}"/>
          </ac:spMkLst>
        </pc:spChg>
        <pc:graphicFrameChg chg="mod modGraphic">
          <ac:chgData name="Mayu Ninagawa (蜷川 真優 GE)" userId="15d22be4-2d84-414d-ac66-ca09a50eae87" providerId="ADAL" clId="{2A43D1C7-C612-4547-BA11-3049DC01C97C}" dt="2026-01-22T03:50:48.445" v="4822"/>
          <ac:graphicFrameMkLst>
            <pc:docMk/>
            <pc:sldMk cId="1396568335" sldId="390"/>
            <ac:graphicFrameMk id="6" creationId="{1BE6163E-1C57-223C-4EDD-B15C81E3D7A9}"/>
          </ac:graphicFrameMkLst>
        </pc:graphicFrameChg>
        <pc:graphicFrameChg chg="mod modGraphic">
          <ac:chgData name="Mayu Ninagawa (蜷川 真優 GE)" userId="15d22be4-2d84-414d-ac66-ca09a50eae87" providerId="ADAL" clId="{2A43D1C7-C612-4547-BA11-3049DC01C97C}" dt="2026-01-22T03:40:43.707" v="4643" actId="1076"/>
          <ac:graphicFrameMkLst>
            <pc:docMk/>
            <pc:sldMk cId="1396568335" sldId="390"/>
            <ac:graphicFrameMk id="8" creationId="{09FD96DD-ADC0-995B-F368-B5903BD86602}"/>
          </ac:graphicFrameMkLst>
        </pc:graphicFrameChg>
      </pc:sldChg>
      <pc:sldChg chg="addSp delSp modSp add mod">
        <pc:chgData name="Mayu Ninagawa (蜷川 真優 GE)" userId="15d22be4-2d84-414d-ac66-ca09a50eae87" providerId="ADAL" clId="{2A43D1C7-C612-4547-BA11-3049DC01C97C}" dt="2026-01-29T09:23:50.771" v="8015" actId="166"/>
        <pc:sldMkLst>
          <pc:docMk/>
          <pc:sldMk cId="83537986" sldId="391"/>
        </pc:sldMkLst>
        <pc:spChg chg="mod">
          <ac:chgData name="Mayu Ninagawa (蜷川 真優 GE)" userId="15d22be4-2d84-414d-ac66-ca09a50eae87" providerId="ADAL" clId="{2A43D1C7-C612-4547-BA11-3049DC01C97C}" dt="2026-01-29T08:51:45.374" v="6823"/>
          <ac:spMkLst>
            <pc:docMk/>
            <pc:sldMk cId="83537986" sldId="391"/>
            <ac:spMk id="3" creationId="{AFD271BD-DF17-0650-16DA-356145C59783}"/>
          </ac:spMkLst>
        </pc:spChg>
        <pc:spChg chg="mod">
          <ac:chgData name="Mayu Ninagawa (蜷川 真優 GE)" userId="15d22be4-2d84-414d-ac66-ca09a50eae87" providerId="ADAL" clId="{2A43D1C7-C612-4547-BA11-3049DC01C97C}" dt="2026-01-29T08:51:45.374" v="6823"/>
          <ac:spMkLst>
            <pc:docMk/>
            <pc:sldMk cId="83537986" sldId="391"/>
            <ac:spMk id="4" creationId="{2A6AEBDE-3DB9-E69C-E5C6-2B62C03DA4A1}"/>
          </ac:spMkLst>
        </pc:spChg>
        <pc:spChg chg="mod">
          <ac:chgData name="Mayu Ninagawa (蜷川 真優 GE)" userId="15d22be4-2d84-414d-ac66-ca09a50eae87" providerId="ADAL" clId="{2A43D1C7-C612-4547-BA11-3049DC01C97C}" dt="2026-01-29T08:51:45.374" v="6823"/>
          <ac:spMkLst>
            <pc:docMk/>
            <pc:sldMk cId="83537986" sldId="391"/>
            <ac:spMk id="5" creationId="{42DE20FE-7D9D-8902-8750-7ACAE9843E28}"/>
          </ac:spMkLst>
        </pc:spChg>
        <pc:spChg chg="mod">
          <ac:chgData name="Mayu Ninagawa (蜷川 真優 GE)" userId="15d22be4-2d84-414d-ac66-ca09a50eae87" providerId="ADAL" clId="{2A43D1C7-C612-4547-BA11-3049DC01C97C}" dt="2026-01-29T08:51:45.374" v="6823"/>
          <ac:spMkLst>
            <pc:docMk/>
            <pc:sldMk cId="83537986" sldId="391"/>
            <ac:spMk id="6" creationId="{D15592CE-78D0-2323-C5F4-8D81DA92CBEB}"/>
          </ac:spMkLst>
        </pc:spChg>
        <pc:spChg chg="mod">
          <ac:chgData name="Mayu Ninagawa (蜷川 真優 GE)" userId="15d22be4-2d84-414d-ac66-ca09a50eae87" providerId="ADAL" clId="{2A43D1C7-C612-4547-BA11-3049DC01C97C}" dt="2026-01-29T08:51:45.374" v="6823"/>
          <ac:spMkLst>
            <pc:docMk/>
            <pc:sldMk cId="83537986" sldId="391"/>
            <ac:spMk id="7" creationId="{1E580F40-DF0F-2554-8F73-B3628B5A2E34}"/>
          </ac:spMkLst>
        </pc:spChg>
        <pc:spChg chg="mod">
          <ac:chgData name="Mayu Ninagawa (蜷川 真優 GE)" userId="15d22be4-2d84-414d-ac66-ca09a50eae87" providerId="ADAL" clId="{2A43D1C7-C612-4547-BA11-3049DC01C97C}" dt="2026-01-29T08:51:45.374" v="6823"/>
          <ac:spMkLst>
            <pc:docMk/>
            <pc:sldMk cId="83537986" sldId="391"/>
            <ac:spMk id="10" creationId="{84163C1A-6096-4AF0-28AA-9FA684A48229}"/>
          </ac:spMkLst>
        </pc:spChg>
        <pc:spChg chg="mod">
          <ac:chgData name="Mayu Ninagawa (蜷川 真優 GE)" userId="15d22be4-2d84-414d-ac66-ca09a50eae87" providerId="ADAL" clId="{2A43D1C7-C612-4547-BA11-3049DC01C97C}" dt="2026-01-29T08:51:45.374" v="6823"/>
          <ac:spMkLst>
            <pc:docMk/>
            <pc:sldMk cId="83537986" sldId="391"/>
            <ac:spMk id="11" creationId="{89F75A58-DBD3-7F60-B814-D735832B0E80}"/>
          </ac:spMkLst>
        </pc:spChg>
        <pc:spChg chg="mod">
          <ac:chgData name="Mayu Ninagawa (蜷川 真優 GE)" userId="15d22be4-2d84-414d-ac66-ca09a50eae87" providerId="ADAL" clId="{2A43D1C7-C612-4547-BA11-3049DC01C97C}" dt="2026-01-29T08:51:45.374" v="6823"/>
          <ac:spMkLst>
            <pc:docMk/>
            <pc:sldMk cId="83537986" sldId="391"/>
            <ac:spMk id="12" creationId="{5E58FD88-808D-F602-2B74-B5E5E45069F2}"/>
          </ac:spMkLst>
        </pc:spChg>
        <pc:spChg chg="mod">
          <ac:chgData name="Mayu Ninagawa (蜷川 真優 GE)" userId="15d22be4-2d84-414d-ac66-ca09a50eae87" providerId="ADAL" clId="{2A43D1C7-C612-4547-BA11-3049DC01C97C}" dt="2026-01-29T08:51:45.374" v="6823"/>
          <ac:spMkLst>
            <pc:docMk/>
            <pc:sldMk cId="83537986" sldId="391"/>
            <ac:spMk id="13" creationId="{0AF3D407-A4C9-94D4-3781-04938375E9FD}"/>
          </ac:spMkLst>
        </pc:spChg>
        <pc:spChg chg="mod">
          <ac:chgData name="Mayu Ninagawa (蜷川 真優 GE)" userId="15d22be4-2d84-414d-ac66-ca09a50eae87" providerId="ADAL" clId="{2A43D1C7-C612-4547-BA11-3049DC01C97C}" dt="2026-01-29T08:51:45.374" v="6823"/>
          <ac:spMkLst>
            <pc:docMk/>
            <pc:sldMk cId="83537986" sldId="391"/>
            <ac:spMk id="14" creationId="{6DEF09BB-A56B-273B-6A15-13BB7F396AA3}"/>
          </ac:spMkLst>
        </pc:spChg>
        <pc:spChg chg="mod">
          <ac:chgData name="Mayu Ninagawa (蜷川 真優 GE)" userId="15d22be4-2d84-414d-ac66-ca09a50eae87" providerId="ADAL" clId="{2A43D1C7-C612-4547-BA11-3049DC01C97C}" dt="2026-01-29T08:51:45.374" v="6823"/>
          <ac:spMkLst>
            <pc:docMk/>
            <pc:sldMk cId="83537986" sldId="391"/>
            <ac:spMk id="15" creationId="{B0B70D1D-D6C8-08F0-6BAB-D8D58358560A}"/>
          </ac:spMkLst>
        </pc:spChg>
        <pc:spChg chg="mod">
          <ac:chgData name="Mayu Ninagawa (蜷川 真優 GE)" userId="15d22be4-2d84-414d-ac66-ca09a50eae87" providerId="ADAL" clId="{2A43D1C7-C612-4547-BA11-3049DC01C97C}" dt="2026-01-29T08:51:45.374" v="6823"/>
          <ac:spMkLst>
            <pc:docMk/>
            <pc:sldMk cId="83537986" sldId="391"/>
            <ac:spMk id="16" creationId="{73BFD9A4-939B-BF3D-A809-12433BD50FE8}"/>
          </ac:spMkLst>
        </pc:spChg>
        <pc:spChg chg="mod">
          <ac:chgData name="Mayu Ninagawa (蜷川 真優 GE)" userId="15d22be4-2d84-414d-ac66-ca09a50eae87" providerId="ADAL" clId="{2A43D1C7-C612-4547-BA11-3049DC01C97C}" dt="2026-01-29T08:51:45.374" v="6823"/>
          <ac:spMkLst>
            <pc:docMk/>
            <pc:sldMk cId="83537986" sldId="391"/>
            <ac:spMk id="17" creationId="{14F38003-1A0B-10DA-9C93-5920C544487C}"/>
          </ac:spMkLst>
        </pc:spChg>
        <pc:spChg chg="mod">
          <ac:chgData name="Mayu Ninagawa (蜷川 真優 GE)" userId="15d22be4-2d84-414d-ac66-ca09a50eae87" providerId="ADAL" clId="{2A43D1C7-C612-4547-BA11-3049DC01C97C}" dt="2026-01-29T08:51:45.374" v="6823"/>
          <ac:spMkLst>
            <pc:docMk/>
            <pc:sldMk cId="83537986" sldId="391"/>
            <ac:spMk id="18" creationId="{F9B36D16-755A-D012-9B59-FBF6F3F569AA}"/>
          </ac:spMkLst>
        </pc:spChg>
        <pc:spChg chg="mod">
          <ac:chgData name="Mayu Ninagawa (蜷川 真優 GE)" userId="15d22be4-2d84-414d-ac66-ca09a50eae87" providerId="ADAL" clId="{2A43D1C7-C612-4547-BA11-3049DC01C97C}" dt="2026-01-29T08:51:45.374" v="6823"/>
          <ac:spMkLst>
            <pc:docMk/>
            <pc:sldMk cId="83537986" sldId="391"/>
            <ac:spMk id="19" creationId="{0B48390D-EC16-497F-F6AA-FD4AB7E7DE0F}"/>
          </ac:spMkLst>
        </pc:spChg>
        <pc:spChg chg="mod">
          <ac:chgData name="Mayu Ninagawa (蜷川 真優 GE)" userId="15d22be4-2d84-414d-ac66-ca09a50eae87" providerId="ADAL" clId="{2A43D1C7-C612-4547-BA11-3049DC01C97C}" dt="2026-01-29T08:51:45.374" v="6823"/>
          <ac:spMkLst>
            <pc:docMk/>
            <pc:sldMk cId="83537986" sldId="391"/>
            <ac:spMk id="20" creationId="{CF45437F-73D7-9641-8956-33CE42A08572}"/>
          </ac:spMkLst>
        </pc:spChg>
        <pc:spChg chg="mod">
          <ac:chgData name="Mayu Ninagawa (蜷川 真優 GE)" userId="15d22be4-2d84-414d-ac66-ca09a50eae87" providerId="ADAL" clId="{2A43D1C7-C612-4547-BA11-3049DC01C97C}" dt="2026-01-29T08:51:45.374" v="6823"/>
          <ac:spMkLst>
            <pc:docMk/>
            <pc:sldMk cId="83537986" sldId="391"/>
            <ac:spMk id="22" creationId="{B205EEA2-C0A3-76DD-3718-EB3F6D6B7521}"/>
          </ac:spMkLst>
        </pc:spChg>
        <pc:spChg chg="mod">
          <ac:chgData name="Mayu Ninagawa (蜷川 真優 GE)" userId="15d22be4-2d84-414d-ac66-ca09a50eae87" providerId="ADAL" clId="{2A43D1C7-C612-4547-BA11-3049DC01C97C}" dt="2026-01-29T08:51:45.374" v="6823"/>
          <ac:spMkLst>
            <pc:docMk/>
            <pc:sldMk cId="83537986" sldId="391"/>
            <ac:spMk id="23" creationId="{B853E307-3DD5-22A1-EC90-0D5BF8C878A9}"/>
          </ac:spMkLst>
        </pc:spChg>
        <pc:spChg chg="mod">
          <ac:chgData name="Mayu Ninagawa (蜷川 真優 GE)" userId="15d22be4-2d84-414d-ac66-ca09a50eae87" providerId="ADAL" clId="{2A43D1C7-C612-4547-BA11-3049DC01C97C}" dt="2026-01-29T08:51:45.374" v="6823"/>
          <ac:spMkLst>
            <pc:docMk/>
            <pc:sldMk cId="83537986" sldId="391"/>
            <ac:spMk id="24" creationId="{1D2E1967-B275-87FC-50EA-8C12ABE82FC2}"/>
          </ac:spMkLst>
        </pc:spChg>
        <pc:spChg chg="mod">
          <ac:chgData name="Mayu Ninagawa (蜷川 真優 GE)" userId="15d22be4-2d84-414d-ac66-ca09a50eae87" providerId="ADAL" clId="{2A43D1C7-C612-4547-BA11-3049DC01C97C}" dt="2026-01-29T08:51:45.374" v="6823"/>
          <ac:spMkLst>
            <pc:docMk/>
            <pc:sldMk cId="83537986" sldId="391"/>
            <ac:spMk id="25" creationId="{92958B31-D484-6C52-761E-9C8D2F4EC57C}"/>
          </ac:spMkLst>
        </pc:spChg>
        <pc:spChg chg="mod">
          <ac:chgData name="Mayu Ninagawa (蜷川 真優 GE)" userId="15d22be4-2d84-414d-ac66-ca09a50eae87" providerId="ADAL" clId="{2A43D1C7-C612-4547-BA11-3049DC01C97C}" dt="2026-01-29T08:51:45.374" v="6823"/>
          <ac:spMkLst>
            <pc:docMk/>
            <pc:sldMk cId="83537986" sldId="391"/>
            <ac:spMk id="26" creationId="{3110D0CE-C404-1A31-9E45-739AA269A2E7}"/>
          </ac:spMkLst>
        </pc:spChg>
        <pc:spChg chg="mod">
          <ac:chgData name="Mayu Ninagawa (蜷川 真優 GE)" userId="15d22be4-2d84-414d-ac66-ca09a50eae87" providerId="ADAL" clId="{2A43D1C7-C612-4547-BA11-3049DC01C97C}" dt="2026-01-29T08:51:45.374" v="6823"/>
          <ac:spMkLst>
            <pc:docMk/>
            <pc:sldMk cId="83537986" sldId="391"/>
            <ac:spMk id="27" creationId="{A6C9F049-53D3-98D8-7679-F2F03A67FBE7}"/>
          </ac:spMkLst>
        </pc:spChg>
        <pc:spChg chg="mod">
          <ac:chgData name="Mayu Ninagawa (蜷川 真優 GE)" userId="15d22be4-2d84-414d-ac66-ca09a50eae87" providerId="ADAL" clId="{2A43D1C7-C612-4547-BA11-3049DC01C97C}" dt="2026-01-29T08:51:45.374" v="6823"/>
          <ac:spMkLst>
            <pc:docMk/>
            <pc:sldMk cId="83537986" sldId="391"/>
            <ac:spMk id="28" creationId="{C7234E5D-75C3-F26A-62A2-8A680F7DFC98}"/>
          </ac:spMkLst>
        </pc:spChg>
        <pc:spChg chg="mod">
          <ac:chgData name="Mayu Ninagawa (蜷川 真優 GE)" userId="15d22be4-2d84-414d-ac66-ca09a50eae87" providerId="ADAL" clId="{2A43D1C7-C612-4547-BA11-3049DC01C97C}" dt="2026-01-29T08:51:45.374" v="6823"/>
          <ac:spMkLst>
            <pc:docMk/>
            <pc:sldMk cId="83537986" sldId="391"/>
            <ac:spMk id="29" creationId="{9A8A18F8-D2E0-4F00-ED13-F86ECCBE54EE}"/>
          </ac:spMkLst>
        </pc:spChg>
        <pc:spChg chg="mod">
          <ac:chgData name="Mayu Ninagawa (蜷川 真優 GE)" userId="15d22be4-2d84-414d-ac66-ca09a50eae87" providerId="ADAL" clId="{2A43D1C7-C612-4547-BA11-3049DC01C97C}" dt="2026-01-29T08:51:45.374" v="6823"/>
          <ac:spMkLst>
            <pc:docMk/>
            <pc:sldMk cId="83537986" sldId="391"/>
            <ac:spMk id="30" creationId="{35BAD73E-773D-E50F-9550-6F3CFC745F4B}"/>
          </ac:spMkLst>
        </pc:spChg>
        <pc:spChg chg="mod">
          <ac:chgData name="Mayu Ninagawa (蜷川 真優 GE)" userId="15d22be4-2d84-414d-ac66-ca09a50eae87" providerId="ADAL" clId="{2A43D1C7-C612-4547-BA11-3049DC01C97C}" dt="2026-01-29T08:51:45.374" v="6823"/>
          <ac:spMkLst>
            <pc:docMk/>
            <pc:sldMk cId="83537986" sldId="391"/>
            <ac:spMk id="31" creationId="{727939CC-3B5B-D797-B6CF-6709B301F437}"/>
          </ac:spMkLst>
        </pc:spChg>
        <pc:spChg chg="mod">
          <ac:chgData name="Mayu Ninagawa (蜷川 真優 GE)" userId="15d22be4-2d84-414d-ac66-ca09a50eae87" providerId="ADAL" clId="{2A43D1C7-C612-4547-BA11-3049DC01C97C}" dt="2026-01-29T08:51:45.374" v="6823"/>
          <ac:spMkLst>
            <pc:docMk/>
            <pc:sldMk cId="83537986" sldId="391"/>
            <ac:spMk id="32" creationId="{D6349D89-49F4-8F12-96B7-D93F28C661F1}"/>
          </ac:spMkLst>
        </pc:spChg>
        <pc:spChg chg="mod">
          <ac:chgData name="Mayu Ninagawa (蜷川 真優 GE)" userId="15d22be4-2d84-414d-ac66-ca09a50eae87" providerId="ADAL" clId="{2A43D1C7-C612-4547-BA11-3049DC01C97C}" dt="2026-01-29T08:51:45.374" v="6823"/>
          <ac:spMkLst>
            <pc:docMk/>
            <pc:sldMk cId="83537986" sldId="391"/>
            <ac:spMk id="33" creationId="{F5E1D644-2133-32C1-B030-7310C97917ED}"/>
          </ac:spMkLst>
        </pc:spChg>
        <pc:spChg chg="mod">
          <ac:chgData name="Mayu Ninagawa (蜷川 真優 GE)" userId="15d22be4-2d84-414d-ac66-ca09a50eae87" providerId="ADAL" clId="{2A43D1C7-C612-4547-BA11-3049DC01C97C}" dt="2026-01-29T08:51:45.374" v="6823"/>
          <ac:spMkLst>
            <pc:docMk/>
            <pc:sldMk cId="83537986" sldId="391"/>
            <ac:spMk id="34" creationId="{FAC3C995-E86D-EFDD-B95C-063D6E50085F}"/>
          </ac:spMkLst>
        </pc:spChg>
        <pc:spChg chg="mod">
          <ac:chgData name="Mayu Ninagawa (蜷川 真優 GE)" userId="15d22be4-2d84-414d-ac66-ca09a50eae87" providerId="ADAL" clId="{2A43D1C7-C612-4547-BA11-3049DC01C97C}" dt="2026-01-29T08:51:45.374" v="6823"/>
          <ac:spMkLst>
            <pc:docMk/>
            <pc:sldMk cId="83537986" sldId="391"/>
            <ac:spMk id="35" creationId="{FAFDE871-5582-B63A-B404-D0C2DE7C9B57}"/>
          </ac:spMkLst>
        </pc:spChg>
        <pc:spChg chg="mod">
          <ac:chgData name="Mayu Ninagawa (蜷川 真優 GE)" userId="15d22be4-2d84-414d-ac66-ca09a50eae87" providerId="ADAL" clId="{2A43D1C7-C612-4547-BA11-3049DC01C97C}" dt="2026-01-29T08:51:45.374" v="6823"/>
          <ac:spMkLst>
            <pc:docMk/>
            <pc:sldMk cId="83537986" sldId="391"/>
            <ac:spMk id="36" creationId="{59E5A6E2-8614-9E9B-2473-854276357D13}"/>
          </ac:spMkLst>
        </pc:spChg>
        <pc:spChg chg="mod">
          <ac:chgData name="Mayu Ninagawa (蜷川 真優 GE)" userId="15d22be4-2d84-414d-ac66-ca09a50eae87" providerId="ADAL" clId="{2A43D1C7-C612-4547-BA11-3049DC01C97C}" dt="2026-01-29T08:51:45.374" v="6823"/>
          <ac:spMkLst>
            <pc:docMk/>
            <pc:sldMk cId="83537986" sldId="391"/>
            <ac:spMk id="37" creationId="{D71FA14E-BFDD-B3C5-3E86-BD27A86836AB}"/>
          </ac:spMkLst>
        </pc:spChg>
        <pc:spChg chg="mod">
          <ac:chgData name="Mayu Ninagawa (蜷川 真優 GE)" userId="15d22be4-2d84-414d-ac66-ca09a50eae87" providerId="ADAL" clId="{2A43D1C7-C612-4547-BA11-3049DC01C97C}" dt="2026-01-29T08:51:45.374" v="6823"/>
          <ac:spMkLst>
            <pc:docMk/>
            <pc:sldMk cId="83537986" sldId="391"/>
            <ac:spMk id="38" creationId="{0604C5EA-3CAD-643D-F13C-29CC7CF191EB}"/>
          </ac:spMkLst>
        </pc:spChg>
        <pc:spChg chg="mod">
          <ac:chgData name="Mayu Ninagawa (蜷川 真優 GE)" userId="15d22be4-2d84-414d-ac66-ca09a50eae87" providerId="ADAL" clId="{2A43D1C7-C612-4547-BA11-3049DC01C97C}" dt="2026-01-29T08:51:45.374" v="6823"/>
          <ac:spMkLst>
            <pc:docMk/>
            <pc:sldMk cId="83537986" sldId="391"/>
            <ac:spMk id="39" creationId="{175F63D9-9323-9080-7EE4-206B4DA9013C}"/>
          </ac:spMkLst>
        </pc:spChg>
        <pc:spChg chg="mod">
          <ac:chgData name="Mayu Ninagawa (蜷川 真優 GE)" userId="15d22be4-2d84-414d-ac66-ca09a50eae87" providerId="ADAL" clId="{2A43D1C7-C612-4547-BA11-3049DC01C97C}" dt="2026-01-29T08:51:45.374" v="6823"/>
          <ac:spMkLst>
            <pc:docMk/>
            <pc:sldMk cId="83537986" sldId="391"/>
            <ac:spMk id="40" creationId="{3D27413B-78EE-71D8-BF79-C4FA351CD526}"/>
          </ac:spMkLst>
        </pc:spChg>
        <pc:spChg chg="mod">
          <ac:chgData name="Mayu Ninagawa (蜷川 真優 GE)" userId="15d22be4-2d84-414d-ac66-ca09a50eae87" providerId="ADAL" clId="{2A43D1C7-C612-4547-BA11-3049DC01C97C}" dt="2026-01-29T08:51:45.374" v="6823"/>
          <ac:spMkLst>
            <pc:docMk/>
            <pc:sldMk cId="83537986" sldId="391"/>
            <ac:spMk id="41" creationId="{AA773435-3788-2F36-109E-1CD020B564F9}"/>
          </ac:spMkLst>
        </pc:spChg>
        <pc:spChg chg="mod">
          <ac:chgData name="Mayu Ninagawa (蜷川 真優 GE)" userId="15d22be4-2d84-414d-ac66-ca09a50eae87" providerId="ADAL" clId="{2A43D1C7-C612-4547-BA11-3049DC01C97C}" dt="2026-01-29T08:51:45.374" v="6823"/>
          <ac:spMkLst>
            <pc:docMk/>
            <pc:sldMk cId="83537986" sldId="391"/>
            <ac:spMk id="42" creationId="{B4DA2815-FA23-A159-1103-F197E1519559}"/>
          </ac:spMkLst>
        </pc:spChg>
        <pc:spChg chg="mod">
          <ac:chgData name="Mayu Ninagawa (蜷川 真優 GE)" userId="15d22be4-2d84-414d-ac66-ca09a50eae87" providerId="ADAL" clId="{2A43D1C7-C612-4547-BA11-3049DC01C97C}" dt="2026-01-29T08:51:45.374" v="6823"/>
          <ac:spMkLst>
            <pc:docMk/>
            <pc:sldMk cId="83537986" sldId="391"/>
            <ac:spMk id="43" creationId="{8BB7E7D2-1E08-F5A3-8C5A-E36BC2E5A974}"/>
          </ac:spMkLst>
        </pc:spChg>
        <pc:spChg chg="mod">
          <ac:chgData name="Mayu Ninagawa (蜷川 真優 GE)" userId="15d22be4-2d84-414d-ac66-ca09a50eae87" providerId="ADAL" clId="{2A43D1C7-C612-4547-BA11-3049DC01C97C}" dt="2026-01-29T08:51:45.374" v="6823"/>
          <ac:spMkLst>
            <pc:docMk/>
            <pc:sldMk cId="83537986" sldId="391"/>
            <ac:spMk id="44" creationId="{1FDF301C-371B-E367-5420-BCA9A6CB429B}"/>
          </ac:spMkLst>
        </pc:spChg>
        <pc:spChg chg="mod">
          <ac:chgData name="Mayu Ninagawa (蜷川 真優 GE)" userId="15d22be4-2d84-414d-ac66-ca09a50eae87" providerId="ADAL" clId="{2A43D1C7-C612-4547-BA11-3049DC01C97C}" dt="2026-01-29T08:51:45.374" v="6823"/>
          <ac:spMkLst>
            <pc:docMk/>
            <pc:sldMk cId="83537986" sldId="391"/>
            <ac:spMk id="45" creationId="{F609B863-90BF-EC2D-7BF1-BB1AC542FC0D}"/>
          </ac:spMkLst>
        </pc:spChg>
        <pc:spChg chg="mod">
          <ac:chgData name="Mayu Ninagawa (蜷川 真優 GE)" userId="15d22be4-2d84-414d-ac66-ca09a50eae87" providerId="ADAL" clId="{2A43D1C7-C612-4547-BA11-3049DC01C97C}" dt="2026-01-29T08:51:45.374" v="6823"/>
          <ac:spMkLst>
            <pc:docMk/>
            <pc:sldMk cId="83537986" sldId="391"/>
            <ac:spMk id="46" creationId="{0AB9CBB0-2A40-CA7A-DE8B-46B57FF93F0D}"/>
          </ac:spMkLst>
        </pc:spChg>
        <pc:spChg chg="mod">
          <ac:chgData name="Mayu Ninagawa (蜷川 真優 GE)" userId="15d22be4-2d84-414d-ac66-ca09a50eae87" providerId="ADAL" clId="{2A43D1C7-C612-4547-BA11-3049DC01C97C}" dt="2026-01-29T08:51:45.374" v="6823"/>
          <ac:spMkLst>
            <pc:docMk/>
            <pc:sldMk cId="83537986" sldId="391"/>
            <ac:spMk id="47" creationId="{FA08A3E2-2AD5-FF17-6276-A4DEC12D6A75}"/>
          </ac:spMkLst>
        </pc:spChg>
        <pc:spChg chg="mod">
          <ac:chgData name="Mayu Ninagawa (蜷川 真優 GE)" userId="15d22be4-2d84-414d-ac66-ca09a50eae87" providerId="ADAL" clId="{2A43D1C7-C612-4547-BA11-3049DC01C97C}" dt="2026-01-29T08:51:45.374" v="6823"/>
          <ac:spMkLst>
            <pc:docMk/>
            <pc:sldMk cId="83537986" sldId="391"/>
            <ac:spMk id="48" creationId="{090FC929-0B10-81AA-8744-82F2827A9C8C}"/>
          </ac:spMkLst>
        </pc:spChg>
        <pc:spChg chg="mod">
          <ac:chgData name="Mayu Ninagawa (蜷川 真優 GE)" userId="15d22be4-2d84-414d-ac66-ca09a50eae87" providerId="ADAL" clId="{2A43D1C7-C612-4547-BA11-3049DC01C97C}" dt="2026-01-29T08:51:45.374" v="6823"/>
          <ac:spMkLst>
            <pc:docMk/>
            <pc:sldMk cId="83537986" sldId="391"/>
            <ac:spMk id="49" creationId="{FA1BDF73-5DC5-A9E7-22AD-B0E1AFEB8D18}"/>
          </ac:spMkLst>
        </pc:spChg>
        <pc:spChg chg="mod">
          <ac:chgData name="Mayu Ninagawa (蜷川 真優 GE)" userId="15d22be4-2d84-414d-ac66-ca09a50eae87" providerId="ADAL" clId="{2A43D1C7-C612-4547-BA11-3049DC01C97C}" dt="2026-01-29T08:51:45.374" v="6823"/>
          <ac:spMkLst>
            <pc:docMk/>
            <pc:sldMk cId="83537986" sldId="391"/>
            <ac:spMk id="50" creationId="{861C2EC2-6C25-C6AC-B8BF-4A6296274302}"/>
          </ac:spMkLst>
        </pc:spChg>
        <pc:spChg chg="mod">
          <ac:chgData name="Mayu Ninagawa (蜷川 真優 GE)" userId="15d22be4-2d84-414d-ac66-ca09a50eae87" providerId="ADAL" clId="{2A43D1C7-C612-4547-BA11-3049DC01C97C}" dt="2026-01-29T08:51:45.374" v="6823"/>
          <ac:spMkLst>
            <pc:docMk/>
            <pc:sldMk cId="83537986" sldId="391"/>
            <ac:spMk id="51" creationId="{9F18EBBA-45C0-9B30-6AF0-69CAA4EE052A}"/>
          </ac:spMkLst>
        </pc:spChg>
        <pc:spChg chg="mod">
          <ac:chgData name="Mayu Ninagawa (蜷川 真優 GE)" userId="15d22be4-2d84-414d-ac66-ca09a50eae87" providerId="ADAL" clId="{2A43D1C7-C612-4547-BA11-3049DC01C97C}" dt="2026-01-29T08:51:45.374" v="6823"/>
          <ac:spMkLst>
            <pc:docMk/>
            <pc:sldMk cId="83537986" sldId="391"/>
            <ac:spMk id="52" creationId="{CA344C19-E0BE-908F-154D-A282A08EDB38}"/>
          </ac:spMkLst>
        </pc:spChg>
        <pc:spChg chg="mod">
          <ac:chgData name="Mayu Ninagawa (蜷川 真優 GE)" userId="15d22be4-2d84-414d-ac66-ca09a50eae87" providerId="ADAL" clId="{2A43D1C7-C612-4547-BA11-3049DC01C97C}" dt="2026-01-29T08:51:45.374" v="6823"/>
          <ac:spMkLst>
            <pc:docMk/>
            <pc:sldMk cId="83537986" sldId="391"/>
            <ac:spMk id="53" creationId="{21FB1AB9-337A-3175-7177-9A61DA43DB26}"/>
          </ac:spMkLst>
        </pc:spChg>
        <pc:spChg chg="mod">
          <ac:chgData name="Mayu Ninagawa (蜷川 真優 GE)" userId="15d22be4-2d84-414d-ac66-ca09a50eae87" providerId="ADAL" clId="{2A43D1C7-C612-4547-BA11-3049DC01C97C}" dt="2026-01-29T08:51:45.374" v="6823"/>
          <ac:spMkLst>
            <pc:docMk/>
            <pc:sldMk cId="83537986" sldId="391"/>
            <ac:spMk id="54" creationId="{AD20722A-92E6-28C1-69B8-8CF9A2E1A1CC}"/>
          </ac:spMkLst>
        </pc:spChg>
        <pc:spChg chg="mod">
          <ac:chgData name="Mayu Ninagawa (蜷川 真優 GE)" userId="15d22be4-2d84-414d-ac66-ca09a50eae87" providerId="ADAL" clId="{2A43D1C7-C612-4547-BA11-3049DC01C97C}" dt="2026-01-29T08:51:45.374" v="6823"/>
          <ac:spMkLst>
            <pc:docMk/>
            <pc:sldMk cId="83537986" sldId="391"/>
            <ac:spMk id="55" creationId="{35F112BA-D2DC-470A-5B79-A762899454EE}"/>
          </ac:spMkLst>
        </pc:spChg>
        <pc:spChg chg="mod">
          <ac:chgData name="Mayu Ninagawa (蜷川 真優 GE)" userId="15d22be4-2d84-414d-ac66-ca09a50eae87" providerId="ADAL" clId="{2A43D1C7-C612-4547-BA11-3049DC01C97C}" dt="2026-01-29T08:51:45.374" v="6823"/>
          <ac:spMkLst>
            <pc:docMk/>
            <pc:sldMk cId="83537986" sldId="391"/>
            <ac:spMk id="56" creationId="{BA6EB3CD-5098-AD3F-E1DC-D8E20A81A7FF}"/>
          </ac:spMkLst>
        </pc:spChg>
        <pc:spChg chg="mod">
          <ac:chgData name="Mayu Ninagawa (蜷川 真優 GE)" userId="15d22be4-2d84-414d-ac66-ca09a50eae87" providerId="ADAL" clId="{2A43D1C7-C612-4547-BA11-3049DC01C97C}" dt="2026-01-29T08:51:45.374" v="6823"/>
          <ac:spMkLst>
            <pc:docMk/>
            <pc:sldMk cId="83537986" sldId="391"/>
            <ac:spMk id="57" creationId="{82CFB747-CBD8-2F2C-C2F1-FDE9B2B2FEDF}"/>
          </ac:spMkLst>
        </pc:spChg>
        <pc:spChg chg="mod">
          <ac:chgData name="Mayu Ninagawa (蜷川 真優 GE)" userId="15d22be4-2d84-414d-ac66-ca09a50eae87" providerId="ADAL" clId="{2A43D1C7-C612-4547-BA11-3049DC01C97C}" dt="2026-01-29T08:51:45.374" v="6823"/>
          <ac:spMkLst>
            <pc:docMk/>
            <pc:sldMk cId="83537986" sldId="391"/>
            <ac:spMk id="58" creationId="{D39573AA-4435-1DA8-501C-B79E16C9229B}"/>
          </ac:spMkLst>
        </pc:spChg>
        <pc:spChg chg="mod">
          <ac:chgData name="Mayu Ninagawa (蜷川 真優 GE)" userId="15d22be4-2d84-414d-ac66-ca09a50eae87" providerId="ADAL" clId="{2A43D1C7-C612-4547-BA11-3049DC01C97C}" dt="2026-01-29T08:51:45.374" v="6823"/>
          <ac:spMkLst>
            <pc:docMk/>
            <pc:sldMk cId="83537986" sldId="391"/>
            <ac:spMk id="59" creationId="{045F78B9-432B-711F-C2FD-C71C5BE970AC}"/>
          </ac:spMkLst>
        </pc:spChg>
        <pc:spChg chg="mod">
          <ac:chgData name="Mayu Ninagawa (蜷川 真優 GE)" userId="15d22be4-2d84-414d-ac66-ca09a50eae87" providerId="ADAL" clId="{2A43D1C7-C612-4547-BA11-3049DC01C97C}" dt="2026-01-29T08:51:45.374" v="6823"/>
          <ac:spMkLst>
            <pc:docMk/>
            <pc:sldMk cId="83537986" sldId="391"/>
            <ac:spMk id="60" creationId="{EBAA0C4A-6EA1-117E-4A5C-0D89AF64C902}"/>
          </ac:spMkLst>
        </pc:spChg>
        <pc:spChg chg="mod">
          <ac:chgData name="Mayu Ninagawa (蜷川 真優 GE)" userId="15d22be4-2d84-414d-ac66-ca09a50eae87" providerId="ADAL" clId="{2A43D1C7-C612-4547-BA11-3049DC01C97C}" dt="2026-01-29T08:51:45.374" v="6823"/>
          <ac:spMkLst>
            <pc:docMk/>
            <pc:sldMk cId="83537986" sldId="391"/>
            <ac:spMk id="61" creationId="{76DD3EA8-9D46-20F8-A59F-8B7244903F80}"/>
          </ac:spMkLst>
        </pc:spChg>
        <pc:spChg chg="mod">
          <ac:chgData name="Mayu Ninagawa (蜷川 真優 GE)" userId="15d22be4-2d84-414d-ac66-ca09a50eae87" providerId="ADAL" clId="{2A43D1C7-C612-4547-BA11-3049DC01C97C}" dt="2026-01-29T08:51:45.374" v="6823"/>
          <ac:spMkLst>
            <pc:docMk/>
            <pc:sldMk cId="83537986" sldId="391"/>
            <ac:spMk id="62" creationId="{F32457B3-2E78-D141-DDD9-EBBCF2DE679A}"/>
          </ac:spMkLst>
        </pc:spChg>
        <pc:spChg chg="mod">
          <ac:chgData name="Mayu Ninagawa (蜷川 真優 GE)" userId="15d22be4-2d84-414d-ac66-ca09a50eae87" providerId="ADAL" clId="{2A43D1C7-C612-4547-BA11-3049DC01C97C}" dt="2026-01-29T08:51:45.374" v="6823"/>
          <ac:spMkLst>
            <pc:docMk/>
            <pc:sldMk cId="83537986" sldId="391"/>
            <ac:spMk id="63" creationId="{529FCA6C-DA43-BFD3-801B-51A29C670AE1}"/>
          </ac:spMkLst>
        </pc:spChg>
        <pc:spChg chg="mod">
          <ac:chgData name="Mayu Ninagawa (蜷川 真優 GE)" userId="15d22be4-2d84-414d-ac66-ca09a50eae87" providerId="ADAL" clId="{2A43D1C7-C612-4547-BA11-3049DC01C97C}" dt="2026-01-29T09:19:37.447" v="7979" actId="1076"/>
          <ac:spMkLst>
            <pc:docMk/>
            <pc:sldMk cId="83537986" sldId="391"/>
            <ac:spMk id="347" creationId="{0D5B5BEE-7D6A-093B-8513-5E57182360CD}"/>
          </ac:spMkLst>
        </pc:spChg>
        <pc:spChg chg="mod">
          <ac:chgData name="Mayu Ninagawa (蜷川 真優 GE)" userId="15d22be4-2d84-414d-ac66-ca09a50eae87" providerId="ADAL" clId="{2A43D1C7-C612-4547-BA11-3049DC01C97C}" dt="2026-01-29T09:06:41.747" v="7348"/>
          <ac:spMkLst>
            <pc:docMk/>
            <pc:sldMk cId="83537986" sldId="391"/>
            <ac:spMk id="373" creationId="{0A939240-6B80-DEBB-A359-2E3AE8472CE2}"/>
          </ac:spMkLst>
        </pc:spChg>
        <pc:spChg chg="mod">
          <ac:chgData name="Mayu Ninagawa (蜷川 真優 GE)" userId="15d22be4-2d84-414d-ac66-ca09a50eae87" providerId="ADAL" clId="{2A43D1C7-C612-4547-BA11-3049DC01C97C}" dt="2026-01-29T08:51:45.374" v="6823"/>
          <ac:spMkLst>
            <pc:docMk/>
            <pc:sldMk cId="83537986" sldId="391"/>
            <ac:spMk id="448" creationId="{F609F005-D0A4-1262-467F-418461D092CD}"/>
          </ac:spMkLst>
        </pc:spChg>
        <pc:spChg chg="mod">
          <ac:chgData name="Mayu Ninagawa (蜷川 真優 GE)" userId="15d22be4-2d84-414d-ac66-ca09a50eae87" providerId="ADAL" clId="{2A43D1C7-C612-4547-BA11-3049DC01C97C}" dt="2026-01-29T08:51:45.374" v="6823"/>
          <ac:spMkLst>
            <pc:docMk/>
            <pc:sldMk cId="83537986" sldId="391"/>
            <ac:spMk id="449" creationId="{57C8D98A-5851-538A-2AD6-DF6BFC0FB9DE}"/>
          </ac:spMkLst>
        </pc:spChg>
        <pc:spChg chg="mod">
          <ac:chgData name="Mayu Ninagawa (蜷川 真優 GE)" userId="15d22be4-2d84-414d-ac66-ca09a50eae87" providerId="ADAL" clId="{2A43D1C7-C612-4547-BA11-3049DC01C97C}" dt="2026-01-29T08:51:45.374" v="6823"/>
          <ac:spMkLst>
            <pc:docMk/>
            <pc:sldMk cId="83537986" sldId="391"/>
            <ac:spMk id="450" creationId="{BE74ED74-160D-0113-5E7E-C176C17A54AE}"/>
          </ac:spMkLst>
        </pc:spChg>
        <pc:spChg chg="mod">
          <ac:chgData name="Mayu Ninagawa (蜷川 真優 GE)" userId="15d22be4-2d84-414d-ac66-ca09a50eae87" providerId="ADAL" clId="{2A43D1C7-C612-4547-BA11-3049DC01C97C}" dt="2026-01-29T08:51:45.374" v="6823"/>
          <ac:spMkLst>
            <pc:docMk/>
            <pc:sldMk cId="83537986" sldId="391"/>
            <ac:spMk id="451" creationId="{D50CE1F8-FED2-D65E-F2FE-CE8C6425CBD2}"/>
          </ac:spMkLst>
        </pc:spChg>
        <pc:spChg chg="mod">
          <ac:chgData name="Mayu Ninagawa (蜷川 真優 GE)" userId="15d22be4-2d84-414d-ac66-ca09a50eae87" providerId="ADAL" clId="{2A43D1C7-C612-4547-BA11-3049DC01C97C}" dt="2026-01-29T08:51:45.374" v="6823"/>
          <ac:spMkLst>
            <pc:docMk/>
            <pc:sldMk cId="83537986" sldId="391"/>
            <ac:spMk id="452" creationId="{6B2928DE-A51B-A338-EE25-CEC25A0A4004}"/>
          </ac:spMkLst>
        </pc:spChg>
        <pc:spChg chg="mod">
          <ac:chgData name="Mayu Ninagawa (蜷川 真優 GE)" userId="15d22be4-2d84-414d-ac66-ca09a50eae87" providerId="ADAL" clId="{2A43D1C7-C612-4547-BA11-3049DC01C97C}" dt="2026-01-29T08:51:45.374" v="6823"/>
          <ac:spMkLst>
            <pc:docMk/>
            <pc:sldMk cId="83537986" sldId="391"/>
            <ac:spMk id="453" creationId="{6369013C-0737-16AD-BFC3-AAB08CEF09BD}"/>
          </ac:spMkLst>
        </pc:spChg>
        <pc:spChg chg="mod">
          <ac:chgData name="Mayu Ninagawa (蜷川 真優 GE)" userId="15d22be4-2d84-414d-ac66-ca09a50eae87" providerId="ADAL" clId="{2A43D1C7-C612-4547-BA11-3049DC01C97C}" dt="2026-01-29T08:51:45.374" v="6823"/>
          <ac:spMkLst>
            <pc:docMk/>
            <pc:sldMk cId="83537986" sldId="391"/>
            <ac:spMk id="454" creationId="{9674176D-BC4E-CB5B-0B05-790A212310DE}"/>
          </ac:spMkLst>
        </pc:spChg>
        <pc:spChg chg="mod">
          <ac:chgData name="Mayu Ninagawa (蜷川 真優 GE)" userId="15d22be4-2d84-414d-ac66-ca09a50eae87" providerId="ADAL" clId="{2A43D1C7-C612-4547-BA11-3049DC01C97C}" dt="2026-01-29T08:51:45.374" v="6823"/>
          <ac:spMkLst>
            <pc:docMk/>
            <pc:sldMk cId="83537986" sldId="391"/>
            <ac:spMk id="455" creationId="{64724C9E-4C24-6D9E-F703-5E0E3DA92C69}"/>
          </ac:spMkLst>
        </pc:spChg>
        <pc:spChg chg="mod">
          <ac:chgData name="Mayu Ninagawa (蜷川 真優 GE)" userId="15d22be4-2d84-414d-ac66-ca09a50eae87" providerId="ADAL" clId="{2A43D1C7-C612-4547-BA11-3049DC01C97C}" dt="2026-01-29T08:51:45.374" v="6823"/>
          <ac:spMkLst>
            <pc:docMk/>
            <pc:sldMk cId="83537986" sldId="391"/>
            <ac:spMk id="456" creationId="{853B8815-07A5-6D9E-249A-5867EC450C97}"/>
          </ac:spMkLst>
        </pc:spChg>
        <pc:spChg chg="mod">
          <ac:chgData name="Mayu Ninagawa (蜷川 真優 GE)" userId="15d22be4-2d84-414d-ac66-ca09a50eae87" providerId="ADAL" clId="{2A43D1C7-C612-4547-BA11-3049DC01C97C}" dt="2026-01-29T08:51:45.374" v="6823"/>
          <ac:spMkLst>
            <pc:docMk/>
            <pc:sldMk cId="83537986" sldId="391"/>
            <ac:spMk id="457" creationId="{D4F6041A-D183-2AD4-B571-0A5E5EA00397}"/>
          </ac:spMkLst>
        </pc:spChg>
        <pc:spChg chg="mod">
          <ac:chgData name="Mayu Ninagawa (蜷川 真優 GE)" userId="15d22be4-2d84-414d-ac66-ca09a50eae87" providerId="ADAL" clId="{2A43D1C7-C612-4547-BA11-3049DC01C97C}" dt="2026-01-29T08:51:45.374" v="6823"/>
          <ac:spMkLst>
            <pc:docMk/>
            <pc:sldMk cId="83537986" sldId="391"/>
            <ac:spMk id="458" creationId="{DF158DAD-89CA-88B8-9D3D-40AE8BF42D2E}"/>
          </ac:spMkLst>
        </pc:spChg>
        <pc:spChg chg="mod">
          <ac:chgData name="Mayu Ninagawa (蜷川 真優 GE)" userId="15d22be4-2d84-414d-ac66-ca09a50eae87" providerId="ADAL" clId="{2A43D1C7-C612-4547-BA11-3049DC01C97C}" dt="2026-01-29T08:51:45.374" v="6823"/>
          <ac:spMkLst>
            <pc:docMk/>
            <pc:sldMk cId="83537986" sldId="391"/>
            <ac:spMk id="459" creationId="{D819CF8F-AF3A-A4B7-21DC-DD790197E547}"/>
          </ac:spMkLst>
        </pc:spChg>
        <pc:spChg chg="mod">
          <ac:chgData name="Mayu Ninagawa (蜷川 真優 GE)" userId="15d22be4-2d84-414d-ac66-ca09a50eae87" providerId="ADAL" clId="{2A43D1C7-C612-4547-BA11-3049DC01C97C}" dt="2026-01-29T08:51:45.374" v="6823"/>
          <ac:spMkLst>
            <pc:docMk/>
            <pc:sldMk cId="83537986" sldId="391"/>
            <ac:spMk id="460" creationId="{B921C851-9CA2-67E2-40B6-6ACC6A1FF65D}"/>
          </ac:spMkLst>
        </pc:spChg>
        <pc:spChg chg="mod">
          <ac:chgData name="Mayu Ninagawa (蜷川 真優 GE)" userId="15d22be4-2d84-414d-ac66-ca09a50eae87" providerId="ADAL" clId="{2A43D1C7-C612-4547-BA11-3049DC01C97C}" dt="2026-01-29T08:51:45.374" v="6823"/>
          <ac:spMkLst>
            <pc:docMk/>
            <pc:sldMk cId="83537986" sldId="391"/>
            <ac:spMk id="463" creationId="{AB13B836-DBC8-E476-1084-72D7F127382E}"/>
          </ac:spMkLst>
        </pc:spChg>
        <pc:spChg chg="mod">
          <ac:chgData name="Mayu Ninagawa (蜷川 真優 GE)" userId="15d22be4-2d84-414d-ac66-ca09a50eae87" providerId="ADAL" clId="{2A43D1C7-C612-4547-BA11-3049DC01C97C}" dt="2026-01-29T08:51:45.374" v="6823"/>
          <ac:spMkLst>
            <pc:docMk/>
            <pc:sldMk cId="83537986" sldId="391"/>
            <ac:spMk id="464" creationId="{C579D6B2-6F38-51A6-2A11-2DDFDB46E6A5}"/>
          </ac:spMkLst>
        </pc:spChg>
        <pc:spChg chg="mod">
          <ac:chgData name="Mayu Ninagawa (蜷川 真優 GE)" userId="15d22be4-2d84-414d-ac66-ca09a50eae87" providerId="ADAL" clId="{2A43D1C7-C612-4547-BA11-3049DC01C97C}" dt="2026-01-29T08:51:45.374" v="6823"/>
          <ac:spMkLst>
            <pc:docMk/>
            <pc:sldMk cId="83537986" sldId="391"/>
            <ac:spMk id="465" creationId="{418A9805-C42B-BFC6-7D21-FD9F4BB90DB1}"/>
          </ac:spMkLst>
        </pc:spChg>
        <pc:spChg chg="mod">
          <ac:chgData name="Mayu Ninagawa (蜷川 真優 GE)" userId="15d22be4-2d84-414d-ac66-ca09a50eae87" providerId="ADAL" clId="{2A43D1C7-C612-4547-BA11-3049DC01C97C}" dt="2026-01-29T08:51:45.374" v="6823"/>
          <ac:spMkLst>
            <pc:docMk/>
            <pc:sldMk cId="83537986" sldId="391"/>
            <ac:spMk id="466" creationId="{066A38F9-5AF2-C018-15A6-6E4F4318F183}"/>
          </ac:spMkLst>
        </pc:spChg>
        <pc:spChg chg="mod">
          <ac:chgData name="Mayu Ninagawa (蜷川 真優 GE)" userId="15d22be4-2d84-414d-ac66-ca09a50eae87" providerId="ADAL" clId="{2A43D1C7-C612-4547-BA11-3049DC01C97C}" dt="2026-01-29T08:51:45.374" v="6823"/>
          <ac:spMkLst>
            <pc:docMk/>
            <pc:sldMk cId="83537986" sldId="391"/>
            <ac:spMk id="467" creationId="{CC18AF8A-791B-8630-3225-F61DE915C408}"/>
          </ac:spMkLst>
        </pc:spChg>
        <pc:spChg chg="mod">
          <ac:chgData name="Mayu Ninagawa (蜷川 真優 GE)" userId="15d22be4-2d84-414d-ac66-ca09a50eae87" providerId="ADAL" clId="{2A43D1C7-C612-4547-BA11-3049DC01C97C}" dt="2026-01-29T08:51:45.374" v="6823"/>
          <ac:spMkLst>
            <pc:docMk/>
            <pc:sldMk cId="83537986" sldId="391"/>
            <ac:spMk id="468" creationId="{9127F1BB-BB32-7644-9D99-FB2D98154F8C}"/>
          </ac:spMkLst>
        </pc:spChg>
        <pc:spChg chg="mod">
          <ac:chgData name="Mayu Ninagawa (蜷川 真優 GE)" userId="15d22be4-2d84-414d-ac66-ca09a50eae87" providerId="ADAL" clId="{2A43D1C7-C612-4547-BA11-3049DC01C97C}" dt="2026-01-29T08:51:45.374" v="6823"/>
          <ac:spMkLst>
            <pc:docMk/>
            <pc:sldMk cId="83537986" sldId="391"/>
            <ac:spMk id="469" creationId="{2039E98B-591E-58BF-CB64-A3AC098751BA}"/>
          </ac:spMkLst>
        </pc:spChg>
        <pc:spChg chg="mod">
          <ac:chgData name="Mayu Ninagawa (蜷川 真優 GE)" userId="15d22be4-2d84-414d-ac66-ca09a50eae87" providerId="ADAL" clId="{2A43D1C7-C612-4547-BA11-3049DC01C97C}" dt="2026-01-29T08:51:45.374" v="6823"/>
          <ac:spMkLst>
            <pc:docMk/>
            <pc:sldMk cId="83537986" sldId="391"/>
            <ac:spMk id="470" creationId="{F721CF11-781D-8567-3A66-08C142756535}"/>
          </ac:spMkLst>
        </pc:spChg>
        <pc:spChg chg="mod">
          <ac:chgData name="Mayu Ninagawa (蜷川 真優 GE)" userId="15d22be4-2d84-414d-ac66-ca09a50eae87" providerId="ADAL" clId="{2A43D1C7-C612-4547-BA11-3049DC01C97C}" dt="2026-01-29T08:51:45.374" v="6823"/>
          <ac:spMkLst>
            <pc:docMk/>
            <pc:sldMk cId="83537986" sldId="391"/>
            <ac:spMk id="471" creationId="{99786B01-3618-88D4-7BB4-80DBBE5F2A03}"/>
          </ac:spMkLst>
        </pc:spChg>
        <pc:spChg chg="mod">
          <ac:chgData name="Mayu Ninagawa (蜷川 真優 GE)" userId="15d22be4-2d84-414d-ac66-ca09a50eae87" providerId="ADAL" clId="{2A43D1C7-C612-4547-BA11-3049DC01C97C}" dt="2026-01-29T08:55:02.063" v="6858" actId="1076"/>
          <ac:spMkLst>
            <pc:docMk/>
            <pc:sldMk cId="83537986" sldId="391"/>
            <ac:spMk id="472" creationId="{C0B6BB8C-0D0D-2CB8-090D-2442FA4CD141}"/>
          </ac:spMkLst>
        </pc:spChg>
        <pc:spChg chg="mod">
          <ac:chgData name="Mayu Ninagawa (蜷川 真優 GE)" userId="15d22be4-2d84-414d-ac66-ca09a50eae87" providerId="ADAL" clId="{2A43D1C7-C612-4547-BA11-3049DC01C97C}" dt="2026-01-29T08:51:45.374" v="6823"/>
          <ac:spMkLst>
            <pc:docMk/>
            <pc:sldMk cId="83537986" sldId="391"/>
            <ac:spMk id="473" creationId="{988DD86D-4A01-1F4E-26E1-6AED2625AB00}"/>
          </ac:spMkLst>
        </pc:spChg>
        <pc:spChg chg="mod">
          <ac:chgData name="Mayu Ninagawa (蜷川 真優 GE)" userId="15d22be4-2d84-414d-ac66-ca09a50eae87" providerId="ADAL" clId="{2A43D1C7-C612-4547-BA11-3049DC01C97C}" dt="2026-01-29T08:51:45.374" v="6823"/>
          <ac:spMkLst>
            <pc:docMk/>
            <pc:sldMk cId="83537986" sldId="391"/>
            <ac:spMk id="474" creationId="{1A48E466-5EDF-5DD7-65FF-A9A5B5530CE2}"/>
          </ac:spMkLst>
        </pc:spChg>
        <pc:spChg chg="mod">
          <ac:chgData name="Mayu Ninagawa (蜷川 真優 GE)" userId="15d22be4-2d84-414d-ac66-ca09a50eae87" providerId="ADAL" clId="{2A43D1C7-C612-4547-BA11-3049DC01C97C}" dt="2026-01-29T08:51:45.374" v="6823"/>
          <ac:spMkLst>
            <pc:docMk/>
            <pc:sldMk cId="83537986" sldId="391"/>
            <ac:spMk id="475" creationId="{668900E2-609E-3678-B05B-896FC7316D8F}"/>
          </ac:spMkLst>
        </pc:spChg>
        <pc:spChg chg="mod">
          <ac:chgData name="Mayu Ninagawa (蜷川 真優 GE)" userId="15d22be4-2d84-414d-ac66-ca09a50eae87" providerId="ADAL" clId="{2A43D1C7-C612-4547-BA11-3049DC01C97C}" dt="2026-01-29T08:51:45.374" v="6823"/>
          <ac:spMkLst>
            <pc:docMk/>
            <pc:sldMk cId="83537986" sldId="391"/>
            <ac:spMk id="476" creationId="{2ECB6E3A-47BE-EA63-F0D3-980A776CB14F}"/>
          </ac:spMkLst>
        </pc:spChg>
        <pc:spChg chg="mod">
          <ac:chgData name="Mayu Ninagawa (蜷川 真優 GE)" userId="15d22be4-2d84-414d-ac66-ca09a50eae87" providerId="ADAL" clId="{2A43D1C7-C612-4547-BA11-3049DC01C97C}" dt="2026-01-29T08:51:45.374" v="6823"/>
          <ac:spMkLst>
            <pc:docMk/>
            <pc:sldMk cId="83537986" sldId="391"/>
            <ac:spMk id="477" creationId="{749F0158-CAF2-C303-0084-B002AA4FE7FE}"/>
          </ac:spMkLst>
        </pc:spChg>
        <pc:spChg chg="mod">
          <ac:chgData name="Mayu Ninagawa (蜷川 真優 GE)" userId="15d22be4-2d84-414d-ac66-ca09a50eae87" providerId="ADAL" clId="{2A43D1C7-C612-4547-BA11-3049DC01C97C}" dt="2026-01-29T08:51:45.374" v="6823"/>
          <ac:spMkLst>
            <pc:docMk/>
            <pc:sldMk cId="83537986" sldId="391"/>
            <ac:spMk id="478" creationId="{40FA9D6E-935C-14E2-DE49-2F7BE7760B6E}"/>
          </ac:spMkLst>
        </pc:spChg>
        <pc:spChg chg="mod">
          <ac:chgData name="Mayu Ninagawa (蜷川 真優 GE)" userId="15d22be4-2d84-414d-ac66-ca09a50eae87" providerId="ADAL" clId="{2A43D1C7-C612-4547-BA11-3049DC01C97C}" dt="2026-01-29T08:51:45.374" v="6823"/>
          <ac:spMkLst>
            <pc:docMk/>
            <pc:sldMk cId="83537986" sldId="391"/>
            <ac:spMk id="479" creationId="{A9C37F39-C9DB-3CB0-760A-89AC8D4EFB88}"/>
          </ac:spMkLst>
        </pc:spChg>
        <pc:spChg chg="mod">
          <ac:chgData name="Mayu Ninagawa (蜷川 真優 GE)" userId="15d22be4-2d84-414d-ac66-ca09a50eae87" providerId="ADAL" clId="{2A43D1C7-C612-4547-BA11-3049DC01C97C}" dt="2026-01-29T08:51:45.374" v="6823"/>
          <ac:spMkLst>
            <pc:docMk/>
            <pc:sldMk cId="83537986" sldId="391"/>
            <ac:spMk id="480" creationId="{F9E79AA3-1076-AE17-5FBB-97F95B0E22B5}"/>
          </ac:spMkLst>
        </pc:spChg>
        <pc:spChg chg="mod">
          <ac:chgData name="Mayu Ninagawa (蜷川 真優 GE)" userId="15d22be4-2d84-414d-ac66-ca09a50eae87" providerId="ADAL" clId="{2A43D1C7-C612-4547-BA11-3049DC01C97C}" dt="2026-01-29T08:51:45.374" v="6823"/>
          <ac:spMkLst>
            <pc:docMk/>
            <pc:sldMk cId="83537986" sldId="391"/>
            <ac:spMk id="481" creationId="{B26D6C03-52EC-A59C-9DE9-E02EC2AE550F}"/>
          </ac:spMkLst>
        </pc:spChg>
        <pc:spChg chg="mod">
          <ac:chgData name="Mayu Ninagawa (蜷川 真優 GE)" userId="15d22be4-2d84-414d-ac66-ca09a50eae87" providerId="ADAL" clId="{2A43D1C7-C612-4547-BA11-3049DC01C97C}" dt="2026-01-29T08:51:45.374" v="6823"/>
          <ac:spMkLst>
            <pc:docMk/>
            <pc:sldMk cId="83537986" sldId="391"/>
            <ac:spMk id="482" creationId="{6BF2B1C4-3BA9-9E0E-9091-F33478BFBF50}"/>
          </ac:spMkLst>
        </pc:spChg>
        <pc:spChg chg="mod">
          <ac:chgData name="Mayu Ninagawa (蜷川 真優 GE)" userId="15d22be4-2d84-414d-ac66-ca09a50eae87" providerId="ADAL" clId="{2A43D1C7-C612-4547-BA11-3049DC01C97C}" dt="2026-01-29T08:51:45.374" v="6823"/>
          <ac:spMkLst>
            <pc:docMk/>
            <pc:sldMk cId="83537986" sldId="391"/>
            <ac:spMk id="483" creationId="{3D6CED87-5B92-2035-D3CD-9ECF077A905C}"/>
          </ac:spMkLst>
        </pc:spChg>
        <pc:spChg chg="mod">
          <ac:chgData name="Mayu Ninagawa (蜷川 真優 GE)" userId="15d22be4-2d84-414d-ac66-ca09a50eae87" providerId="ADAL" clId="{2A43D1C7-C612-4547-BA11-3049DC01C97C}" dt="2026-01-29T08:52:21.815" v="6833"/>
          <ac:spMkLst>
            <pc:docMk/>
            <pc:sldMk cId="83537986" sldId="391"/>
            <ac:spMk id="485" creationId="{A2602E55-144B-A560-DC08-BE9A6A401D3B}"/>
          </ac:spMkLst>
        </pc:spChg>
        <pc:spChg chg="mod">
          <ac:chgData name="Mayu Ninagawa (蜷川 真優 GE)" userId="15d22be4-2d84-414d-ac66-ca09a50eae87" providerId="ADAL" clId="{2A43D1C7-C612-4547-BA11-3049DC01C97C}" dt="2026-01-29T08:52:21.815" v="6833"/>
          <ac:spMkLst>
            <pc:docMk/>
            <pc:sldMk cId="83537986" sldId="391"/>
            <ac:spMk id="486" creationId="{4CD25F7A-2FF4-B533-39FC-A068F2085983}"/>
          </ac:spMkLst>
        </pc:spChg>
        <pc:spChg chg="mod">
          <ac:chgData name="Mayu Ninagawa (蜷川 真優 GE)" userId="15d22be4-2d84-414d-ac66-ca09a50eae87" providerId="ADAL" clId="{2A43D1C7-C612-4547-BA11-3049DC01C97C}" dt="2026-01-29T08:52:21.815" v="6833"/>
          <ac:spMkLst>
            <pc:docMk/>
            <pc:sldMk cId="83537986" sldId="391"/>
            <ac:spMk id="487" creationId="{12148D49-1FAA-35B1-945E-F3CFB2AE29CE}"/>
          </ac:spMkLst>
        </pc:spChg>
        <pc:spChg chg="mod">
          <ac:chgData name="Mayu Ninagawa (蜷川 真優 GE)" userId="15d22be4-2d84-414d-ac66-ca09a50eae87" providerId="ADAL" clId="{2A43D1C7-C612-4547-BA11-3049DC01C97C}" dt="2026-01-29T08:52:21.815" v="6833"/>
          <ac:spMkLst>
            <pc:docMk/>
            <pc:sldMk cId="83537986" sldId="391"/>
            <ac:spMk id="488" creationId="{F52317EE-AE26-1451-8E3C-AFD6DE296C2D}"/>
          </ac:spMkLst>
        </pc:spChg>
        <pc:spChg chg="mod">
          <ac:chgData name="Mayu Ninagawa (蜷川 真優 GE)" userId="15d22be4-2d84-414d-ac66-ca09a50eae87" providerId="ADAL" clId="{2A43D1C7-C612-4547-BA11-3049DC01C97C}" dt="2026-01-29T08:52:21.815" v="6833"/>
          <ac:spMkLst>
            <pc:docMk/>
            <pc:sldMk cId="83537986" sldId="391"/>
            <ac:spMk id="489" creationId="{C70837F3-66DA-DF19-5DF1-ECB32C01C43D}"/>
          </ac:spMkLst>
        </pc:spChg>
        <pc:spChg chg="mod">
          <ac:chgData name="Mayu Ninagawa (蜷川 真優 GE)" userId="15d22be4-2d84-414d-ac66-ca09a50eae87" providerId="ADAL" clId="{2A43D1C7-C612-4547-BA11-3049DC01C97C}" dt="2026-01-29T08:52:21.815" v="6833"/>
          <ac:spMkLst>
            <pc:docMk/>
            <pc:sldMk cId="83537986" sldId="391"/>
            <ac:spMk id="490" creationId="{3FA26710-D934-AE01-701D-BB1CD74A2CA0}"/>
          </ac:spMkLst>
        </pc:spChg>
        <pc:spChg chg="mod">
          <ac:chgData name="Mayu Ninagawa (蜷川 真優 GE)" userId="15d22be4-2d84-414d-ac66-ca09a50eae87" providerId="ADAL" clId="{2A43D1C7-C612-4547-BA11-3049DC01C97C}" dt="2026-01-29T08:52:21.815" v="6833"/>
          <ac:spMkLst>
            <pc:docMk/>
            <pc:sldMk cId="83537986" sldId="391"/>
            <ac:spMk id="491" creationId="{A84078E1-98EE-ED83-C3AC-CE2B908A6A6C}"/>
          </ac:spMkLst>
        </pc:spChg>
        <pc:spChg chg="mod">
          <ac:chgData name="Mayu Ninagawa (蜷川 真優 GE)" userId="15d22be4-2d84-414d-ac66-ca09a50eae87" providerId="ADAL" clId="{2A43D1C7-C612-4547-BA11-3049DC01C97C}" dt="2026-01-29T08:52:21.815" v="6833"/>
          <ac:spMkLst>
            <pc:docMk/>
            <pc:sldMk cId="83537986" sldId="391"/>
            <ac:spMk id="492" creationId="{5D75106B-C62F-98F5-7C8F-4D13F2C00A64}"/>
          </ac:spMkLst>
        </pc:spChg>
        <pc:spChg chg="mod">
          <ac:chgData name="Mayu Ninagawa (蜷川 真優 GE)" userId="15d22be4-2d84-414d-ac66-ca09a50eae87" providerId="ADAL" clId="{2A43D1C7-C612-4547-BA11-3049DC01C97C}" dt="2026-01-29T08:52:21.815" v="6833"/>
          <ac:spMkLst>
            <pc:docMk/>
            <pc:sldMk cId="83537986" sldId="391"/>
            <ac:spMk id="493" creationId="{FAFE9A65-EF80-B856-2D1D-6FAA04A789E8}"/>
          </ac:spMkLst>
        </pc:spChg>
        <pc:spChg chg="mod">
          <ac:chgData name="Mayu Ninagawa (蜷川 真優 GE)" userId="15d22be4-2d84-414d-ac66-ca09a50eae87" providerId="ADAL" clId="{2A43D1C7-C612-4547-BA11-3049DC01C97C}" dt="2026-01-29T08:52:21.815" v="6833"/>
          <ac:spMkLst>
            <pc:docMk/>
            <pc:sldMk cId="83537986" sldId="391"/>
            <ac:spMk id="494" creationId="{0D354A88-B956-3C9C-C054-E2B0937E8F08}"/>
          </ac:spMkLst>
        </pc:spChg>
        <pc:spChg chg="mod">
          <ac:chgData name="Mayu Ninagawa (蜷川 真優 GE)" userId="15d22be4-2d84-414d-ac66-ca09a50eae87" providerId="ADAL" clId="{2A43D1C7-C612-4547-BA11-3049DC01C97C}" dt="2026-01-29T08:52:21.815" v="6833"/>
          <ac:spMkLst>
            <pc:docMk/>
            <pc:sldMk cId="83537986" sldId="391"/>
            <ac:spMk id="495" creationId="{631707CB-9BA2-EE82-135D-7FD21368F6BE}"/>
          </ac:spMkLst>
        </pc:spChg>
        <pc:spChg chg="mod">
          <ac:chgData name="Mayu Ninagawa (蜷川 真優 GE)" userId="15d22be4-2d84-414d-ac66-ca09a50eae87" providerId="ADAL" clId="{2A43D1C7-C612-4547-BA11-3049DC01C97C}" dt="2026-01-29T08:52:21.815" v="6833"/>
          <ac:spMkLst>
            <pc:docMk/>
            <pc:sldMk cId="83537986" sldId="391"/>
            <ac:spMk id="496" creationId="{EB0AED30-7E5C-74B5-D600-1157848FBC5B}"/>
          </ac:spMkLst>
        </pc:spChg>
        <pc:spChg chg="mod">
          <ac:chgData name="Mayu Ninagawa (蜷川 真優 GE)" userId="15d22be4-2d84-414d-ac66-ca09a50eae87" providerId="ADAL" clId="{2A43D1C7-C612-4547-BA11-3049DC01C97C}" dt="2026-01-29T08:52:21.815" v="6833"/>
          <ac:spMkLst>
            <pc:docMk/>
            <pc:sldMk cId="83537986" sldId="391"/>
            <ac:spMk id="497" creationId="{99945A26-0C22-9691-FF89-FDE91D6BFC87}"/>
          </ac:spMkLst>
        </pc:spChg>
        <pc:spChg chg="mod">
          <ac:chgData name="Mayu Ninagawa (蜷川 真優 GE)" userId="15d22be4-2d84-414d-ac66-ca09a50eae87" providerId="ADAL" clId="{2A43D1C7-C612-4547-BA11-3049DC01C97C}" dt="2026-01-29T08:52:21.815" v="6833"/>
          <ac:spMkLst>
            <pc:docMk/>
            <pc:sldMk cId="83537986" sldId="391"/>
            <ac:spMk id="498" creationId="{DA56D424-112E-04D1-1007-90BF6429228F}"/>
          </ac:spMkLst>
        </pc:spChg>
        <pc:spChg chg="mod">
          <ac:chgData name="Mayu Ninagawa (蜷川 真優 GE)" userId="15d22be4-2d84-414d-ac66-ca09a50eae87" providerId="ADAL" clId="{2A43D1C7-C612-4547-BA11-3049DC01C97C}" dt="2026-01-29T08:52:21.815" v="6833"/>
          <ac:spMkLst>
            <pc:docMk/>
            <pc:sldMk cId="83537986" sldId="391"/>
            <ac:spMk id="499" creationId="{00D4AAD5-60B4-BF0E-EEF7-90C3D935522E}"/>
          </ac:spMkLst>
        </pc:spChg>
        <pc:spChg chg="mod">
          <ac:chgData name="Mayu Ninagawa (蜷川 真優 GE)" userId="15d22be4-2d84-414d-ac66-ca09a50eae87" providerId="ADAL" clId="{2A43D1C7-C612-4547-BA11-3049DC01C97C}" dt="2026-01-29T08:52:21.815" v="6833"/>
          <ac:spMkLst>
            <pc:docMk/>
            <pc:sldMk cId="83537986" sldId="391"/>
            <ac:spMk id="500" creationId="{11ABC75B-6C57-AE57-3F7B-3AA4E4C8FC94}"/>
          </ac:spMkLst>
        </pc:spChg>
        <pc:spChg chg="mod">
          <ac:chgData name="Mayu Ninagawa (蜷川 真優 GE)" userId="15d22be4-2d84-414d-ac66-ca09a50eae87" providerId="ADAL" clId="{2A43D1C7-C612-4547-BA11-3049DC01C97C}" dt="2026-01-29T08:52:21.815" v="6833"/>
          <ac:spMkLst>
            <pc:docMk/>
            <pc:sldMk cId="83537986" sldId="391"/>
            <ac:spMk id="501" creationId="{14EB876D-385C-C767-4960-2033C29A2586}"/>
          </ac:spMkLst>
        </pc:spChg>
        <pc:spChg chg="mod">
          <ac:chgData name="Mayu Ninagawa (蜷川 真優 GE)" userId="15d22be4-2d84-414d-ac66-ca09a50eae87" providerId="ADAL" clId="{2A43D1C7-C612-4547-BA11-3049DC01C97C}" dt="2026-01-29T08:52:21.815" v="6833"/>
          <ac:spMkLst>
            <pc:docMk/>
            <pc:sldMk cId="83537986" sldId="391"/>
            <ac:spMk id="502" creationId="{F8FF7240-8DF1-D06C-DC54-2A4AFFD5C192}"/>
          </ac:spMkLst>
        </pc:spChg>
        <pc:spChg chg="mod">
          <ac:chgData name="Mayu Ninagawa (蜷川 真優 GE)" userId="15d22be4-2d84-414d-ac66-ca09a50eae87" providerId="ADAL" clId="{2A43D1C7-C612-4547-BA11-3049DC01C97C}" dt="2026-01-29T08:52:21.815" v="6833"/>
          <ac:spMkLst>
            <pc:docMk/>
            <pc:sldMk cId="83537986" sldId="391"/>
            <ac:spMk id="503" creationId="{ADF7D7FC-2E3B-876F-516B-324D91FDEACC}"/>
          </ac:spMkLst>
        </pc:spChg>
        <pc:spChg chg="mod">
          <ac:chgData name="Mayu Ninagawa (蜷川 真優 GE)" userId="15d22be4-2d84-414d-ac66-ca09a50eae87" providerId="ADAL" clId="{2A43D1C7-C612-4547-BA11-3049DC01C97C}" dt="2026-01-29T08:52:21.815" v="6833"/>
          <ac:spMkLst>
            <pc:docMk/>
            <pc:sldMk cId="83537986" sldId="391"/>
            <ac:spMk id="504" creationId="{D452E513-9F97-42BC-FD6C-4BABDA8EF90F}"/>
          </ac:spMkLst>
        </pc:spChg>
        <pc:spChg chg="mod">
          <ac:chgData name="Mayu Ninagawa (蜷川 真優 GE)" userId="15d22be4-2d84-414d-ac66-ca09a50eae87" providerId="ADAL" clId="{2A43D1C7-C612-4547-BA11-3049DC01C97C}" dt="2026-01-29T08:52:21.815" v="6833"/>
          <ac:spMkLst>
            <pc:docMk/>
            <pc:sldMk cId="83537986" sldId="391"/>
            <ac:spMk id="505" creationId="{74D69BBB-F396-4519-236C-19EDF3E85D72}"/>
          </ac:spMkLst>
        </pc:spChg>
        <pc:spChg chg="mod">
          <ac:chgData name="Mayu Ninagawa (蜷川 真優 GE)" userId="15d22be4-2d84-414d-ac66-ca09a50eae87" providerId="ADAL" clId="{2A43D1C7-C612-4547-BA11-3049DC01C97C}" dt="2026-01-29T08:52:21.815" v="6833"/>
          <ac:spMkLst>
            <pc:docMk/>
            <pc:sldMk cId="83537986" sldId="391"/>
            <ac:spMk id="506" creationId="{7FBC6288-8190-63BD-B260-7C58007AD085}"/>
          </ac:spMkLst>
        </pc:spChg>
        <pc:spChg chg="mod">
          <ac:chgData name="Mayu Ninagawa (蜷川 真優 GE)" userId="15d22be4-2d84-414d-ac66-ca09a50eae87" providerId="ADAL" clId="{2A43D1C7-C612-4547-BA11-3049DC01C97C}" dt="2026-01-29T08:52:21.815" v="6833"/>
          <ac:spMkLst>
            <pc:docMk/>
            <pc:sldMk cId="83537986" sldId="391"/>
            <ac:spMk id="507" creationId="{0BBF0F78-04C1-A300-EB18-6381A0258F68}"/>
          </ac:spMkLst>
        </pc:spChg>
        <pc:spChg chg="mod">
          <ac:chgData name="Mayu Ninagawa (蜷川 真優 GE)" userId="15d22be4-2d84-414d-ac66-ca09a50eae87" providerId="ADAL" clId="{2A43D1C7-C612-4547-BA11-3049DC01C97C}" dt="2026-01-29T08:52:21.815" v="6833"/>
          <ac:spMkLst>
            <pc:docMk/>
            <pc:sldMk cId="83537986" sldId="391"/>
            <ac:spMk id="508" creationId="{5C6C8503-2F90-6D66-DE47-92793505C189}"/>
          </ac:spMkLst>
        </pc:spChg>
        <pc:spChg chg="mod">
          <ac:chgData name="Mayu Ninagawa (蜷川 真優 GE)" userId="15d22be4-2d84-414d-ac66-ca09a50eae87" providerId="ADAL" clId="{2A43D1C7-C612-4547-BA11-3049DC01C97C}" dt="2026-01-29T08:52:21.815" v="6833"/>
          <ac:spMkLst>
            <pc:docMk/>
            <pc:sldMk cId="83537986" sldId="391"/>
            <ac:spMk id="509" creationId="{2E7CEAAE-25CD-463D-92CF-A070026AE484}"/>
          </ac:spMkLst>
        </pc:spChg>
        <pc:spChg chg="mod">
          <ac:chgData name="Mayu Ninagawa (蜷川 真優 GE)" userId="15d22be4-2d84-414d-ac66-ca09a50eae87" providerId="ADAL" clId="{2A43D1C7-C612-4547-BA11-3049DC01C97C}" dt="2026-01-29T08:52:21.815" v="6833"/>
          <ac:spMkLst>
            <pc:docMk/>
            <pc:sldMk cId="83537986" sldId="391"/>
            <ac:spMk id="510" creationId="{092E5905-32FC-07FD-D583-418CC6ED5CAB}"/>
          </ac:spMkLst>
        </pc:spChg>
        <pc:spChg chg="mod">
          <ac:chgData name="Mayu Ninagawa (蜷川 真優 GE)" userId="15d22be4-2d84-414d-ac66-ca09a50eae87" providerId="ADAL" clId="{2A43D1C7-C612-4547-BA11-3049DC01C97C}" dt="2026-01-29T08:52:21.815" v="6833"/>
          <ac:spMkLst>
            <pc:docMk/>
            <pc:sldMk cId="83537986" sldId="391"/>
            <ac:spMk id="511" creationId="{27BF02CC-0806-D978-D3B8-E6E587496BFF}"/>
          </ac:spMkLst>
        </pc:spChg>
        <pc:spChg chg="mod">
          <ac:chgData name="Mayu Ninagawa (蜷川 真優 GE)" userId="15d22be4-2d84-414d-ac66-ca09a50eae87" providerId="ADAL" clId="{2A43D1C7-C612-4547-BA11-3049DC01C97C}" dt="2026-01-29T08:54:41.356" v="6852"/>
          <ac:spMkLst>
            <pc:docMk/>
            <pc:sldMk cId="83537986" sldId="391"/>
            <ac:spMk id="512" creationId="{CA18C52B-990C-CAE3-9BE8-2B0C2FA49D10}"/>
          </ac:spMkLst>
        </pc:spChg>
        <pc:spChg chg="mod">
          <ac:chgData name="Mayu Ninagawa (蜷川 真優 GE)" userId="15d22be4-2d84-414d-ac66-ca09a50eae87" providerId="ADAL" clId="{2A43D1C7-C612-4547-BA11-3049DC01C97C}" dt="2026-01-29T08:54:41.356" v="6852"/>
          <ac:spMkLst>
            <pc:docMk/>
            <pc:sldMk cId="83537986" sldId="391"/>
            <ac:spMk id="513" creationId="{B4D295F1-6024-D1C1-E9E7-2A67E6636C78}"/>
          </ac:spMkLst>
        </pc:spChg>
        <pc:spChg chg="mod">
          <ac:chgData name="Mayu Ninagawa (蜷川 真優 GE)" userId="15d22be4-2d84-414d-ac66-ca09a50eae87" providerId="ADAL" clId="{2A43D1C7-C612-4547-BA11-3049DC01C97C}" dt="2026-01-29T08:54:41.356" v="6852"/>
          <ac:spMkLst>
            <pc:docMk/>
            <pc:sldMk cId="83537986" sldId="391"/>
            <ac:spMk id="514" creationId="{AD9DCB9B-3A65-C6AB-98C3-BB0215A889FB}"/>
          </ac:spMkLst>
        </pc:spChg>
        <pc:spChg chg="mod">
          <ac:chgData name="Mayu Ninagawa (蜷川 真優 GE)" userId="15d22be4-2d84-414d-ac66-ca09a50eae87" providerId="ADAL" clId="{2A43D1C7-C612-4547-BA11-3049DC01C97C}" dt="2026-01-29T08:54:41.356" v="6852"/>
          <ac:spMkLst>
            <pc:docMk/>
            <pc:sldMk cId="83537986" sldId="391"/>
            <ac:spMk id="515" creationId="{DFD5008C-0239-BDDC-A7A4-49C86EB6DF68}"/>
          </ac:spMkLst>
        </pc:spChg>
        <pc:spChg chg="mod">
          <ac:chgData name="Mayu Ninagawa (蜷川 真優 GE)" userId="15d22be4-2d84-414d-ac66-ca09a50eae87" providerId="ADAL" clId="{2A43D1C7-C612-4547-BA11-3049DC01C97C}" dt="2026-01-29T08:54:41.356" v="6852"/>
          <ac:spMkLst>
            <pc:docMk/>
            <pc:sldMk cId="83537986" sldId="391"/>
            <ac:spMk id="516" creationId="{BC8130B6-C15B-EA94-BCA7-63D9EE241798}"/>
          </ac:spMkLst>
        </pc:spChg>
        <pc:spChg chg="mod">
          <ac:chgData name="Mayu Ninagawa (蜷川 真優 GE)" userId="15d22be4-2d84-414d-ac66-ca09a50eae87" providerId="ADAL" clId="{2A43D1C7-C612-4547-BA11-3049DC01C97C}" dt="2026-01-29T08:54:41.356" v="6852"/>
          <ac:spMkLst>
            <pc:docMk/>
            <pc:sldMk cId="83537986" sldId="391"/>
            <ac:spMk id="517" creationId="{2247D5B8-7951-6747-18AB-8A2997C2AF4C}"/>
          </ac:spMkLst>
        </pc:spChg>
        <pc:spChg chg="mod">
          <ac:chgData name="Mayu Ninagawa (蜷川 真優 GE)" userId="15d22be4-2d84-414d-ac66-ca09a50eae87" providerId="ADAL" clId="{2A43D1C7-C612-4547-BA11-3049DC01C97C}" dt="2026-01-29T08:54:41.356" v="6852"/>
          <ac:spMkLst>
            <pc:docMk/>
            <pc:sldMk cId="83537986" sldId="391"/>
            <ac:spMk id="518" creationId="{C7D74C03-E996-FCB0-BF71-C1ED6610C5B0}"/>
          </ac:spMkLst>
        </pc:spChg>
        <pc:spChg chg="mod">
          <ac:chgData name="Mayu Ninagawa (蜷川 真優 GE)" userId="15d22be4-2d84-414d-ac66-ca09a50eae87" providerId="ADAL" clId="{2A43D1C7-C612-4547-BA11-3049DC01C97C}" dt="2026-01-29T08:54:41.356" v="6852"/>
          <ac:spMkLst>
            <pc:docMk/>
            <pc:sldMk cId="83537986" sldId="391"/>
            <ac:spMk id="519" creationId="{3374F7AE-7E9D-DFBE-0E62-DB8D9272050F}"/>
          </ac:spMkLst>
        </pc:spChg>
        <pc:spChg chg="mod">
          <ac:chgData name="Mayu Ninagawa (蜷川 真優 GE)" userId="15d22be4-2d84-414d-ac66-ca09a50eae87" providerId="ADAL" clId="{2A43D1C7-C612-4547-BA11-3049DC01C97C}" dt="2026-01-29T08:54:41.356" v="6852"/>
          <ac:spMkLst>
            <pc:docMk/>
            <pc:sldMk cId="83537986" sldId="391"/>
            <ac:spMk id="520" creationId="{5BA4C1A2-924F-56DE-CA1E-14985CD59185}"/>
          </ac:spMkLst>
        </pc:spChg>
        <pc:spChg chg="mod">
          <ac:chgData name="Mayu Ninagawa (蜷川 真優 GE)" userId="15d22be4-2d84-414d-ac66-ca09a50eae87" providerId="ADAL" clId="{2A43D1C7-C612-4547-BA11-3049DC01C97C}" dt="2026-01-29T08:54:41.356" v="6852"/>
          <ac:spMkLst>
            <pc:docMk/>
            <pc:sldMk cId="83537986" sldId="391"/>
            <ac:spMk id="521" creationId="{89FADF57-8B36-2248-CB8C-15CB6EFB51E1}"/>
          </ac:spMkLst>
        </pc:spChg>
        <pc:spChg chg="mod">
          <ac:chgData name="Mayu Ninagawa (蜷川 真優 GE)" userId="15d22be4-2d84-414d-ac66-ca09a50eae87" providerId="ADAL" clId="{2A43D1C7-C612-4547-BA11-3049DC01C97C}" dt="2026-01-29T08:54:41.356" v="6852"/>
          <ac:spMkLst>
            <pc:docMk/>
            <pc:sldMk cId="83537986" sldId="391"/>
            <ac:spMk id="522" creationId="{D6D415EC-E4E4-0C6F-4EBD-08FCCE54F637}"/>
          </ac:spMkLst>
        </pc:spChg>
        <pc:spChg chg="mod">
          <ac:chgData name="Mayu Ninagawa (蜷川 真優 GE)" userId="15d22be4-2d84-414d-ac66-ca09a50eae87" providerId="ADAL" clId="{2A43D1C7-C612-4547-BA11-3049DC01C97C}" dt="2026-01-29T08:54:41.356" v="6852"/>
          <ac:spMkLst>
            <pc:docMk/>
            <pc:sldMk cId="83537986" sldId="391"/>
            <ac:spMk id="523" creationId="{3851C2B4-F9AF-E3F7-23EE-038342AD7F1E}"/>
          </ac:spMkLst>
        </pc:spChg>
        <pc:spChg chg="mod">
          <ac:chgData name="Mayu Ninagawa (蜷川 真優 GE)" userId="15d22be4-2d84-414d-ac66-ca09a50eae87" providerId="ADAL" clId="{2A43D1C7-C612-4547-BA11-3049DC01C97C}" dt="2026-01-29T08:54:41.356" v="6852"/>
          <ac:spMkLst>
            <pc:docMk/>
            <pc:sldMk cId="83537986" sldId="391"/>
            <ac:spMk id="524" creationId="{06A8DE9F-BA8E-76E4-A6CD-8E7D5FC3D498}"/>
          </ac:spMkLst>
        </pc:spChg>
        <pc:spChg chg="mod">
          <ac:chgData name="Mayu Ninagawa (蜷川 真優 GE)" userId="15d22be4-2d84-414d-ac66-ca09a50eae87" providerId="ADAL" clId="{2A43D1C7-C612-4547-BA11-3049DC01C97C}" dt="2026-01-29T08:54:41.356" v="6852"/>
          <ac:spMkLst>
            <pc:docMk/>
            <pc:sldMk cId="83537986" sldId="391"/>
            <ac:spMk id="525" creationId="{CC23AFBF-5688-2B22-3ACA-2F90B3EF75F5}"/>
          </ac:spMkLst>
        </pc:spChg>
        <pc:spChg chg="mod">
          <ac:chgData name="Mayu Ninagawa (蜷川 真優 GE)" userId="15d22be4-2d84-414d-ac66-ca09a50eae87" providerId="ADAL" clId="{2A43D1C7-C612-4547-BA11-3049DC01C97C}" dt="2026-01-29T08:54:41.356" v="6852"/>
          <ac:spMkLst>
            <pc:docMk/>
            <pc:sldMk cId="83537986" sldId="391"/>
            <ac:spMk id="526" creationId="{773DE853-DEB5-3EEF-49CF-15DD34BAE320}"/>
          </ac:spMkLst>
        </pc:spChg>
        <pc:spChg chg="mod">
          <ac:chgData name="Mayu Ninagawa (蜷川 真優 GE)" userId="15d22be4-2d84-414d-ac66-ca09a50eae87" providerId="ADAL" clId="{2A43D1C7-C612-4547-BA11-3049DC01C97C}" dt="2026-01-29T08:54:41.356" v="6852"/>
          <ac:spMkLst>
            <pc:docMk/>
            <pc:sldMk cId="83537986" sldId="391"/>
            <ac:spMk id="527" creationId="{4A0DC103-CA46-A7CC-4A42-2C36985FB30D}"/>
          </ac:spMkLst>
        </pc:spChg>
        <pc:spChg chg="mod">
          <ac:chgData name="Mayu Ninagawa (蜷川 真優 GE)" userId="15d22be4-2d84-414d-ac66-ca09a50eae87" providerId="ADAL" clId="{2A43D1C7-C612-4547-BA11-3049DC01C97C}" dt="2026-01-29T08:54:41.356" v="6852"/>
          <ac:spMkLst>
            <pc:docMk/>
            <pc:sldMk cId="83537986" sldId="391"/>
            <ac:spMk id="528" creationId="{6FDDE62A-DA8F-93E1-28CB-C4BF33CF8C65}"/>
          </ac:spMkLst>
        </pc:spChg>
        <pc:spChg chg="mod">
          <ac:chgData name="Mayu Ninagawa (蜷川 真優 GE)" userId="15d22be4-2d84-414d-ac66-ca09a50eae87" providerId="ADAL" clId="{2A43D1C7-C612-4547-BA11-3049DC01C97C}" dt="2026-01-29T08:54:41.356" v="6852"/>
          <ac:spMkLst>
            <pc:docMk/>
            <pc:sldMk cId="83537986" sldId="391"/>
            <ac:spMk id="529" creationId="{9B3FFA85-EEB3-BA43-33A7-DA95E95BB84B}"/>
          </ac:spMkLst>
        </pc:spChg>
        <pc:spChg chg="mod">
          <ac:chgData name="Mayu Ninagawa (蜷川 真優 GE)" userId="15d22be4-2d84-414d-ac66-ca09a50eae87" providerId="ADAL" clId="{2A43D1C7-C612-4547-BA11-3049DC01C97C}" dt="2026-01-29T08:54:41.356" v="6852"/>
          <ac:spMkLst>
            <pc:docMk/>
            <pc:sldMk cId="83537986" sldId="391"/>
            <ac:spMk id="531" creationId="{ADD66341-A0E4-0356-36C0-C0DAC7190188}"/>
          </ac:spMkLst>
        </pc:spChg>
        <pc:spChg chg="mod">
          <ac:chgData name="Mayu Ninagawa (蜷川 真優 GE)" userId="15d22be4-2d84-414d-ac66-ca09a50eae87" providerId="ADAL" clId="{2A43D1C7-C612-4547-BA11-3049DC01C97C}" dt="2026-01-29T08:54:41.356" v="6852"/>
          <ac:spMkLst>
            <pc:docMk/>
            <pc:sldMk cId="83537986" sldId="391"/>
            <ac:spMk id="532" creationId="{AB84FA0D-03B5-2580-3C0F-9DB1907954DA}"/>
          </ac:spMkLst>
        </pc:spChg>
        <pc:spChg chg="mod">
          <ac:chgData name="Mayu Ninagawa (蜷川 真優 GE)" userId="15d22be4-2d84-414d-ac66-ca09a50eae87" providerId="ADAL" clId="{2A43D1C7-C612-4547-BA11-3049DC01C97C}" dt="2026-01-29T08:54:41.356" v="6852"/>
          <ac:spMkLst>
            <pc:docMk/>
            <pc:sldMk cId="83537986" sldId="391"/>
            <ac:spMk id="533" creationId="{E07EFC49-4A04-3BE2-86E9-DF68187CEF7C}"/>
          </ac:spMkLst>
        </pc:spChg>
        <pc:spChg chg="mod">
          <ac:chgData name="Mayu Ninagawa (蜷川 真優 GE)" userId="15d22be4-2d84-414d-ac66-ca09a50eae87" providerId="ADAL" clId="{2A43D1C7-C612-4547-BA11-3049DC01C97C}" dt="2026-01-29T08:54:41.356" v="6852"/>
          <ac:spMkLst>
            <pc:docMk/>
            <pc:sldMk cId="83537986" sldId="391"/>
            <ac:spMk id="534" creationId="{8B3EF616-0EFC-377C-FB1E-FAB12BB6DAE0}"/>
          </ac:spMkLst>
        </pc:spChg>
        <pc:spChg chg="mod">
          <ac:chgData name="Mayu Ninagawa (蜷川 真優 GE)" userId="15d22be4-2d84-414d-ac66-ca09a50eae87" providerId="ADAL" clId="{2A43D1C7-C612-4547-BA11-3049DC01C97C}" dt="2026-01-29T08:54:41.356" v="6852"/>
          <ac:spMkLst>
            <pc:docMk/>
            <pc:sldMk cId="83537986" sldId="391"/>
            <ac:spMk id="535" creationId="{C97E5E9C-1A9F-344E-C68E-DEF219E01156}"/>
          </ac:spMkLst>
        </pc:spChg>
        <pc:spChg chg="mod">
          <ac:chgData name="Mayu Ninagawa (蜷川 真優 GE)" userId="15d22be4-2d84-414d-ac66-ca09a50eae87" providerId="ADAL" clId="{2A43D1C7-C612-4547-BA11-3049DC01C97C}" dt="2026-01-29T08:54:41.356" v="6852"/>
          <ac:spMkLst>
            <pc:docMk/>
            <pc:sldMk cId="83537986" sldId="391"/>
            <ac:spMk id="536" creationId="{E2C372DB-8DA7-9089-E9D2-10427EE796C9}"/>
          </ac:spMkLst>
        </pc:spChg>
        <pc:spChg chg="mod">
          <ac:chgData name="Mayu Ninagawa (蜷川 真優 GE)" userId="15d22be4-2d84-414d-ac66-ca09a50eae87" providerId="ADAL" clId="{2A43D1C7-C612-4547-BA11-3049DC01C97C}" dt="2026-01-29T08:54:41.356" v="6852"/>
          <ac:spMkLst>
            <pc:docMk/>
            <pc:sldMk cId="83537986" sldId="391"/>
            <ac:spMk id="537" creationId="{C8985A73-3325-0CCA-FD9D-B5C72FAEAC2A}"/>
          </ac:spMkLst>
        </pc:spChg>
        <pc:spChg chg="mod">
          <ac:chgData name="Mayu Ninagawa (蜷川 真優 GE)" userId="15d22be4-2d84-414d-ac66-ca09a50eae87" providerId="ADAL" clId="{2A43D1C7-C612-4547-BA11-3049DC01C97C}" dt="2026-01-29T08:54:41.356" v="6852"/>
          <ac:spMkLst>
            <pc:docMk/>
            <pc:sldMk cId="83537986" sldId="391"/>
            <ac:spMk id="538" creationId="{B0A3DE3D-FA38-4B7D-2B46-357590B9CEDC}"/>
          </ac:spMkLst>
        </pc:spChg>
        <pc:spChg chg="mod">
          <ac:chgData name="Mayu Ninagawa (蜷川 真優 GE)" userId="15d22be4-2d84-414d-ac66-ca09a50eae87" providerId="ADAL" clId="{2A43D1C7-C612-4547-BA11-3049DC01C97C}" dt="2026-01-29T08:54:41.356" v="6852"/>
          <ac:spMkLst>
            <pc:docMk/>
            <pc:sldMk cId="83537986" sldId="391"/>
            <ac:spMk id="539" creationId="{5BAB6648-7F0A-6545-DC31-98F5AE56B4A8}"/>
          </ac:spMkLst>
        </pc:spChg>
        <pc:spChg chg="mod">
          <ac:chgData name="Mayu Ninagawa (蜷川 真優 GE)" userId="15d22be4-2d84-414d-ac66-ca09a50eae87" providerId="ADAL" clId="{2A43D1C7-C612-4547-BA11-3049DC01C97C}" dt="2026-01-29T08:54:41.356" v="6852"/>
          <ac:spMkLst>
            <pc:docMk/>
            <pc:sldMk cId="83537986" sldId="391"/>
            <ac:spMk id="540" creationId="{54E07F3D-0C2C-EB51-CDEF-270EFF1B41B4}"/>
          </ac:spMkLst>
        </pc:spChg>
        <pc:spChg chg="mod">
          <ac:chgData name="Mayu Ninagawa (蜷川 真優 GE)" userId="15d22be4-2d84-414d-ac66-ca09a50eae87" providerId="ADAL" clId="{2A43D1C7-C612-4547-BA11-3049DC01C97C}" dt="2026-01-29T08:54:41.356" v="6852"/>
          <ac:spMkLst>
            <pc:docMk/>
            <pc:sldMk cId="83537986" sldId="391"/>
            <ac:spMk id="541" creationId="{11935062-13E5-C677-F580-04BFA1E6B40C}"/>
          </ac:spMkLst>
        </pc:spChg>
        <pc:spChg chg="mod">
          <ac:chgData name="Mayu Ninagawa (蜷川 真優 GE)" userId="15d22be4-2d84-414d-ac66-ca09a50eae87" providerId="ADAL" clId="{2A43D1C7-C612-4547-BA11-3049DC01C97C}" dt="2026-01-29T08:54:41.356" v="6852"/>
          <ac:spMkLst>
            <pc:docMk/>
            <pc:sldMk cId="83537986" sldId="391"/>
            <ac:spMk id="542" creationId="{318EBD4F-BA1A-C7A5-4F12-B010584FD56A}"/>
          </ac:spMkLst>
        </pc:spChg>
        <pc:spChg chg="mod">
          <ac:chgData name="Mayu Ninagawa (蜷川 真優 GE)" userId="15d22be4-2d84-414d-ac66-ca09a50eae87" providerId="ADAL" clId="{2A43D1C7-C612-4547-BA11-3049DC01C97C}" dt="2026-01-29T08:54:41.356" v="6852"/>
          <ac:spMkLst>
            <pc:docMk/>
            <pc:sldMk cId="83537986" sldId="391"/>
            <ac:spMk id="543" creationId="{84C8B423-4D00-26D5-70C8-65346EA26F0A}"/>
          </ac:spMkLst>
        </pc:spChg>
        <pc:spChg chg="mod">
          <ac:chgData name="Mayu Ninagawa (蜷川 真優 GE)" userId="15d22be4-2d84-414d-ac66-ca09a50eae87" providerId="ADAL" clId="{2A43D1C7-C612-4547-BA11-3049DC01C97C}" dt="2026-01-29T08:54:41.356" v="6852"/>
          <ac:spMkLst>
            <pc:docMk/>
            <pc:sldMk cId="83537986" sldId="391"/>
            <ac:spMk id="545" creationId="{68B77C75-56D8-B1F9-C89C-9C9041FD1367}"/>
          </ac:spMkLst>
        </pc:spChg>
        <pc:spChg chg="mod">
          <ac:chgData name="Mayu Ninagawa (蜷川 真優 GE)" userId="15d22be4-2d84-414d-ac66-ca09a50eae87" providerId="ADAL" clId="{2A43D1C7-C612-4547-BA11-3049DC01C97C}" dt="2026-01-29T08:54:41.356" v="6852"/>
          <ac:spMkLst>
            <pc:docMk/>
            <pc:sldMk cId="83537986" sldId="391"/>
            <ac:spMk id="547" creationId="{084A84DB-87AB-36F6-71E9-607418E17AEC}"/>
          </ac:spMkLst>
        </pc:spChg>
        <pc:spChg chg="mod">
          <ac:chgData name="Mayu Ninagawa (蜷川 真優 GE)" userId="15d22be4-2d84-414d-ac66-ca09a50eae87" providerId="ADAL" clId="{2A43D1C7-C612-4547-BA11-3049DC01C97C}" dt="2026-01-29T08:54:41.356" v="6852"/>
          <ac:spMkLst>
            <pc:docMk/>
            <pc:sldMk cId="83537986" sldId="391"/>
            <ac:spMk id="549" creationId="{B4A41B3E-A6DA-291E-67CE-8185D62B40A2}"/>
          </ac:spMkLst>
        </pc:spChg>
        <pc:spChg chg="mod">
          <ac:chgData name="Mayu Ninagawa (蜷川 真優 GE)" userId="15d22be4-2d84-414d-ac66-ca09a50eae87" providerId="ADAL" clId="{2A43D1C7-C612-4547-BA11-3049DC01C97C}" dt="2026-01-29T08:54:41.356" v="6852"/>
          <ac:spMkLst>
            <pc:docMk/>
            <pc:sldMk cId="83537986" sldId="391"/>
            <ac:spMk id="550" creationId="{D1B3A3E7-4D81-9F99-B174-C0408F4808A7}"/>
          </ac:spMkLst>
        </pc:spChg>
        <pc:spChg chg="mod">
          <ac:chgData name="Mayu Ninagawa (蜷川 真優 GE)" userId="15d22be4-2d84-414d-ac66-ca09a50eae87" providerId="ADAL" clId="{2A43D1C7-C612-4547-BA11-3049DC01C97C}" dt="2026-01-29T08:54:41.356" v="6852"/>
          <ac:spMkLst>
            <pc:docMk/>
            <pc:sldMk cId="83537986" sldId="391"/>
            <ac:spMk id="551" creationId="{06E79727-9615-E2A5-2A17-649D75F2380E}"/>
          </ac:spMkLst>
        </pc:spChg>
        <pc:spChg chg="mod">
          <ac:chgData name="Mayu Ninagawa (蜷川 真優 GE)" userId="15d22be4-2d84-414d-ac66-ca09a50eae87" providerId="ADAL" clId="{2A43D1C7-C612-4547-BA11-3049DC01C97C}" dt="2026-01-29T08:54:41.356" v="6852"/>
          <ac:spMkLst>
            <pc:docMk/>
            <pc:sldMk cId="83537986" sldId="391"/>
            <ac:spMk id="552" creationId="{F60C0CF9-B695-87D3-2A45-ED708FA415DF}"/>
          </ac:spMkLst>
        </pc:spChg>
        <pc:spChg chg="mod">
          <ac:chgData name="Mayu Ninagawa (蜷川 真優 GE)" userId="15d22be4-2d84-414d-ac66-ca09a50eae87" providerId="ADAL" clId="{2A43D1C7-C612-4547-BA11-3049DC01C97C}" dt="2026-01-29T08:54:41.356" v="6852"/>
          <ac:spMkLst>
            <pc:docMk/>
            <pc:sldMk cId="83537986" sldId="391"/>
            <ac:spMk id="553" creationId="{C42506DE-0C79-63E4-F389-588C79FAB754}"/>
          </ac:spMkLst>
        </pc:spChg>
        <pc:spChg chg="add mod">
          <ac:chgData name="Mayu Ninagawa (蜷川 真優 GE)" userId="15d22be4-2d84-414d-ac66-ca09a50eae87" providerId="ADAL" clId="{2A43D1C7-C612-4547-BA11-3049DC01C97C}" dt="2026-01-29T09:18:35.839" v="7895" actId="1076"/>
          <ac:spMkLst>
            <pc:docMk/>
            <pc:sldMk cId="83537986" sldId="391"/>
            <ac:spMk id="554" creationId="{D89BDB6F-7A55-4DB3-3EF9-AC270D83F312}"/>
          </ac:spMkLst>
        </pc:spChg>
        <pc:spChg chg="add mod ord">
          <ac:chgData name="Mayu Ninagawa (蜷川 真優 GE)" userId="15d22be4-2d84-414d-ac66-ca09a50eae87" providerId="ADAL" clId="{2A43D1C7-C612-4547-BA11-3049DC01C97C}" dt="2026-01-29T09:23:50.771" v="8015" actId="166"/>
          <ac:spMkLst>
            <pc:docMk/>
            <pc:sldMk cId="83537986" sldId="391"/>
            <ac:spMk id="556" creationId="{E63654C4-1B10-6D9B-B9DC-A5D79CAB1F7A}"/>
          </ac:spMkLst>
        </pc:spChg>
        <pc:spChg chg="mod">
          <ac:chgData name="Mayu Ninagawa (蜷川 真優 GE)" userId="15d22be4-2d84-414d-ac66-ca09a50eae87" providerId="ADAL" clId="{2A43D1C7-C612-4547-BA11-3049DC01C97C}" dt="2026-01-29T09:06:41.747" v="7348"/>
          <ac:spMkLst>
            <pc:docMk/>
            <pc:sldMk cId="83537986" sldId="391"/>
            <ac:spMk id="558" creationId="{3694DA9F-8F12-0715-37C1-C417E6C6CD71}"/>
          </ac:spMkLst>
        </pc:spChg>
        <pc:spChg chg="mod">
          <ac:chgData name="Mayu Ninagawa (蜷川 真優 GE)" userId="15d22be4-2d84-414d-ac66-ca09a50eae87" providerId="ADAL" clId="{2A43D1C7-C612-4547-BA11-3049DC01C97C}" dt="2026-01-29T09:06:41.747" v="7348"/>
          <ac:spMkLst>
            <pc:docMk/>
            <pc:sldMk cId="83537986" sldId="391"/>
            <ac:spMk id="559" creationId="{CCC630C7-B27F-1791-5161-4F9D276A7ACE}"/>
          </ac:spMkLst>
        </pc:spChg>
        <pc:spChg chg="mod">
          <ac:chgData name="Mayu Ninagawa (蜷川 真優 GE)" userId="15d22be4-2d84-414d-ac66-ca09a50eae87" providerId="ADAL" clId="{2A43D1C7-C612-4547-BA11-3049DC01C97C}" dt="2026-01-29T09:06:41.747" v="7348"/>
          <ac:spMkLst>
            <pc:docMk/>
            <pc:sldMk cId="83537986" sldId="391"/>
            <ac:spMk id="560" creationId="{308BDDEA-4E60-31AB-7EC9-558153D006C1}"/>
          </ac:spMkLst>
        </pc:spChg>
        <pc:spChg chg="mod">
          <ac:chgData name="Mayu Ninagawa (蜷川 真優 GE)" userId="15d22be4-2d84-414d-ac66-ca09a50eae87" providerId="ADAL" clId="{2A43D1C7-C612-4547-BA11-3049DC01C97C}" dt="2026-01-29T09:06:41.747" v="7348"/>
          <ac:spMkLst>
            <pc:docMk/>
            <pc:sldMk cId="83537986" sldId="391"/>
            <ac:spMk id="561" creationId="{882AD475-076D-5C5A-AF83-FE18BA67ACDF}"/>
          </ac:spMkLst>
        </pc:spChg>
        <pc:spChg chg="add del mod">
          <ac:chgData name="Mayu Ninagawa (蜷川 真優 GE)" userId="15d22be4-2d84-414d-ac66-ca09a50eae87" providerId="ADAL" clId="{2A43D1C7-C612-4547-BA11-3049DC01C97C}" dt="2026-01-29T08:54:44.601" v="6853" actId="478"/>
          <ac:spMkLst>
            <pc:docMk/>
            <pc:sldMk cId="83537986" sldId="391"/>
            <ac:spMk id="562" creationId="{2366B5F4-BB8A-2DDA-39FA-BCB7CC4470EB}"/>
          </ac:spMkLst>
        </pc:spChg>
        <pc:spChg chg="add del mod">
          <ac:chgData name="Mayu Ninagawa (蜷川 真優 GE)" userId="15d22be4-2d84-414d-ac66-ca09a50eae87" providerId="ADAL" clId="{2A43D1C7-C612-4547-BA11-3049DC01C97C}" dt="2026-01-29T08:54:44.601" v="6853" actId="478"/>
          <ac:spMkLst>
            <pc:docMk/>
            <pc:sldMk cId="83537986" sldId="391"/>
            <ac:spMk id="563" creationId="{7D816DC9-5A14-7858-E458-C4B62100F534}"/>
          </ac:spMkLst>
        </pc:spChg>
        <pc:spChg chg="mod">
          <ac:chgData name="Mayu Ninagawa (蜷川 真優 GE)" userId="15d22be4-2d84-414d-ac66-ca09a50eae87" providerId="ADAL" clId="{2A43D1C7-C612-4547-BA11-3049DC01C97C}" dt="2026-01-29T09:06:41.747" v="7348"/>
          <ac:spMkLst>
            <pc:docMk/>
            <pc:sldMk cId="83537986" sldId="391"/>
            <ac:spMk id="564" creationId="{3CD6D535-BD7A-53DE-6AFF-1E11E23135C8}"/>
          </ac:spMkLst>
        </pc:spChg>
        <pc:spChg chg="mod">
          <ac:chgData name="Mayu Ninagawa (蜷川 真優 GE)" userId="15d22be4-2d84-414d-ac66-ca09a50eae87" providerId="ADAL" clId="{2A43D1C7-C612-4547-BA11-3049DC01C97C}" dt="2026-01-29T09:06:41.747" v="7348"/>
          <ac:spMkLst>
            <pc:docMk/>
            <pc:sldMk cId="83537986" sldId="391"/>
            <ac:spMk id="776" creationId="{4D63C7AC-756D-7FE9-981C-E4614A40AD6F}"/>
          </ac:spMkLst>
        </pc:spChg>
        <pc:spChg chg="mod">
          <ac:chgData name="Mayu Ninagawa (蜷川 真優 GE)" userId="15d22be4-2d84-414d-ac66-ca09a50eae87" providerId="ADAL" clId="{2A43D1C7-C612-4547-BA11-3049DC01C97C}" dt="2026-01-29T09:06:41.747" v="7348"/>
          <ac:spMkLst>
            <pc:docMk/>
            <pc:sldMk cId="83537986" sldId="391"/>
            <ac:spMk id="778" creationId="{D3D520F4-643A-5CE6-B1AC-D03051603063}"/>
          </ac:spMkLst>
        </pc:spChg>
        <pc:spChg chg="mod">
          <ac:chgData name="Mayu Ninagawa (蜷川 真優 GE)" userId="15d22be4-2d84-414d-ac66-ca09a50eae87" providerId="ADAL" clId="{2A43D1C7-C612-4547-BA11-3049DC01C97C}" dt="2026-01-29T09:06:41.747" v="7348"/>
          <ac:spMkLst>
            <pc:docMk/>
            <pc:sldMk cId="83537986" sldId="391"/>
            <ac:spMk id="782" creationId="{0459C993-63C4-A3B7-6012-098C180ECC77}"/>
          </ac:spMkLst>
        </pc:spChg>
        <pc:spChg chg="mod">
          <ac:chgData name="Mayu Ninagawa (蜷川 真優 GE)" userId="15d22be4-2d84-414d-ac66-ca09a50eae87" providerId="ADAL" clId="{2A43D1C7-C612-4547-BA11-3049DC01C97C}" dt="2026-01-29T09:06:41.747" v="7348"/>
          <ac:spMkLst>
            <pc:docMk/>
            <pc:sldMk cId="83537986" sldId="391"/>
            <ac:spMk id="783" creationId="{85EF03B6-1892-E4EA-3E03-BFA962FEE12A}"/>
          </ac:spMkLst>
        </pc:spChg>
        <pc:spChg chg="mod">
          <ac:chgData name="Mayu Ninagawa (蜷川 真優 GE)" userId="15d22be4-2d84-414d-ac66-ca09a50eae87" providerId="ADAL" clId="{2A43D1C7-C612-4547-BA11-3049DC01C97C}" dt="2026-01-29T09:06:41.747" v="7348"/>
          <ac:spMkLst>
            <pc:docMk/>
            <pc:sldMk cId="83537986" sldId="391"/>
            <ac:spMk id="785" creationId="{1BBAA57D-BB73-A2A5-DFD9-7C70A11E1E24}"/>
          </ac:spMkLst>
        </pc:spChg>
        <pc:spChg chg="mod">
          <ac:chgData name="Mayu Ninagawa (蜷川 真優 GE)" userId="15d22be4-2d84-414d-ac66-ca09a50eae87" providerId="ADAL" clId="{2A43D1C7-C612-4547-BA11-3049DC01C97C}" dt="2026-01-29T09:06:41.747" v="7348"/>
          <ac:spMkLst>
            <pc:docMk/>
            <pc:sldMk cId="83537986" sldId="391"/>
            <ac:spMk id="786" creationId="{7329F1B2-CCF7-7DF3-2B14-11BF819BBCA0}"/>
          </ac:spMkLst>
        </pc:spChg>
        <pc:spChg chg="mod">
          <ac:chgData name="Mayu Ninagawa (蜷川 真優 GE)" userId="15d22be4-2d84-414d-ac66-ca09a50eae87" providerId="ADAL" clId="{2A43D1C7-C612-4547-BA11-3049DC01C97C}" dt="2026-01-29T09:06:41.747" v="7348"/>
          <ac:spMkLst>
            <pc:docMk/>
            <pc:sldMk cId="83537986" sldId="391"/>
            <ac:spMk id="787" creationId="{C9F406D7-D168-5D78-940B-886DBA5EB17B}"/>
          </ac:spMkLst>
        </pc:spChg>
        <pc:spChg chg="mod">
          <ac:chgData name="Mayu Ninagawa (蜷川 真優 GE)" userId="15d22be4-2d84-414d-ac66-ca09a50eae87" providerId="ADAL" clId="{2A43D1C7-C612-4547-BA11-3049DC01C97C}" dt="2026-01-29T09:06:41.747" v="7348"/>
          <ac:spMkLst>
            <pc:docMk/>
            <pc:sldMk cId="83537986" sldId="391"/>
            <ac:spMk id="788" creationId="{EA62ECD7-7F23-86DA-112B-BD277E76164A}"/>
          </ac:spMkLst>
        </pc:spChg>
        <pc:spChg chg="mod">
          <ac:chgData name="Mayu Ninagawa (蜷川 真優 GE)" userId="15d22be4-2d84-414d-ac66-ca09a50eae87" providerId="ADAL" clId="{2A43D1C7-C612-4547-BA11-3049DC01C97C}" dt="2026-01-29T09:06:41.747" v="7348"/>
          <ac:spMkLst>
            <pc:docMk/>
            <pc:sldMk cId="83537986" sldId="391"/>
            <ac:spMk id="789" creationId="{BC841E0D-176A-97AF-0C51-033355A68F3B}"/>
          </ac:spMkLst>
        </pc:spChg>
        <pc:spChg chg="mod">
          <ac:chgData name="Mayu Ninagawa (蜷川 真優 GE)" userId="15d22be4-2d84-414d-ac66-ca09a50eae87" providerId="ADAL" clId="{2A43D1C7-C612-4547-BA11-3049DC01C97C}" dt="2026-01-29T09:06:41.747" v="7348"/>
          <ac:spMkLst>
            <pc:docMk/>
            <pc:sldMk cId="83537986" sldId="391"/>
            <ac:spMk id="790" creationId="{1DFBE526-0C4F-28AA-8E47-FAF881D0BBAB}"/>
          </ac:spMkLst>
        </pc:spChg>
        <pc:spChg chg="mod">
          <ac:chgData name="Mayu Ninagawa (蜷川 真優 GE)" userId="15d22be4-2d84-414d-ac66-ca09a50eae87" providerId="ADAL" clId="{2A43D1C7-C612-4547-BA11-3049DC01C97C}" dt="2026-01-29T09:06:41.747" v="7348"/>
          <ac:spMkLst>
            <pc:docMk/>
            <pc:sldMk cId="83537986" sldId="391"/>
            <ac:spMk id="791" creationId="{4926CEFE-4A4E-EF5E-A410-0221503047E8}"/>
          </ac:spMkLst>
        </pc:spChg>
        <pc:spChg chg="mod">
          <ac:chgData name="Mayu Ninagawa (蜷川 真優 GE)" userId="15d22be4-2d84-414d-ac66-ca09a50eae87" providerId="ADAL" clId="{2A43D1C7-C612-4547-BA11-3049DC01C97C}" dt="2026-01-29T09:06:41.747" v="7348"/>
          <ac:spMkLst>
            <pc:docMk/>
            <pc:sldMk cId="83537986" sldId="391"/>
            <ac:spMk id="792" creationId="{29D2A552-16D5-88FA-2EE8-8BA05DEDA71C}"/>
          </ac:spMkLst>
        </pc:spChg>
        <pc:spChg chg="mod">
          <ac:chgData name="Mayu Ninagawa (蜷川 真優 GE)" userId="15d22be4-2d84-414d-ac66-ca09a50eae87" providerId="ADAL" clId="{2A43D1C7-C612-4547-BA11-3049DC01C97C}" dt="2026-01-29T09:06:41.747" v="7348"/>
          <ac:spMkLst>
            <pc:docMk/>
            <pc:sldMk cId="83537986" sldId="391"/>
            <ac:spMk id="793" creationId="{9C8F5043-227D-1237-642A-CEC87DEB452C}"/>
          </ac:spMkLst>
        </pc:spChg>
        <pc:spChg chg="mod">
          <ac:chgData name="Mayu Ninagawa (蜷川 真優 GE)" userId="15d22be4-2d84-414d-ac66-ca09a50eae87" providerId="ADAL" clId="{2A43D1C7-C612-4547-BA11-3049DC01C97C}" dt="2026-01-29T09:06:41.747" v="7348"/>
          <ac:spMkLst>
            <pc:docMk/>
            <pc:sldMk cId="83537986" sldId="391"/>
            <ac:spMk id="794" creationId="{B65CEA7F-0AAE-12DE-938F-8EBAFE686972}"/>
          </ac:spMkLst>
        </pc:spChg>
        <pc:spChg chg="mod topLvl">
          <ac:chgData name="Mayu Ninagawa (蜷川 真優 GE)" userId="15d22be4-2d84-414d-ac66-ca09a50eae87" providerId="ADAL" clId="{2A43D1C7-C612-4547-BA11-3049DC01C97C}" dt="2026-01-29T09:21:47.258" v="8000" actId="164"/>
          <ac:spMkLst>
            <pc:docMk/>
            <pc:sldMk cId="83537986" sldId="391"/>
            <ac:spMk id="796" creationId="{9EA75154-2536-DFF0-2BAA-5914493F1CA6}"/>
          </ac:spMkLst>
        </pc:spChg>
        <pc:spChg chg="mod topLvl">
          <ac:chgData name="Mayu Ninagawa (蜷川 真優 GE)" userId="15d22be4-2d84-414d-ac66-ca09a50eae87" providerId="ADAL" clId="{2A43D1C7-C612-4547-BA11-3049DC01C97C}" dt="2026-01-29T09:21:47.258" v="8000" actId="164"/>
          <ac:spMkLst>
            <pc:docMk/>
            <pc:sldMk cId="83537986" sldId="391"/>
            <ac:spMk id="797" creationId="{4EA4C974-266F-2B82-3E89-121605EBC9F2}"/>
          </ac:spMkLst>
        </pc:spChg>
        <pc:spChg chg="del mod topLvl">
          <ac:chgData name="Mayu Ninagawa (蜷川 真優 GE)" userId="15d22be4-2d84-414d-ac66-ca09a50eae87" providerId="ADAL" clId="{2A43D1C7-C612-4547-BA11-3049DC01C97C}" dt="2026-01-29T09:21:05.163" v="7996"/>
          <ac:spMkLst>
            <pc:docMk/>
            <pc:sldMk cId="83537986" sldId="391"/>
            <ac:spMk id="798" creationId="{8C8B2E6E-2A5F-01FA-D59D-0019F079BD39}"/>
          </ac:spMkLst>
        </pc:spChg>
        <pc:spChg chg="del mod topLvl">
          <ac:chgData name="Mayu Ninagawa (蜷川 真優 GE)" userId="15d22be4-2d84-414d-ac66-ca09a50eae87" providerId="ADAL" clId="{2A43D1C7-C612-4547-BA11-3049DC01C97C}" dt="2026-01-29T09:21:05.163" v="7996"/>
          <ac:spMkLst>
            <pc:docMk/>
            <pc:sldMk cId="83537986" sldId="391"/>
            <ac:spMk id="799" creationId="{49284492-5E38-DE80-4B44-C60923259BA3}"/>
          </ac:spMkLst>
        </pc:spChg>
        <pc:spChg chg="mod topLvl">
          <ac:chgData name="Mayu Ninagawa (蜷川 真優 GE)" userId="15d22be4-2d84-414d-ac66-ca09a50eae87" providerId="ADAL" clId="{2A43D1C7-C612-4547-BA11-3049DC01C97C}" dt="2026-01-29T09:21:47.258" v="8000" actId="164"/>
          <ac:spMkLst>
            <pc:docMk/>
            <pc:sldMk cId="83537986" sldId="391"/>
            <ac:spMk id="800" creationId="{659EAEBE-402A-D2A2-1E2B-173341FD944B}"/>
          </ac:spMkLst>
        </pc:spChg>
        <pc:spChg chg="mod topLvl">
          <ac:chgData name="Mayu Ninagawa (蜷川 真優 GE)" userId="15d22be4-2d84-414d-ac66-ca09a50eae87" providerId="ADAL" clId="{2A43D1C7-C612-4547-BA11-3049DC01C97C}" dt="2026-01-29T09:21:47.258" v="8000" actId="164"/>
          <ac:spMkLst>
            <pc:docMk/>
            <pc:sldMk cId="83537986" sldId="391"/>
            <ac:spMk id="801" creationId="{7075382C-6867-0EF6-1C78-5EC1D0D12103}"/>
          </ac:spMkLst>
        </pc:spChg>
        <pc:spChg chg="mod topLvl">
          <ac:chgData name="Mayu Ninagawa (蜷川 真優 GE)" userId="15d22be4-2d84-414d-ac66-ca09a50eae87" providerId="ADAL" clId="{2A43D1C7-C612-4547-BA11-3049DC01C97C}" dt="2026-01-29T09:21:47.258" v="8000" actId="164"/>
          <ac:spMkLst>
            <pc:docMk/>
            <pc:sldMk cId="83537986" sldId="391"/>
            <ac:spMk id="802" creationId="{1EBAC687-666C-671B-BC4A-6B9903D5D34A}"/>
          </ac:spMkLst>
        </pc:spChg>
        <pc:spChg chg="mod topLvl">
          <ac:chgData name="Mayu Ninagawa (蜷川 真優 GE)" userId="15d22be4-2d84-414d-ac66-ca09a50eae87" providerId="ADAL" clId="{2A43D1C7-C612-4547-BA11-3049DC01C97C}" dt="2026-01-29T09:21:47.258" v="8000" actId="164"/>
          <ac:spMkLst>
            <pc:docMk/>
            <pc:sldMk cId="83537986" sldId="391"/>
            <ac:spMk id="803" creationId="{4CDE6021-9E20-DF9B-2875-CC48F3EB0031}"/>
          </ac:spMkLst>
        </pc:spChg>
        <pc:spChg chg="mod topLvl">
          <ac:chgData name="Mayu Ninagawa (蜷川 真優 GE)" userId="15d22be4-2d84-414d-ac66-ca09a50eae87" providerId="ADAL" clId="{2A43D1C7-C612-4547-BA11-3049DC01C97C}" dt="2026-01-29T09:21:47.258" v="8000" actId="164"/>
          <ac:spMkLst>
            <pc:docMk/>
            <pc:sldMk cId="83537986" sldId="391"/>
            <ac:spMk id="804" creationId="{F65568D3-A867-89BC-1A41-2F96F932200E}"/>
          </ac:spMkLst>
        </pc:spChg>
        <pc:spChg chg="mod topLvl">
          <ac:chgData name="Mayu Ninagawa (蜷川 真優 GE)" userId="15d22be4-2d84-414d-ac66-ca09a50eae87" providerId="ADAL" clId="{2A43D1C7-C612-4547-BA11-3049DC01C97C}" dt="2026-01-29T09:21:47.258" v="8000" actId="164"/>
          <ac:spMkLst>
            <pc:docMk/>
            <pc:sldMk cId="83537986" sldId="391"/>
            <ac:spMk id="805" creationId="{0EE01253-D391-5D72-2C64-FEAD583C0C70}"/>
          </ac:spMkLst>
        </pc:spChg>
        <pc:spChg chg="mod topLvl">
          <ac:chgData name="Mayu Ninagawa (蜷川 真優 GE)" userId="15d22be4-2d84-414d-ac66-ca09a50eae87" providerId="ADAL" clId="{2A43D1C7-C612-4547-BA11-3049DC01C97C}" dt="2026-01-29T09:21:47.258" v="8000" actId="164"/>
          <ac:spMkLst>
            <pc:docMk/>
            <pc:sldMk cId="83537986" sldId="391"/>
            <ac:spMk id="806" creationId="{93077A56-0CC0-D979-A45B-2FF6E9207965}"/>
          </ac:spMkLst>
        </pc:spChg>
        <pc:spChg chg="mod topLvl">
          <ac:chgData name="Mayu Ninagawa (蜷川 真優 GE)" userId="15d22be4-2d84-414d-ac66-ca09a50eae87" providerId="ADAL" clId="{2A43D1C7-C612-4547-BA11-3049DC01C97C}" dt="2026-01-29T09:21:47.258" v="8000" actId="164"/>
          <ac:spMkLst>
            <pc:docMk/>
            <pc:sldMk cId="83537986" sldId="391"/>
            <ac:spMk id="807" creationId="{7F28BC47-2E90-DFB6-1427-35699835BE16}"/>
          </ac:spMkLst>
        </pc:spChg>
        <pc:spChg chg="mod topLvl">
          <ac:chgData name="Mayu Ninagawa (蜷川 真優 GE)" userId="15d22be4-2d84-414d-ac66-ca09a50eae87" providerId="ADAL" clId="{2A43D1C7-C612-4547-BA11-3049DC01C97C}" dt="2026-01-29T09:21:47.258" v="8000" actId="164"/>
          <ac:spMkLst>
            <pc:docMk/>
            <pc:sldMk cId="83537986" sldId="391"/>
            <ac:spMk id="808" creationId="{A63E30FF-358B-98F3-B1A0-DC47300D7AFE}"/>
          </ac:spMkLst>
        </pc:spChg>
        <pc:spChg chg="mod topLvl">
          <ac:chgData name="Mayu Ninagawa (蜷川 真優 GE)" userId="15d22be4-2d84-414d-ac66-ca09a50eae87" providerId="ADAL" clId="{2A43D1C7-C612-4547-BA11-3049DC01C97C}" dt="2026-01-29T09:21:47.258" v="8000" actId="164"/>
          <ac:spMkLst>
            <pc:docMk/>
            <pc:sldMk cId="83537986" sldId="391"/>
            <ac:spMk id="809" creationId="{EE6DAD9C-9E9C-1013-BDA9-35EF2F9C8FC7}"/>
          </ac:spMkLst>
        </pc:spChg>
        <pc:spChg chg="mod topLvl">
          <ac:chgData name="Mayu Ninagawa (蜷川 真優 GE)" userId="15d22be4-2d84-414d-ac66-ca09a50eae87" providerId="ADAL" clId="{2A43D1C7-C612-4547-BA11-3049DC01C97C}" dt="2026-01-29T09:21:47.258" v="8000" actId="164"/>
          <ac:spMkLst>
            <pc:docMk/>
            <pc:sldMk cId="83537986" sldId="391"/>
            <ac:spMk id="810" creationId="{773BF0D6-A814-0C3B-C6D1-69BC8D69E8D9}"/>
          </ac:spMkLst>
        </pc:spChg>
        <pc:spChg chg="mod topLvl">
          <ac:chgData name="Mayu Ninagawa (蜷川 真優 GE)" userId="15d22be4-2d84-414d-ac66-ca09a50eae87" providerId="ADAL" clId="{2A43D1C7-C612-4547-BA11-3049DC01C97C}" dt="2026-01-29T09:21:47.258" v="8000" actId="164"/>
          <ac:spMkLst>
            <pc:docMk/>
            <pc:sldMk cId="83537986" sldId="391"/>
            <ac:spMk id="811" creationId="{BB34A959-0485-5DCD-D31C-3640E0B422DE}"/>
          </ac:spMkLst>
        </pc:spChg>
        <pc:spChg chg="mod topLvl">
          <ac:chgData name="Mayu Ninagawa (蜷川 真優 GE)" userId="15d22be4-2d84-414d-ac66-ca09a50eae87" providerId="ADAL" clId="{2A43D1C7-C612-4547-BA11-3049DC01C97C}" dt="2026-01-29T09:21:47.258" v="8000" actId="164"/>
          <ac:spMkLst>
            <pc:docMk/>
            <pc:sldMk cId="83537986" sldId="391"/>
            <ac:spMk id="812" creationId="{3407BBB3-8B20-1A54-C9D0-12B1A772B956}"/>
          </ac:spMkLst>
        </pc:spChg>
        <pc:spChg chg="mod topLvl">
          <ac:chgData name="Mayu Ninagawa (蜷川 真優 GE)" userId="15d22be4-2d84-414d-ac66-ca09a50eae87" providerId="ADAL" clId="{2A43D1C7-C612-4547-BA11-3049DC01C97C}" dt="2026-01-29T09:21:47.258" v="8000" actId="164"/>
          <ac:spMkLst>
            <pc:docMk/>
            <pc:sldMk cId="83537986" sldId="391"/>
            <ac:spMk id="813" creationId="{3E2680DD-9E2F-AD4E-FD91-39DDBEFC6645}"/>
          </ac:spMkLst>
        </pc:spChg>
        <pc:spChg chg="mod topLvl">
          <ac:chgData name="Mayu Ninagawa (蜷川 真優 GE)" userId="15d22be4-2d84-414d-ac66-ca09a50eae87" providerId="ADAL" clId="{2A43D1C7-C612-4547-BA11-3049DC01C97C}" dt="2026-01-29T09:21:47.258" v="8000" actId="164"/>
          <ac:spMkLst>
            <pc:docMk/>
            <pc:sldMk cId="83537986" sldId="391"/>
            <ac:spMk id="814" creationId="{B61084F8-9A6E-B2C4-C35A-F8B68F43466E}"/>
          </ac:spMkLst>
        </pc:spChg>
        <pc:spChg chg="mod topLvl">
          <ac:chgData name="Mayu Ninagawa (蜷川 真優 GE)" userId="15d22be4-2d84-414d-ac66-ca09a50eae87" providerId="ADAL" clId="{2A43D1C7-C612-4547-BA11-3049DC01C97C}" dt="2026-01-29T09:21:47.258" v="8000" actId="164"/>
          <ac:spMkLst>
            <pc:docMk/>
            <pc:sldMk cId="83537986" sldId="391"/>
            <ac:spMk id="817" creationId="{53866ED9-FF44-688E-F7D5-DC914452402E}"/>
          </ac:spMkLst>
        </pc:spChg>
        <pc:spChg chg="mod topLvl">
          <ac:chgData name="Mayu Ninagawa (蜷川 真優 GE)" userId="15d22be4-2d84-414d-ac66-ca09a50eae87" providerId="ADAL" clId="{2A43D1C7-C612-4547-BA11-3049DC01C97C}" dt="2026-01-29T09:21:47.258" v="8000" actId="164"/>
          <ac:spMkLst>
            <pc:docMk/>
            <pc:sldMk cId="83537986" sldId="391"/>
            <ac:spMk id="818" creationId="{3532E86D-4D02-6CB2-B3A4-40C64E5C0CD0}"/>
          </ac:spMkLst>
        </pc:spChg>
        <pc:spChg chg="mod topLvl">
          <ac:chgData name="Mayu Ninagawa (蜷川 真優 GE)" userId="15d22be4-2d84-414d-ac66-ca09a50eae87" providerId="ADAL" clId="{2A43D1C7-C612-4547-BA11-3049DC01C97C}" dt="2026-01-29T09:21:47.258" v="8000" actId="164"/>
          <ac:spMkLst>
            <pc:docMk/>
            <pc:sldMk cId="83537986" sldId="391"/>
            <ac:spMk id="819" creationId="{C472F2BD-211E-2BAF-AE54-3F26660A44C7}"/>
          </ac:spMkLst>
        </pc:spChg>
        <pc:spChg chg="mod topLvl">
          <ac:chgData name="Mayu Ninagawa (蜷川 真優 GE)" userId="15d22be4-2d84-414d-ac66-ca09a50eae87" providerId="ADAL" clId="{2A43D1C7-C612-4547-BA11-3049DC01C97C}" dt="2026-01-29T09:21:47.258" v="8000" actId="164"/>
          <ac:spMkLst>
            <pc:docMk/>
            <pc:sldMk cId="83537986" sldId="391"/>
            <ac:spMk id="820" creationId="{42C8E38E-D0EA-9B64-421E-89E2706FE1BC}"/>
          </ac:spMkLst>
        </pc:spChg>
        <pc:spChg chg="mod topLvl">
          <ac:chgData name="Mayu Ninagawa (蜷川 真優 GE)" userId="15d22be4-2d84-414d-ac66-ca09a50eae87" providerId="ADAL" clId="{2A43D1C7-C612-4547-BA11-3049DC01C97C}" dt="2026-01-29T09:21:47.258" v="8000" actId="164"/>
          <ac:spMkLst>
            <pc:docMk/>
            <pc:sldMk cId="83537986" sldId="391"/>
            <ac:spMk id="821" creationId="{FF8244A7-708F-AB29-986A-6F8DAC87C0E0}"/>
          </ac:spMkLst>
        </pc:spChg>
        <pc:spChg chg="mod topLvl">
          <ac:chgData name="Mayu Ninagawa (蜷川 真優 GE)" userId="15d22be4-2d84-414d-ac66-ca09a50eae87" providerId="ADAL" clId="{2A43D1C7-C612-4547-BA11-3049DC01C97C}" dt="2026-01-29T09:21:47.258" v="8000" actId="164"/>
          <ac:spMkLst>
            <pc:docMk/>
            <pc:sldMk cId="83537986" sldId="391"/>
            <ac:spMk id="822" creationId="{83D8CBDC-1B29-3D5E-7E61-9BA63B45DA75}"/>
          </ac:spMkLst>
        </pc:spChg>
        <pc:spChg chg="mod topLvl">
          <ac:chgData name="Mayu Ninagawa (蜷川 真優 GE)" userId="15d22be4-2d84-414d-ac66-ca09a50eae87" providerId="ADAL" clId="{2A43D1C7-C612-4547-BA11-3049DC01C97C}" dt="2026-01-29T09:21:47.258" v="8000" actId="164"/>
          <ac:spMkLst>
            <pc:docMk/>
            <pc:sldMk cId="83537986" sldId="391"/>
            <ac:spMk id="823" creationId="{8DA48E59-C7EE-FA5B-E3F3-66E7F708A928}"/>
          </ac:spMkLst>
        </pc:spChg>
        <pc:spChg chg="mod topLvl">
          <ac:chgData name="Mayu Ninagawa (蜷川 真優 GE)" userId="15d22be4-2d84-414d-ac66-ca09a50eae87" providerId="ADAL" clId="{2A43D1C7-C612-4547-BA11-3049DC01C97C}" dt="2026-01-29T09:21:47.258" v="8000" actId="164"/>
          <ac:spMkLst>
            <pc:docMk/>
            <pc:sldMk cId="83537986" sldId="391"/>
            <ac:spMk id="824" creationId="{4C1C7D4F-9722-E6C4-AD88-9AA7150E691A}"/>
          </ac:spMkLst>
        </pc:spChg>
        <pc:spChg chg="mod topLvl">
          <ac:chgData name="Mayu Ninagawa (蜷川 真優 GE)" userId="15d22be4-2d84-414d-ac66-ca09a50eae87" providerId="ADAL" clId="{2A43D1C7-C612-4547-BA11-3049DC01C97C}" dt="2026-01-29T09:21:47.258" v="8000" actId="164"/>
          <ac:spMkLst>
            <pc:docMk/>
            <pc:sldMk cId="83537986" sldId="391"/>
            <ac:spMk id="825" creationId="{19DEB231-018A-B3E7-2D2B-4F177F7387E0}"/>
          </ac:spMkLst>
        </pc:spChg>
        <pc:spChg chg="mod topLvl">
          <ac:chgData name="Mayu Ninagawa (蜷川 真優 GE)" userId="15d22be4-2d84-414d-ac66-ca09a50eae87" providerId="ADAL" clId="{2A43D1C7-C612-4547-BA11-3049DC01C97C}" dt="2026-01-29T09:21:47.258" v="8000" actId="164"/>
          <ac:spMkLst>
            <pc:docMk/>
            <pc:sldMk cId="83537986" sldId="391"/>
            <ac:spMk id="826" creationId="{D517FA99-DE44-6138-A5DF-7B91345EC910}"/>
          </ac:spMkLst>
        </pc:spChg>
        <pc:spChg chg="mod topLvl">
          <ac:chgData name="Mayu Ninagawa (蜷川 真優 GE)" userId="15d22be4-2d84-414d-ac66-ca09a50eae87" providerId="ADAL" clId="{2A43D1C7-C612-4547-BA11-3049DC01C97C}" dt="2026-01-29T09:21:47.258" v="8000" actId="164"/>
          <ac:spMkLst>
            <pc:docMk/>
            <pc:sldMk cId="83537986" sldId="391"/>
            <ac:spMk id="827" creationId="{F2F66871-F11B-2EC7-CC67-7A19B64C329C}"/>
          </ac:spMkLst>
        </pc:spChg>
        <pc:spChg chg="mod topLvl">
          <ac:chgData name="Mayu Ninagawa (蜷川 真優 GE)" userId="15d22be4-2d84-414d-ac66-ca09a50eae87" providerId="ADAL" clId="{2A43D1C7-C612-4547-BA11-3049DC01C97C}" dt="2026-01-29T09:21:47.258" v="8000" actId="164"/>
          <ac:spMkLst>
            <pc:docMk/>
            <pc:sldMk cId="83537986" sldId="391"/>
            <ac:spMk id="828" creationId="{910CD2DD-B08C-7B60-5850-817704588370}"/>
          </ac:spMkLst>
        </pc:spChg>
        <pc:spChg chg="mod topLvl">
          <ac:chgData name="Mayu Ninagawa (蜷川 真優 GE)" userId="15d22be4-2d84-414d-ac66-ca09a50eae87" providerId="ADAL" clId="{2A43D1C7-C612-4547-BA11-3049DC01C97C}" dt="2026-01-29T09:21:47.258" v="8000" actId="164"/>
          <ac:spMkLst>
            <pc:docMk/>
            <pc:sldMk cId="83537986" sldId="391"/>
            <ac:spMk id="829" creationId="{D8D2E84E-C724-9A5A-F63B-55167FD4C398}"/>
          </ac:spMkLst>
        </pc:spChg>
        <pc:spChg chg="mod topLvl">
          <ac:chgData name="Mayu Ninagawa (蜷川 真優 GE)" userId="15d22be4-2d84-414d-ac66-ca09a50eae87" providerId="ADAL" clId="{2A43D1C7-C612-4547-BA11-3049DC01C97C}" dt="2026-01-29T09:21:47.258" v="8000" actId="164"/>
          <ac:spMkLst>
            <pc:docMk/>
            <pc:sldMk cId="83537986" sldId="391"/>
            <ac:spMk id="830" creationId="{22D70C65-8778-5205-0A48-FDF133375AF6}"/>
          </ac:spMkLst>
        </pc:spChg>
        <pc:spChg chg="mod topLvl">
          <ac:chgData name="Mayu Ninagawa (蜷川 真優 GE)" userId="15d22be4-2d84-414d-ac66-ca09a50eae87" providerId="ADAL" clId="{2A43D1C7-C612-4547-BA11-3049DC01C97C}" dt="2026-01-29T09:21:47.258" v="8000" actId="164"/>
          <ac:spMkLst>
            <pc:docMk/>
            <pc:sldMk cId="83537986" sldId="391"/>
            <ac:spMk id="831" creationId="{845B52ED-6C4C-B907-C091-58026D2761F8}"/>
          </ac:spMkLst>
        </pc:spChg>
        <pc:spChg chg="mod topLvl">
          <ac:chgData name="Mayu Ninagawa (蜷川 真優 GE)" userId="15d22be4-2d84-414d-ac66-ca09a50eae87" providerId="ADAL" clId="{2A43D1C7-C612-4547-BA11-3049DC01C97C}" dt="2026-01-29T09:21:47.258" v="8000" actId="164"/>
          <ac:spMkLst>
            <pc:docMk/>
            <pc:sldMk cId="83537986" sldId="391"/>
            <ac:spMk id="832" creationId="{12547277-D44D-C421-2B80-B5AAC5DE8752}"/>
          </ac:spMkLst>
        </pc:spChg>
        <pc:spChg chg="mod topLvl">
          <ac:chgData name="Mayu Ninagawa (蜷川 真優 GE)" userId="15d22be4-2d84-414d-ac66-ca09a50eae87" providerId="ADAL" clId="{2A43D1C7-C612-4547-BA11-3049DC01C97C}" dt="2026-01-29T09:21:47.258" v="8000" actId="164"/>
          <ac:spMkLst>
            <pc:docMk/>
            <pc:sldMk cId="83537986" sldId="391"/>
            <ac:spMk id="833" creationId="{632E1925-9700-A04B-F659-D6D1437E016F}"/>
          </ac:spMkLst>
        </pc:spChg>
        <pc:spChg chg="mod topLvl">
          <ac:chgData name="Mayu Ninagawa (蜷川 真優 GE)" userId="15d22be4-2d84-414d-ac66-ca09a50eae87" providerId="ADAL" clId="{2A43D1C7-C612-4547-BA11-3049DC01C97C}" dt="2026-01-29T09:21:47.258" v="8000" actId="164"/>
          <ac:spMkLst>
            <pc:docMk/>
            <pc:sldMk cId="83537986" sldId="391"/>
            <ac:spMk id="834" creationId="{B196D331-D5E4-22E5-B209-0F33FDFF62D8}"/>
          </ac:spMkLst>
        </pc:spChg>
        <pc:spChg chg="mod topLvl">
          <ac:chgData name="Mayu Ninagawa (蜷川 真優 GE)" userId="15d22be4-2d84-414d-ac66-ca09a50eae87" providerId="ADAL" clId="{2A43D1C7-C612-4547-BA11-3049DC01C97C}" dt="2026-01-29T09:21:47.258" v="8000" actId="164"/>
          <ac:spMkLst>
            <pc:docMk/>
            <pc:sldMk cId="83537986" sldId="391"/>
            <ac:spMk id="835" creationId="{9000AF07-A3BF-1FF2-03DB-2B2B670F98FA}"/>
          </ac:spMkLst>
        </pc:spChg>
        <pc:spChg chg="mod topLvl">
          <ac:chgData name="Mayu Ninagawa (蜷川 真優 GE)" userId="15d22be4-2d84-414d-ac66-ca09a50eae87" providerId="ADAL" clId="{2A43D1C7-C612-4547-BA11-3049DC01C97C}" dt="2026-01-29T09:21:47.258" v="8000" actId="164"/>
          <ac:spMkLst>
            <pc:docMk/>
            <pc:sldMk cId="83537986" sldId="391"/>
            <ac:spMk id="836" creationId="{040BA40E-DF29-A9DD-9440-B3AE4EA55E60}"/>
          </ac:spMkLst>
        </pc:spChg>
        <pc:spChg chg="mod topLvl">
          <ac:chgData name="Mayu Ninagawa (蜷川 真優 GE)" userId="15d22be4-2d84-414d-ac66-ca09a50eae87" providerId="ADAL" clId="{2A43D1C7-C612-4547-BA11-3049DC01C97C}" dt="2026-01-29T09:21:47.258" v="8000" actId="164"/>
          <ac:spMkLst>
            <pc:docMk/>
            <pc:sldMk cId="83537986" sldId="391"/>
            <ac:spMk id="837" creationId="{EB7E346E-C36A-0805-8FDD-EDFE1DB160F1}"/>
          </ac:spMkLst>
        </pc:spChg>
        <pc:spChg chg="mod topLvl">
          <ac:chgData name="Mayu Ninagawa (蜷川 真優 GE)" userId="15d22be4-2d84-414d-ac66-ca09a50eae87" providerId="ADAL" clId="{2A43D1C7-C612-4547-BA11-3049DC01C97C}" dt="2026-01-29T09:21:47.258" v="8000" actId="164"/>
          <ac:spMkLst>
            <pc:docMk/>
            <pc:sldMk cId="83537986" sldId="391"/>
            <ac:spMk id="838" creationId="{C0915EA1-EFCF-2833-FCC7-C5BB7C977C3B}"/>
          </ac:spMkLst>
        </pc:spChg>
        <pc:spChg chg="mod topLvl">
          <ac:chgData name="Mayu Ninagawa (蜷川 真優 GE)" userId="15d22be4-2d84-414d-ac66-ca09a50eae87" providerId="ADAL" clId="{2A43D1C7-C612-4547-BA11-3049DC01C97C}" dt="2026-01-29T09:21:47.258" v="8000" actId="164"/>
          <ac:spMkLst>
            <pc:docMk/>
            <pc:sldMk cId="83537986" sldId="391"/>
            <ac:spMk id="839" creationId="{A9B95829-11D5-33EF-21CA-CF10A3FD5B57}"/>
          </ac:spMkLst>
        </pc:spChg>
        <pc:spChg chg="mod topLvl">
          <ac:chgData name="Mayu Ninagawa (蜷川 真優 GE)" userId="15d22be4-2d84-414d-ac66-ca09a50eae87" providerId="ADAL" clId="{2A43D1C7-C612-4547-BA11-3049DC01C97C}" dt="2026-01-29T09:21:47.258" v="8000" actId="164"/>
          <ac:spMkLst>
            <pc:docMk/>
            <pc:sldMk cId="83537986" sldId="391"/>
            <ac:spMk id="840" creationId="{D8385D7E-B163-1DF1-B376-D478820ACAD9}"/>
          </ac:spMkLst>
        </pc:spChg>
        <pc:spChg chg="mod topLvl">
          <ac:chgData name="Mayu Ninagawa (蜷川 真優 GE)" userId="15d22be4-2d84-414d-ac66-ca09a50eae87" providerId="ADAL" clId="{2A43D1C7-C612-4547-BA11-3049DC01C97C}" dt="2026-01-29T09:21:47.258" v="8000" actId="164"/>
          <ac:spMkLst>
            <pc:docMk/>
            <pc:sldMk cId="83537986" sldId="391"/>
            <ac:spMk id="841" creationId="{B1E4A27A-A854-2600-1AED-C37F363C7AB8}"/>
          </ac:spMkLst>
        </pc:spChg>
        <pc:spChg chg="mod topLvl">
          <ac:chgData name="Mayu Ninagawa (蜷川 真優 GE)" userId="15d22be4-2d84-414d-ac66-ca09a50eae87" providerId="ADAL" clId="{2A43D1C7-C612-4547-BA11-3049DC01C97C}" dt="2026-01-29T09:21:47.258" v="8000" actId="164"/>
          <ac:spMkLst>
            <pc:docMk/>
            <pc:sldMk cId="83537986" sldId="391"/>
            <ac:spMk id="842" creationId="{2D5C0482-C678-53D1-CB07-93C78DEF7A84}"/>
          </ac:spMkLst>
        </pc:spChg>
        <pc:spChg chg="mod topLvl">
          <ac:chgData name="Mayu Ninagawa (蜷川 真優 GE)" userId="15d22be4-2d84-414d-ac66-ca09a50eae87" providerId="ADAL" clId="{2A43D1C7-C612-4547-BA11-3049DC01C97C}" dt="2026-01-29T09:21:47.258" v="8000" actId="164"/>
          <ac:spMkLst>
            <pc:docMk/>
            <pc:sldMk cId="83537986" sldId="391"/>
            <ac:spMk id="843" creationId="{9B682FFB-8CCE-03F8-F078-CBA8CEC8B6BF}"/>
          </ac:spMkLst>
        </pc:spChg>
        <pc:spChg chg="mod topLvl">
          <ac:chgData name="Mayu Ninagawa (蜷川 真優 GE)" userId="15d22be4-2d84-414d-ac66-ca09a50eae87" providerId="ADAL" clId="{2A43D1C7-C612-4547-BA11-3049DC01C97C}" dt="2026-01-29T09:21:47.258" v="8000" actId="164"/>
          <ac:spMkLst>
            <pc:docMk/>
            <pc:sldMk cId="83537986" sldId="391"/>
            <ac:spMk id="844" creationId="{1B6D5025-49FC-DF92-5A7D-071D74F7F5CF}"/>
          </ac:spMkLst>
        </pc:spChg>
        <pc:spChg chg="mod topLvl">
          <ac:chgData name="Mayu Ninagawa (蜷川 真優 GE)" userId="15d22be4-2d84-414d-ac66-ca09a50eae87" providerId="ADAL" clId="{2A43D1C7-C612-4547-BA11-3049DC01C97C}" dt="2026-01-29T09:21:47.258" v="8000" actId="164"/>
          <ac:spMkLst>
            <pc:docMk/>
            <pc:sldMk cId="83537986" sldId="391"/>
            <ac:spMk id="846" creationId="{E28C24F9-E962-DE66-326F-AA8C9B719718}"/>
          </ac:spMkLst>
        </pc:spChg>
        <pc:spChg chg="mod topLvl">
          <ac:chgData name="Mayu Ninagawa (蜷川 真優 GE)" userId="15d22be4-2d84-414d-ac66-ca09a50eae87" providerId="ADAL" clId="{2A43D1C7-C612-4547-BA11-3049DC01C97C}" dt="2026-01-29T09:21:47.258" v="8000" actId="164"/>
          <ac:spMkLst>
            <pc:docMk/>
            <pc:sldMk cId="83537986" sldId="391"/>
            <ac:spMk id="847" creationId="{907ED266-6C41-FF13-A30D-C336008D3D13}"/>
          </ac:spMkLst>
        </pc:spChg>
        <pc:spChg chg="mod topLvl">
          <ac:chgData name="Mayu Ninagawa (蜷川 真優 GE)" userId="15d22be4-2d84-414d-ac66-ca09a50eae87" providerId="ADAL" clId="{2A43D1C7-C612-4547-BA11-3049DC01C97C}" dt="2026-01-29T09:21:47.258" v="8000" actId="164"/>
          <ac:spMkLst>
            <pc:docMk/>
            <pc:sldMk cId="83537986" sldId="391"/>
            <ac:spMk id="848" creationId="{2B202DEB-5A56-FE48-302C-DAF7535F1B1B}"/>
          </ac:spMkLst>
        </pc:spChg>
        <pc:spChg chg="mod topLvl">
          <ac:chgData name="Mayu Ninagawa (蜷川 真優 GE)" userId="15d22be4-2d84-414d-ac66-ca09a50eae87" providerId="ADAL" clId="{2A43D1C7-C612-4547-BA11-3049DC01C97C}" dt="2026-01-29T09:21:47.258" v="8000" actId="164"/>
          <ac:spMkLst>
            <pc:docMk/>
            <pc:sldMk cId="83537986" sldId="391"/>
            <ac:spMk id="849" creationId="{50160422-BB01-2516-8661-85B760C5BB4D}"/>
          </ac:spMkLst>
        </pc:spChg>
        <pc:spChg chg="mod topLvl">
          <ac:chgData name="Mayu Ninagawa (蜷川 真優 GE)" userId="15d22be4-2d84-414d-ac66-ca09a50eae87" providerId="ADAL" clId="{2A43D1C7-C612-4547-BA11-3049DC01C97C}" dt="2026-01-29T09:21:47.258" v="8000" actId="164"/>
          <ac:spMkLst>
            <pc:docMk/>
            <pc:sldMk cId="83537986" sldId="391"/>
            <ac:spMk id="850" creationId="{31264423-2AE7-757F-7F21-02EE43CCB0CB}"/>
          </ac:spMkLst>
        </pc:spChg>
        <pc:spChg chg="mod topLvl">
          <ac:chgData name="Mayu Ninagawa (蜷川 真優 GE)" userId="15d22be4-2d84-414d-ac66-ca09a50eae87" providerId="ADAL" clId="{2A43D1C7-C612-4547-BA11-3049DC01C97C}" dt="2026-01-29T09:21:47.258" v="8000" actId="164"/>
          <ac:spMkLst>
            <pc:docMk/>
            <pc:sldMk cId="83537986" sldId="391"/>
            <ac:spMk id="851" creationId="{6A5BA9C5-0CE7-EE8E-5470-6F2CBEBAF2C4}"/>
          </ac:spMkLst>
        </pc:spChg>
        <pc:spChg chg="mod topLvl">
          <ac:chgData name="Mayu Ninagawa (蜷川 真優 GE)" userId="15d22be4-2d84-414d-ac66-ca09a50eae87" providerId="ADAL" clId="{2A43D1C7-C612-4547-BA11-3049DC01C97C}" dt="2026-01-29T09:21:47.258" v="8000" actId="164"/>
          <ac:spMkLst>
            <pc:docMk/>
            <pc:sldMk cId="83537986" sldId="391"/>
            <ac:spMk id="852" creationId="{35EB7808-F9B2-1960-2A3F-D575A36F2629}"/>
          </ac:spMkLst>
        </pc:spChg>
        <pc:spChg chg="mod topLvl">
          <ac:chgData name="Mayu Ninagawa (蜷川 真優 GE)" userId="15d22be4-2d84-414d-ac66-ca09a50eae87" providerId="ADAL" clId="{2A43D1C7-C612-4547-BA11-3049DC01C97C}" dt="2026-01-29T09:21:47.258" v="8000" actId="164"/>
          <ac:spMkLst>
            <pc:docMk/>
            <pc:sldMk cId="83537986" sldId="391"/>
            <ac:spMk id="853" creationId="{41526BDF-F874-695F-49D3-535970905643}"/>
          </ac:spMkLst>
        </pc:spChg>
        <pc:spChg chg="mod topLvl">
          <ac:chgData name="Mayu Ninagawa (蜷川 真優 GE)" userId="15d22be4-2d84-414d-ac66-ca09a50eae87" providerId="ADAL" clId="{2A43D1C7-C612-4547-BA11-3049DC01C97C}" dt="2026-01-29T09:22:36.380" v="8005" actId="14100"/>
          <ac:spMkLst>
            <pc:docMk/>
            <pc:sldMk cId="83537986" sldId="391"/>
            <ac:spMk id="854" creationId="{AA507875-D70F-83B0-0851-AFA8423CF173}"/>
          </ac:spMkLst>
        </pc:spChg>
        <pc:spChg chg="mod topLvl">
          <ac:chgData name="Mayu Ninagawa (蜷川 真優 GE)" userId="15d22be4-2d84-414d-ac66-ca09a50eae87" providerId="ADAL" clId="{2A43D1C7-C612-4547-BA11-3049DC01C97C}" dt="2026-01-29T09:21:47.258" v="8000" actId="164"/>
          <ac:spMkLst>
            <pc:docMk/>
            <pc:sldMk cId="83537986" sldId="391"/>
            <ac:spMk id="855" creationId="{58311645-4804-E8F5-4689-005EBB81A047}"/>
          </ac:spMkLst>
        </pc:spChg>
        <pc:spChg chg="mod topLvl">
          <ac:chgData name="Mayu Ninagawa (蜷川 真優 GE)" userId="15d22be4-2d84-414d-ac66-ca09a50eae87" providerId="ADAL" clId="{2A43D1C7-C612-4547-BA11-3049DC01C97C}" dt="2026-01-29T09:21:47.258" v="8000" actId="164"/>
          <ac:spMkLst>
            <pc:docMk/>
            <pc:sldMk cId="83537986" sldId="391"/>
            <ac:spMk id="856" creationId="{EA776083-4B49-23AC-EA51-2339B5F92679}"/>
          </ac:spMkLst>
        </pc:spChg>
        <pc:spChg chg="mod topLvl">
          <ac:chgData name="Mayu Ninagawa (蜷川 真優 GE)" userId="15d22be4-2d84-414d-ac66-ca09a50eae87" providerId="ADAL" clId="{2A43D1C7-C612-4547-BA11-3049DC01C97C}" dt="2026-01-29T09:21:47.258" v="8000" actId="164"/>
          <ac:spMkLst>
            <pc:docMk/>
            <pc:sldMk cId="83537986" sldId="391"/>
            <ac:spMk id="857" creationId="{5F672E0E-D638-B4C9-BA89-ED3212B27037}"/>
          </ac:spMkLst>
        </pc:spChg>
        <pc:spChg chg="mod topLvl">
          <ac:chgData name="Mayu Ninagawa (蜷川 真優 GE)" userId="15d22be4-2d84-414d-ac66-ca09a50eae87" providerId="ADAL" clId="{2A43D1C7-C612-4547-BA11-3049DC01C97C}" dt="2026-01-29T09:21:47.258" v="8000" actId="164"/>
          <ac:spMkLst>
            <pc:docMk/>
            <pc:sldMk cId="83537986" sldId="391"/>
            <ac:spMk id="858" creationId="{D1DF634A-569C-9F20-D2CE-5F21FD1BFB8E}"/>
          </ac:spMkLst>
        </pc:spChg>
        <pc:spChg chg="mod topLvl">
          <ac:chgData name="Mayu Ninagawa (蜷川 真優 GE)" userId="15d22be4-2d84-414d-ac66-ca09a50eae87" providerId="ADAL" clId="{2A43D1C7-C612-4547-BA11-3049DC01C97C}" dt="2026-01-29T09:21:47.258" v="8000" actId="164"/>
          <ac:spMkLst>
            <pc:docMk/>
            <pc:sldMk cId="83537986" sldId="391"/>
            <ac:spMk id="859" creationId="{4B1502A5-1A50-B54B-7F30-F924A58255B0}"/>
          </ac:spMkLst>
        </pc:spChg>
        <pc:spChg chg="mod topLvl">
          <ac:chgData name="Mayu Ninagawa (蜷川 真優 GE)" userId="15d22be4-2d84-414d-ac66-ca09a50eae87" providerId="ADAL" clId="{2A43D1C7-C612-4547-BA11-3049DC01C97C}" dt="2026-01-29T09:21:47.258" v="8000" actId="164"/>
          <ac:spMkLst>
            <pc:docMk/>
            <pc:sldMk cId="83537986" sldId="391"/>
            <ac:spMk id="860" creationId="{57BAFF28-FF19-A9E0-B2B9-DD8A4092F8CC}"/>
          </ac:spMkLst>
        </pc:spChg>
        <pc:spChg chg="mod topLvl">
          <ac:chgData name="Mayu Ninagawa (蜷川 真優 GE)" userId="15d22be4-2d84-414d-ac66-ca09a50eae87" providerId="ADAL" clId="{2A43D1C7-C612-4547-BA11-3049DC01C97C}" dt="2026-01-29T09:21:47.258" v="8000" actId="164"/>
          <ac:spMkLst>
            <pc:docMk/>
            <pc:sldMk cId="83537986" sldId="391"/>
            <ac:spMk id="861" creationId="{C1728BE4-F83C-C466-E5D6-11F2F2C058FA}"/>
          </ac:spMkLst>
        </pc:spChg>
        <pc:spChg chg="mod topLvl">
          <ac:chgData name="Mayu Ninagawa (蜷川 真優 GE)" userId="15d22be4-2d84-414d-ac66-ca09a50eae87" providerId="ADAL" clId="{2A43D1C7-C612-4547-BA11-3049DC01C97C}" dt="2026-01-29T09:21:47.258" v="8000" actId="164"/>
          <ac:spMkLst>
            <pc:docMk/>
            <pc:sldMk cId="83537986" sldId="391"/>
            <ac:spMk id="862" creationId="{EEB5BCC3-C1BF-89F4-BE37-FA05A1B46108}"/>
          </ac:spMkLst>
        </pc:spChg>
        <pc:spChg chg="mod topLvl">
          <ac:chgData name="Mayu Ninagawa (蜷川 真優 GE)" userId="15d22be4-2d84-414d-ac66-ca09a50eae87" providerId="ADAL" clId="{2A43D1C7-C612-4547-BA11-3049DC01C97C}" dt="2026-01-29T09:21:47.258" v="8000" actId="164"/>
          <ac:spMkLst>
            <pc:docMk/>
            <pc:sldMk cId="83537986" sldId="391"/>
            <ac:spMk id="863" creationId="{E0AEE3F4-AD5F-DB3F-0AB8-C63E522829F5}"/>
          </ac:spMkLst>
        </pc:spChg>
        <pc:spChg chg="mod topLvl">
          <ac:chgData name="Mayu Ninagawa (蜷川 真優 GE)" userId="15d22be4-2d84-414d-ac66-ca09a50eae87" providerId="ADAL" clId="{2A43D1C7-C612-4547-BA11-3049DC01C97C}" dt="2026-01-29T09:21:47.258" v="8000" actId="164"/>
          <ac:spMkLst>
            <pc:docMk/>
            <pc:sldMk cId="83537986" sldId="391"/>
            <ac:spMk id="864" creationId="{8D309003-B53E-1BB6-4F6E-D1C83C145295}"/>
          </ac:spMkLst>
        </pc:spChg>
        <pc:spChg chg="mod topLvl">
          <ac:chgData name="Mayu Ninagawa (蜷川 真優 GE)" userId="15d22be4-2d84-414d-ac66-ca09a50eae87" providerId="ADAL" clId="{2A43D1C7-C612-4547-BA11-3049DC01C97C}" dt="2026-01-29T09:21:47.258" v="8000" actId="164"/>
          <ac:spMkLst>
            <pc:docMk/>
            <pc:sldMk cId="83537986" sldId="391"/>
            <ac:spMk id="865" creationId="{05F5348B-1FAA-46BE-7DA4-DCE4B6AC29D9}"/>
          </ac:spMkLst>
        </pc:spChg>
        <pc:spChg chg="mod topLvl">
          <ac:chgData name="Mayu Ninagawa (蜷川 真優 GE)" userId="15d22be4-2d84-414d-ac66-ca09a50eae87" providerId="ADAL" clId="{2A43D1C7-C612-4547-BA11-3049DC01C97C}" dt="2026-01-29T09:21:47.258" v="8000" actId="164"/>
          <ac:spMkLst>
            <pc:docMk/>
            <pc:sldMk cId="83537986" sldId="391"/>
            <ac:spMk id="866" creationId="{1C438391-C137-92B0-311F-F3033DFE8E30}"/>
          </ac:spMkLst>
        </pc:spChg>
        <pc:spChg chg="mod topLvl">
          <ac:chgData name="Mayu Ninagawa (蜷川 真優 GE)" userId="15d22be4-2d84-414d-ac66-ca09a50eae87" providerId="ADAL" clId="{2A43D1C7-C612-4547-BA11-3049DC01C97C}" dt="2026-01-29T09:21:47.258" v="8000" actId="164"/>
          <ac:spMkLst>
            <pc:docMk/>
            <pc:sldMk cId="83537986" sldId="391"/>
            <ac:spMk id="867" creationId="{4B8065CF-670F-9D90-E28A-A1C5957DCFE8}"/>
          </ac:spMkLst>
        </pc:spChg>
        <pc:spChg chg="mod topLvl">
          <ac:chgData name="Mayu Ninagawa (蜷川 真優 GE)" userId="15d22be4-2d84-414d-ac66-ca09a50eae87" providerId="ADAL" clId="{2A43D1C7-C612-4547-BA11-3049DC01C97C}" dt="2026-01-29T09:21:47.258" v="8000" actId="164"/>
          <ac:spMkLst>
            <pc:docMk/>
            <pc:sldMk cId="83537986" sldId="391"/>
            <ac:spMk id="868" creationId="{4F249E2B-40D1-B7FD-1862-F4D82522CC05}"/>
          </ac:spMkLst>
        </pc:spChg>
        <pc:spChg chg="mod topLvl">
          <ac:chgData name="Mayu Ninagawa (蜷川 真優 GE)" userId="15d22be4-2d84-414d-ac66-ca09a50eae87" providerId="ADAL" clId="{2A43D1C7-C612-4547-BA11-3049DC01C97C}" dt="2026-01-29T09:21:47.258" v="8000" actId="164"/>
          <ac:spMkLst>
            <pc:docMk/>
            <pc:sldMk cId="83537986" sldId="391"/>
            <ac:spMk id="869" creationId="{1B4409DE-EBC2-DCE9-AB9E-30BC25DA2E91}"/>
          </ac:spMkLst>
        </pc:spChg>
        <pc:spChg chg="mod">
          <ac:chgData name="Mayu Ninagawa (蜷川 真優 GE)" userId="15d22be4-2d84-414d-ac66-ca09a50eae87" providerId="ADAL" clId="{2A43D1C7-C612-4547-BA11-3049DC01C97C}" dt="2026-01-29T09:08:21.311" v="7364"/>
          <ac:spMkLst>
            <pc:docMk/>
            <pc:sldMk cId="83537986" sldId="391"/>
            <ac:spMk id="871" creationId="{69122175-0EDE-151E-E395-8A56B5535851}"/>
          </ac:spMkLst>
        </pc:spChg>
        <pc:spChg chg="mod">
          <ac:chgData name="Mayu Ninagawa (蜷川 真優 GE)" userId="15d22be4-2d84-414d-ac66-ca09a50eae87" providerId="ADAL" clId="{2A43D1C7-C612-4547-BA11-3049DC01C97C}" dt="2026-01-29T09:08:21.311" v="7364"/>
          <ac:spMkLst>
            <pc:docMk/>
            <pc:sldMk cId="83537986" sldId="391"/>
            <ac:spMk id="872" creationId="{59D05F17-B043-598E-BC9E-11FFBCACDE1D}"/>
          </ac:spMkLst>
        </pc:spChg>
        <pc:spChg chg="mod">
          <ac:chgData name="Mayu Ninagawa (蜷川 真優 GE)" userId="15d22be4-2d84-414d-ac66-ca09a50eae87" providerId="ADAL" clId="{2A43D1C7-C612-4547-BA11-3049DC01C97C}" dt="2026-01-29T09:08:21.311" v="7364"/>
          <ac:spMkLst>
            <pc:docMk/>
            <pc:sldMk cId="83537986" sldId="391"/>
            <ac:spMk id="873" creationId="{F77AF256-630E-B6D3-8596-02D6A98ED79F}"/>
          </ac:spMkLst>
        </pc:spChg>
        <pc:spChg chg="mod">
          <ac:chgData name="Mayu Ninagawa (蜷川 真優 GE)" userId="15d22be4-2d84-414d-ac66-ca09a50eae87" providerId="ADAL" clId="{2A43D1C7-C612-4547-BA11-3049DC01C97C}" dt="2026-01-29T09:08:21.311" v="7364"/>
          <ac:spMkLst>
            <pc:docMk/>
            <pc:sldMk cId="83537986" sldId="391"/>
            <ac:spMk id="874" creationId="{4B0585F6-6535-9CFC-A309-EEF92F724E78}"/>
          </ac:spMkLst>
        </pc:spChg>
        <pc:spChg chg="mod">
          <ac:chgData name="Mayu Ninagawa (蜷川 真優 GE)" userId="15d22be4-2d84-414d-ac66-ca09a50eae87" providerId="ADAL" clId="{2A43D1C7-C612-4547-BA11-3049DC01C97C}" dt="2026-01-29T09:08:21.311" v="7364"/>
          <ac:spMkLst>
            <pc:docMk/>
            <pc:sldMk cId="83537986" sldId="391"/>
            <ac:spMk id="875" creationId="{BA0524F8-742B-E289-D9B4-BE6AD2329CB6}"/>
          </ac:spMkLst>
        </pc:spChg>
        <pc:spChg chg="mod">
          <ac:chgData name="Mayu Ninagawa (蜷川 真優 GE)" userId="15d22be4-2d84-414d-ac66-ca09a50eae87" providerId="ADAL" clId="{2A43D1C7-C612-4547-BA11-3049DC01C97C}" dt="2026-01-29T09:08:21.311" v="7364"/>
          <ac:spMkLst>
            <pc:docMk/>
            <pc:sldMk cId="83537986" sldId="391"/>
            <ac:spMk id="876" creationId="{AC168746-CA26-B30C-38C3-AF1069A5B51E}"/>
          </ac:spMkLst>
        </pc:spChg>
        <pc:spChg chg="mod">
          <ac:chgData name="Mayu Ninagawa (蜷川 真優 GE)" userId="15d22be4-2d84-414d-ac66-ca09a50eae87" providerId="ADAL" clId="{2A43D1C7-C612-4547-BA11-3049DC01C97C}" dt="2026-01-29T09:08:21.311" v="7364"/>
          <ac:spMkLst>
            <pc:docMk/>
            <pc:sldMk cId="83537986" sldId="391"/>
            <ac:spMk id="877" creationId="{77142820-2C34-A0C8-B981-BE1E723B2429}"/>
          </ac:spMkLst>
        </pc:spChg>
        <pc:spChg chg="mod">
          <ac:chgData name="Mayu Ninagawa (蜷川 真優 GE)" userId="15d22be4-2d84-414d-ac66-ca09a50eae87" providerId="ADAL" clId="{2A43D1C7-C612-4547-BA11-3049DC01C97C}" dt="2026-01-29T09:08:21.311" v="7364"/>
          <ac:spMkLst>
            <pc:docMk/>
            <pc:sldMk cId="83537986" sldId="391"/>
            <ac:spMk id="878" creationId="{2D8E9932-6003-6A43-4B2E-154C3FD28739}"/>
          </ac:spMkLst>
        </pc:spChg>
        <pc:spChg chg="mod">
          <ac:chgData name="Mayu Ninagawa (蜷川 真優 GE)" userId="15d22be4-2d84-414d-ac66-ca09a50eae87" providerId="ADAL" clId="{2A43D1C7-C612-4547-BA11-3049DC01C97C}" dt="2026-01-29T09:08:21.311" v="7364"/>
          <ac:spMkLst>
            <pc:docMk/>
            <pc:sldMk cId="83537986" sldId="391"/>
            <ac:spMk id="879" creationId="{573969AD-52C0-E381-D9CB-517200704C2F}"/>
          </ac:spMkLst>
        </pc:spChg>
        <pc:spChg chg="mod">
          <ac:chgData name="Mayu Ninagawa (蜷川 真優 GE)" userId="15d22be4-2d84-414d-ac66-ca09a50eae87" providerId="ADAL" clId="{2A43D1C7-C612-4547-BA11-3049DC01C97C}" dt="2026-01-29T09:08:21.311" v="7364"/>
          <ac:spMkLst>
            <pc:docMk/>
            <pc:sldMk cId="83537986" sldId="391"/>
            <ac:spMk id="880" creationId="{64C494D6-50AB-C5E6-D66E-C16910CCC1E7}"/>
          </ac:spMkLst>
        </pc:spChg>
        <pc:spChg chg="mod">
          <ac:chgData name="Mayu Ninagawa (蜷川 真優 GE)" userId="15d22be4-2d84-414d-ac66-ca09a50eae87" providerId="ADAL" clId="{2A43D1C7-C612-4547-BA11-3049DC01C97C}" dt="2026-01-29T09:08:21.311" v="7364"/>
          <ac:spMkLst>
            <pc:docMk/>
            <pc:sldMk cId="83537986" sldId="391"/>
            <ac:spMk id="881" creationId="{B4C94AFF-A1BB-1653-99B6-32A6761533C0}"/>
          </ac:spMkLst>
        </pc:spChg>
        <pc:spChg chg="mod">
          <ac:chgData name="Mayu Ninagawa (蜷川 真優 GE)" userId="15d22be4-2d84-414d-ac66-ca09a50eae87" providerId="ADAL" clId="{2A43D1C7-C612-4547-BA11-3049DC01C97C}" dt="2026-01-29T09:08:21.311" v="7364"/>
          <ac:spMkLst>
            <pc:docMk/>
            <pc:sldMk cId="83537986" sldId="391"/>
            <ac:spMk id="882" creationId="{FC2FD52D-294F-FD12-3AC0-5E101DD60378}"/>
          </ac:spMkLst>
        </pc:spChg>
        <pc:spChg chg="mod">
          <ac:chgData name="Mayu Ninagawa (蜷川 真優 GE)" userId="15d22be4-2d84-414d-ac66-ca09a50eae87" providerId="ADAL" clId="{2A43D1C7-C612-4547-BA11-3049DC01C97C}" dt="2026-01-29T09:08:21.311" v="7364"/>
          <ac:spMkLst>
            <pc:docMk/>
            <pc:sldMk cId="83537986" sldId="391"/>
            <ac:spMk id="883" creationId="{2CFBB7DF-8C2E-A49F-BA97-73F49D6AA8C0}"/>
          </ac:spMkLst>
        </pc:spChg>
        <pc:spChg chg="mod">
          <ac:chgData name="Mayu Ninagawa (蜷川 真優 GE)" userId="15d22be4-2d84-414d-ac66-ca09a50eae87" providerId="ADAL" clId="{2A43D1C7-C612-4547-BA11-3049DC01C97C}" dt="2026-01-29T09:08:21.311" v="7364"/>
          <ac:spMkLst>
            <pc:docMk/>
            <pc:sldMk cId="83537986" sldId="391"/>
            <ac:spMk id="884" creationId="{1D65F0E8-74A3-3637-9673-9345BA6E63DA}"/>
          </ac:spMkLst>
        </pc:spChg>
        <pc:spChg chg="mod">
          <ac:chgData name="Mayu Ninagawa (蜷川 真優 GE)" userId="15d22be4-2d84-414d-ac66-ca09a50eae87" providerId="ADAL" clId="{2A43D1C7-C612-4547-BA11-3049DC01C97C}" dt="2026-01-29T09:08:21.311" v="7364"/>
          <ac:spMkLst>
            <pc:docMk/>
            <pc:sldMk cId="83537986" sldId="391"/>
            <ac:spMk id="885" creationId="{1F3432BE-EB73-C265-1715-831218EF9D59}"/>
          </ac:spMkLst>
        </pc:spChg>
        <pc:spChg chg="mod">
          <ac:chgData name="Mayu Ninagawa (蜷川 真優 GE)" userId="15d22be4-2d84-414d-ac66-ca09a50eae87" providerId="ADAL" clId="{2A43D1C7-C612-4547-BA11-3049DC01C97C}" dt="2026-01-29T09:08:21.311" v="7364"/>
          <ac:spMkLst>
            <pc:docMk/>
            <pc:sldMk cId="83537986" sldId="391"/>
            <ac:spMk id="886" creationId="{FF9D5EF6-19CD-56DD-62DB-CA7A50D73D03}"/>
          </ac:spMkLst>
        </pc:spChg>
        <pc:spChg chg="mod">
          <ac:chgData name="Mayu Ninagawa (蜷川 真優 GE)" userId="15d22be4-2d84-414d-ac66-ca09a50eae87" providerId="ADAL" clId="{2A43D1C7-C612-4547-BA11-3049DC01C97C}" dt="2026-01-29T09:08:21.311" v="7364"/>
          <ac:spMkLst>
            <pc:docMk/>
            <pc:sldMk cId="83537986" sldId="391"/>
            <ac:spMk id="887" creationId="{3B0ABB96-C077-74AF-9EC6-512F10A0EFF6}"/>
          </ac:spMkLst>
        </pc:spChg>
        <pc:spChg chg="mod">
          <ac:chgData name="Mayu Ninagawa (蜷川 真優 GE)" userId="15d22be4-2d84-414d-ac66-ca09a50eae87" providerId="ADAL" clId="{2A43D1C7-C612-4547-BA11-3049DC01C97C}" dt="2026-01-29T09:08:21.311" v="7364"/>
          <ac:spMkLst>
            <pc:docMk/>
            <pc:sldMk cId="83537986" sldId="391"/>
            <ac:spMk id="888" creationId="{0713FD5E-5A72-00DB-6609-C39A375DC874}"/>
          </ac:spMkLst>
        </pc:spChg>
        <pc:spChg chg="mod">
          <ac:chgData name="Mayu Ninagawa (蜷川 真優 GE)" userId="15d22be4-2d84-414d-ac66-ca09a50eae87" providerId="ADAL" clId="{2A43D1C7-C612-4547-BA11-3049DC01C97C}" dt="2026-01-29T09:08:21.311" v="7364"/>
          <ac:spMkLst>
            <pc:docMk/>
            <pc:sldMk cId="83537986" sldId="391"/>
            <ac:spMk id="889" creationId="{25F173B6-A123-C46A-08F7-F8A1A2105285}"/>
          </ac:spMkLst>
        </pc:spChg>
        <pc:spChg chg="mod">
          <ac:chgData name="Mayu Ninagawa (蜷川 真優 GE)" userId="15d22be4-2d84-414d-ac66-ca09a50eae87" providerId="ADAL" clId="{2A43D1C7-C612-4547-BA11-3049DC01C97C}" dt="2026-01-29T09:08:21.311" v="7364"/>
          <ac:spMkLst>
            <pc:docMk/>
            <pc:sldMk cId="83537986" sldId="391"/>
            <ac:spMk id="890" creationId="{1B291678-CE52-A18D-FED4-F45ACB9B3D57}"/>
          </ac:spMkLst>
        </pc:spChg>
        <pc:spChg chg="mod">
          <ac:chgData name="Mayu Ninagawa (蜷川 真優 GE)" userId="15d22be4-2d84-414d-ac66-ca09a50eae87" providerId="ADAL" clId="{2A43D1C7-C612-4547-BA11-3049DC01C97C}" dt="2026-01-29T09:18:17.138" v="7889"/>
          <ac:spMkLst>
            <pc:docMk/>
            <pc:sldMk cId="83537986" sldId="391"/>
            <ac:spMk id="892" creationId="{43F01D3C-CCFB-09A3-E5F5-62AB331F17CC}"/>
          </ac:spMkLst>
        </pc:spChg>
        <pc:spChg chg="mod">
          <ac:chgData name="Mayu Ninagawa (蜷川 真優 GE)" userId="15d22be4-2d84-414d-ac66-ca09a50eae87" providerId="ADAL" clId="{2A43D1C7-C612-4547-BA11-3049DC01C97C}" dt="2026-01-29T09:18:17.138" v="7889"/>
          <ac:spMkLst>
            <pc:docMk/>
            <pc:sldMk cId="83537986" sldId="391"/>
            <ac:spMk id="893" creationId="{5D4C4189-7C33-08A0-87EB-3267D08B5F41}"/>
          </ac:spMkLst>
        </pc:spChg>
        <pc:spChg chg="mod">
          <ac:chgData name="Mayu Ninagawa (蜷川 真優 GE)" userId="15d22be4-2d84-414d-ac66-ca09a50eae87" providerId="ADAL" clId="{2A43D1C7-C612-4547-BA11-3049DC01C97C}" dt="2026-01-29T09:18:17.138" v="7889"/>
          <ac:spMkLst>
            <pc:docMk/>
            <pc:sldMk cId="83537986" sldId="391"/>
            <ac:spMk id="894" creationId="{093F8F3D-FA19-403A-F119-E07256455103}"/>
          </ac:spMkLst>
        </pc:spChg>
        <pc:spChg chg="mod">
          <ac:chgData name="Mayu Ninagawa (蜷川 真優 GE)" userId="15d22be4-2d84-414d-ac66-ca09a50eae87" providerId="ADAL" clId="{2A43D1C7-C612-4547-BA11-3049DC01C97C}" dt="2026-01-29T09:18:17.138" v="7889"/>
          <ac:spMkLst>
            <pc:docMk/>
            <pc:sldMk cId="83537986" sldId="391"/>
            <ac:spMk id="895" creationId="{14633634-3898-20DF-F8F9-973FD26C150F}"/>
          </ac:spMkLst>
        </pc:spChg>
        <pc:spChg chg="mod">
          <ac:chgData name="Mayu Ninagawa (蜷川 真優 GE)" userId="15d22be4-2d84-414d-ac66-ca09a50eae87" providerId="ADAL" clId="{2A43D1C7-C612-4547-BA11-3049DC01C97C}" dt="2026-01-29T08:52:21.815" v="6833"/>
          <ac:spMkLst>
            <pc:docMk/>
            <pc:sldMk cId="83537986" sldId="391"/>
            <ac:spMk id="896" creationId="{81F5AAEC-125F-8611-775A-F242F1097833}"/>
          </ac:spMkLst>
        </pc:spChg>
        <pc:spChg chg="mod">
          <ac:chgData name="Mayu Ninagawa (蜷川 真優 GE)" userId="15d22be4-2d84-414d-ac66-ca09a50eae87" providerId="ADAL" clId="{2A43D1C7-C612-4547-BA11-3049DC01C97C}" dt="2026-01-29T08:52:21.815" v="6833"/>
          <ac:spMkLst>
            <pc:docMk/>
            <pc:sldMk cId="83537986" sldId="391"/>
            <ac:spMk id="897" creationId="{8A6E0A9E-A6CA-197C-8CE7-3AFAA1B804C1}"/>
          </ac:spMkLst>
        </pc:spChg>
        <pc:spChg chg="mod">
          <ac:chgData name="Mayu Ninagawa (蜷川 真優 GE)" userId="15d22be4-2d84-414d-ac66-ca09a50eae87" providerId="ADAL" clId="{2A43D1C7-C612-4547-BA11-3049DC01C97C}" dt="2026-01-29T08:52:21.815" v="6833"/>
          <ac:spMkLst>
            <pc:docMk/>
            <pc:sldMk cId="83537986" sldId="391"/>
            <ac:spMk id="898" creationId="{FE6BF0EF-E992-C7C9-57A3-5C4EF550358D}"/>
          </ac:spMkLst>
        </pc:spChg>
        <pc:spChg chg="mod">
          <ac:chgData name="Mayu Ninagawa (蜷川 真優 GE)" userId="15d22be4-2d84-414d-ac66-ca09a50eae87" providerId="ADAL" clId="{2A43D1C7-C612-4547-BA11-3049DC01C97C}" dt="2026-01-29T08:52:21.815" v="6833"/>
          <ac:spMkLst>
            <pc:docMk/>
            <pc:sldMk cId="83537986" sldId="391"/>
            <ac:spMk id="899" creationId="{00460FF0-4305-F53F-B0CC-A38C226D913E}"/>
          </ac:spMkLst>
        </pc:spChg>
        <pc:spChg chg="mod">
          <ac:chgData name="Mayu Ninagawa (蜷川 真優 GE)" userId="15d22be4-2d84-414d-ac66-ca09a50eae87" providerId="ADAL" clId="{2A43D1C7-C612-4547-BA11-3049DC01C97C}" dt="2026-01-29T08:52:21.815" v="6833"/>
          <ac:spMkLst>
            <pc:docMk/>
            <pc:sldMk cId="83537986" sldId="391"/>
            <ac:spMk id="900" creationId="{623ACEB3-F2A0-27B3-E2EC-E69FBB98926F}"/>
          </ac:spMkLst>
        </pc:spChg>
        <pc:spChg chg="mod">
          <ac:chgData name="Mayu Ninagawa (蜷川 真優 GE)" userId="15d22be4-2d84-414d-ac66-ca09a50eae87" providerId="ADAL" clId="{2A43D1C7-C612-4547-BA11-3049DC01C97C}" dt="2026-01-29T08:52:21.815" v="6833"/>
          <ac:spMkLst>
            <pc:docMk/>
            <pc:sldMk cId="83537986" sldId="391"/>
            <ac:spMk id="901" creationId="{426B2FEC-5204-FF6F-3327-DA79DC593D30}"/>
          </ac:spMkLst>
        </pc:spChg>
        <pc:spChg chg="mod">
          <ac:chgData name="Mayu Ninagawa (蜷川 真優 GE)" userId="15d22be4-2d84-414d-ac66-ca09a50eae87" providerId="ADAL" clId="{2A43D1C7-C612-4547-BA11-3049DC01C97C}" dt="2026-01-29T08:52:21.815" v="6833"/>
          <ac:spMkLst>
            <pc:docMk/>
            <pc:sldMk cId="83537986" sldId="391"/>
            <ac:spMk id="902" creationId="{5F5A7DA7-8785-CDAB-B390-172C745268BD}"/>
          </ac:spMkLst>
        </pc:spChg>
        <pc:spChg chg="mod">
          <ac:chgData name="Mayu Ninagawa (蜷川 真優 GE)" userId="15d22be4-2d84-414d-ac66-ca09a50eae87" providerId="ADAL" clId="{2A43D1C7-C612-4547-BA11-3049DC01C97C}" dt="2026-01-29T08:52:21.815" v="6833"/>
          <ac:spMkLst>
            <pc:docMk/>
            <pc:sldMk cId="83537986" sldId="391"/>
            <ac:spMk id="903" creationId="{37BA0A09-9A35-D1F9-8C5E-781970A5AFC0}"/>
          </ac:spMkLst>
        </pc:spChg>
        <pc:spChg chg="mod">
          <ac:chgData name="Mayu Ninagawa (蜷川 真優 GE)" userId="15d22be4-2d84-414d-ac66-ca09a50eae87" providerId="ADAL" clId="{2A43D1C7-C612-4547-BA11-3049DC01C97C}" dt="2026-01-29T08:52:21.815" v="6833"/>
          <ac:spMkLst>
            <pc:docMk/>
            <pc:sldMk cId="83537986" sldId="391"/>
            <ac:spMk id="904" creationId="{E2754869-1CAE-0A01-5259-F86FF1F0ACB3}"/>
          </ac:spMkLst>
        </pc:spChg>
        <pc:spChg chg="mod">
          <ac:chgData name="Mayu Ninagawa (蜷川 真優 GE)" userId="15d22be4-2d84-414d-ac66-ca09a50eae87" providerId="ADAL" clId="{2A43D1C7-C612-4547-BA11-3049DC01C97C}" dt="2026-01-29T08:52:21.815" v="6833"/>
          <ac:spMkLst>
            <pc:docMk/>
            <pc:sldMk cId="83537986" sldId="391"/>
            <ac:spMk id="905" creationId="{8B2501BA-D841-C284-F926-B59A8A3AF39A}"/>
          </ac:spMkLst>
        </pc:spChg>
        <pc:spChg chg="mod">
          <ac:chgData name="Mayu Ninagawa (蜷川 真優 GE)" userId="15d22be4-2d84-414d-ac66-ca09a50eae87" providerId="ADAL" clId="{2A43D1C7-C612-4547-BA11-3049DC01C97C}" dt="2026-01-29T08:52:21.815" v="6833"/>
          <ac:spMkLst>
            <pc:docMk/>
            <pc:sldMk cId="83537986" sldId="391"/>
            <ac:spMk id="906" creationId="{0519E6F0-15E8-CB84-1F82-DFDF1BFFEE05}"/>
          </ac:spMkLst>
        </pc:spChg>
        <pc:spChg chg="mod">
          <ac:chgData name="Mayu Ninagawa (蜷川 真優 GE)" userId="15d22be4-2d84-414d-ac66-ca09a50eae87" providerId="ADAL" clId="{2A43D1C7-C612-4547-BA11-3049DC01C97C}" dt="2026-01-29T08:52:21.815" v="6833"/>
          <ac:spMkLst>
            <pc:docMk/>
            <pc:sldMk cId="83537986" sldId="391"/>
            <ac:spMk id="907" creationId="{5AEA1122-1877-9F2E-610B-F57D139807F8}"/>
          </ac:spMkLst>
        </pc:spChg>
        <pc:spChg chg="mod">
          <ac:chgData name="Mayu Ninagawa (蜷川 真優 GE)" userId="15d22be4-2d84-414d-ac66-ca09a50eae87" providerId="ADAL" clId="{2A43D1C7-C612-4547-BA11-3049DC01C97C}" dt="2026-01-29T08:52:21.815" v="6833"/>
          <ac:spMkLst>
            <pc:docMk/>
            <pc:sldMk cId="83537986" sldId="391"/>
            <ac:spMk id="908" creationId="{FB54D0D8-FC92-3538-E1A2-B31C08123503}"/>
          </ac:spMkLst>
        </pc:spChg>
        <pc:spChg chg="mod">
          <ac:chgData name="Mayu Ninagawa (蜷川 真優 GE)" userId="15d22be4-2d84-414d-ac66-ca09a50eae87" providerId="ADAL" clId="{2A43D1C7-C612-4547-BA11-3049DC01C97C}" dt="2026-01-29T08:52:21.815" v="6833"/>
          <ac:spMkLst>
            <pc:docMk/>
            <pc:sldMk cId="83537986" sldId="391"/>
            <ac:spMk id="909" creationId="{00F43999-8209-D7AC-53B9-1B6C961C9B12}"/>
          </ac:spMkLst>
        </pc:spChg>
        <pc:spChg chg="mod">
          <ac:chgData name="Mayu Ninagawa (蜷川 真優 GE)" userId="15d22be4-2d84-414d-ac66-ca09a50eae87" providerId="ADAL" clId="{2A43D1C7-C612-4547-BA11-3049DC01C97C}" dt="2026-01-29T08:52:21.815" v="6833"/>
          <ac:spMkLst>
            <pc:docMk/>
            <pc:sldMk cId="83537986" sldId="391"/>
            <ac:spMk id="910" creationId="{7B42B7B7-A6BF-F59F-A1E2-840C4E1EA07F}"/>
          </ac:spMkLst>
        </pc:spChg>
        <pc:spChg chg="mod">
          <ac:chgData name="Mayu Ninagawa (蜷川 真優 GE)" userId="15d22be4-2d84-414d-ac66-ca09a50eae87" providerId="ADAL" clId="{2A43D1C7-C612-4547-BA11-3049DC01C97C}" dt="2026-01-29T08:52:21.815" v="6833"/>
          <ac:spMkLst>
            <pc:docMk/>
            <pc:sldMk cId="83537986" sldId="391"/>
            <ac:spMk id="911" creationId="{683B8BBF-E9A9-7054-CE02-1E03C0D0ACC3}"/>
          </ac:spMkLst>
        </pc:spChg>
        <pc:spChg chg="mod">
          <ac:chgData name="Mayu Ninagawa (蜷川 真優 GE)" userId="15d22be4-2d84-414d-ac66-ca09a50eae87" providerId="ADAL" clId="{2A43D1C7-C612-4547-BA11-3049DC01C97C}" dt="2026-01-29T08:52:21.815" v="6833"/>
          <ac:spMkLst>
            <pc:docMk/>
            <pc:sldMk cId="83537986" sldId="391"/>
            <ac:spMk id="912" creationId="{44AA5B2B-F4F6-2AAF-9CDE-1152DBE6E50C}"/>
          </ac:spMkLst>
        </pc:spChg>
        <pc:spChg chg="mod">
          <ac:chgData name="Mayu Ninagawa (蜷川 真優 GE)" userId="15d22be4-2d84-414d-ac66-ca09a50eae87" providerId="ADAL" clId="{2A43D1C7-C612-4547-BA11-3049DC01C97C}" dt="2026-01-29T08:52:21.815" v="6833"/>
          <ac:spMkLst>
            <pc:docMk/>
            <pc:sldMk cId="83537986" sldId="391"/>
            <ac:spMk id="913" creationId="{8C14340F-EAFA-A22E-6FA6-7E921956975F}"/>
          </ac:spMkLst>
        </pc:spChg>
        <pc:spChg chg="mod">
          <ac:chgData name="Mayu Ninagawa (蜷川 真優 GE)" userId="15d22be4-2d84-414d-ac66-ca09a50eae87" providerId="ADAL" clId="{2A43D1C7-C612-4547-BA11-3049DC01C97C}" dt="2026-01-29T08:52:21.815" v="6833"/>
          <ac:spMkLst>
            <pc:docMk/>
            <pc:sldMk cId="83537986" sldId="391"/>
            <ac:spMk id="914" creationId="{7062089C-4805-49A2-40AE-D827B62FBB9D}"/>
          </ac:spMkLst>
        </pc:spChg>
        <pc:spChg chg="mod">
          <ac:chgData name="Mayu Ninagawa (蜷川 真優 GE)" userId="15d22be4-2d84-414d-ac66-ca09a50eae87" providerId="ADAL" clId="{2A43D1C7-C612-4547-BA11-3049DC01C97C}" dt="2026-01-29T08:52:21.815" v="6833"/>
          <ac:spMkLst>
            <pc:docMk/>
            <pc:sldMk cId="83537986" sldId="391"/>
            <ac:spMk id="915" creationId="{3B32D813-6B20-F589-7F69-26FC7DEFEF37}"/>
          </ac:spMkLst>
        </pc:spChg>
        <pc:spChg chg="mod">
          <ac:chgData name="Mayu Ninagawa (蜷川 真優 GE)" userId="15d22be4-2d84-414d-ac66-ca09a50eae87" providerId="ADAL" clId="{2A43D1C7-C612-4547-BA11-3049DC01C97C}" dt="2026-01-29T08:52:21.815" v="6833"/>
          <ac:spMkLst>
            <pc:docMk/>
            <pc:sldMk cId="83537986" sldId="391"/>
            <ac:spMk id="916" creationId="{6FCE2A7A-FCED-4D7D-01D3-EE90B7B403C8}"/>
          </ac:spMkLst>
        </pc:spChg>
        <pc:spChg chg="mod">
          <ac:chgData name="Mayu Ninagawa (蜷川 真優 GE)" userId="15d22be4-2d84-414d-ac66-ca09a50eae87" providerId="ADAL" clId="{2A43D1C7-C612-4547-BA11-3049DC01C97C}" dt="2026-01-29T08:52:21.815" v="6833"/>
          <ac:spMkLst>
            <pc:docMk/>
            <pc:sldMk cId="83537986" sldId="391"/>
            <ac:spMk id="917" creationId="{9130BFCF-8F90-7344-A81D-D26224DEC5FB}"/>
          </ac:spMkLst>
        </pc:spChg>
        <pc:spChg chg="mod">
          <ac:chgData name="Mayu Ninagawa (蜷川 真優 GE)" userId="15d22be4-2d84-414d-ac66-ca09a50eae87" providerId="ADAL" clId="{2A43D1C7-C612-4547-BA11-3049DC01C97C}" dt="2026-01-29T08:52:21.815" v="6833"/>
          <ac:spMkLst>
            <pc:docMk/>
            <pc:sldMk cId="83537986" sldId="391"/>
            <ac:spMk id="918" creationId="{BCF4DA85-8A0C-9941-62FC-7F946A2A7F37}"/>
          </ac:spMkLst>
        </pc:spChg>
        <pc:spChg chg="mod">
          <ac:chgData name="Mayu Ninagawa (蜷川 真優 GE)" userId="15d22be4-2d84-414d-ac66-ca09a50eae87" providerId="ADAL" clId="{2A43D1C7-C612-4547-BA11-3049DC01C97C}" dt="2026-01-29T08:52:21.815" v="6833"/>
          <ac:spMkLst>
            <pc:docMk/>
            <pc:sldMk cId="83537986" sldId="391"/>
            <ac:spMk id="919" creationId="{B11A7144-147D-8333-D212-7856876F532E}"/>
          </ac:spMkLst>
        </pc:spChg>
        <pc:spChg chg="mod">
          <ac:chgData name="Mayu Ninagawa (蜷川 真優 GE)" userId="15d22be4-2d84-414d-ac66-ca09a50eae87" providerId="ADAL" clId="{2A43D1C7-C612-4547-BA11-3049DC01C97C}" dt="2026-01-29T08:52:21.815" v="6833"/>
          <ac:spMkLst>
            <pc:docMk/>
            <pc:sldMk cId="83537986" sldId="391"/>
            <ac:spMk id="921" creationId="{1BBB1623-D81B-B5E5-B90E-EEB4742E85EA}"/>
          </ac:spMkLst>
        </pc:spChg>
        <pc:spChg chg="mod">
          <ac:chgData name="Mayu Ninagawa (蜷川 真優 GE)" userId="15d22be4-2d84-414d-ac66-ca09a50eae87" providerId="ADAL" clId="{2A43D1C7-C612-4547-BA11-3049DC01C97C}" dt="2026-01-29T08:52:21.815" v="6833"/>
          <ac:spMkLst>
            <pc:docMk/>
            <pc:sldMk cId="83537986" sldId="391"/>
            <ac:spMk id="922" creationId="{29B44011-DA47-ACE2-43E9-5644E52660AA}"/>
          </ac:spMkLst>
        </pc:spChg>
        <pc:spChg chg="mod">
          <ac:chgData name="Mayu Ninagawa (蜷川 真優 GE)" userId="15d22be4-2d84-414d-ac66-ca09a50eae87" providerId="ADAL" clId="{2A43D1C7-C612-4547-BA11-3049DC01C97C}" dt="2026-01-29T08:52:21.815" v="6833"/>
          <ac:spMkLst>
            <pc:docMk/>
            <pc:sldMk cId="83537986" sldId="391"/>
            <ac:spMk id="924" creationId="{5C1D4E3B-EE6F-42A4-7BE4-F2752457768C}"/>
          </ac:spMkLst>
        </pc:spChg>
        <pc:spChg chg="mod">
          <ac:chgData name="Mayu Ninagawa (蜷川 真優 GE)" userId="15d22be4-2d84-414d-ac66-ca09a50eae87" providerId="ADAL" clId="{2A43D1C7-C612-4547-BA11-3049DC01C97C}" dt="2026-01-29T08:52:21.815" v="6833"/>
          <ac:spMkLst>
            <pc:docMk/>
            <pc:sldMk cId="83537986" sldId="391"/>
            <ac:spMk id="925" creationId="{164E695D-4E84-7975-DEA2-457AFE353C64}"/>
          </ac:spMkLst>
        </pc:spChg>
        <pc:spChg chg="mod">
          <ac:chgData name="Mayu Ninagawa (蜷川 真優 GE)" userId="15d22be4-2d84-414d-ac66-ca09a50eae87" providerId="ADAL" clId="{2A43D1C7-C612-4547-BA11-3049DC01C97C}" dt="2026-01-29T08:52:21.815" v="6833"/>
          <ac:spMkLst>
            <pc:docMk/>
            <pc:sldMk cId="83537986" sldId="391"/>
            <ac:spMk id="926" creationId="{0972144F-A2A6-94A3-A84B-1BA51B9B9AA2}"/>
          </ac:spMkLst>
        </pc:spChg>
        <pc:spChg chg="mod">
          <ac:chgData name="Mayu Ninagawa (蜷川 真優 GE)" userId="15d22be4-2d84-414d-ac66-ca09a50eae87" providerId="ADAL" clId="{2A43D1C7-C612-4547-BA11-3049DC01C97C}" dt="2026-01-29T08:52:21.815" v="6833"/>
          <ac:spMkLst>
            <pc:docMk/>
            <pc:sldMk cId="83537986" sldId="391"/>
            <ac:spMk id="927" creationId="{4A0E23F4-683F-8E80-59D2-892DB7DC21FC}"/>
          </ac:spMkLst>
        </pc:spChg>
        <pc:spChg chg="mod">
          <ac:chgData name="Mayu Ninagawa (蜷川 真優 GE)" userId="15d22be4-2d84-414d-ac66-ca09a50eae87" providerId="ADAL" clId="{2A43D1C7-C612-4547-BA11-3049DC01C97C}" dt="2026-01-29T08:52:21.815" v="6833"/>
          <ac:spMkLst>
            <pc:docMk/>
            <pc:sldMk cId="83537986" sldId="391"/>
            <ac:spMk id="928" creationId="{B91A4A13-F6B8-71EF-6CB7-8758F72FE31C}"/>
          </ac:spMkLst>
        </pc:spChg>
        <pc:spChg chg="mod">
          <ac:chgData name="Mayu Ninagawa (蜷川 真優 GE)" userId="15d22be4-2d84-414d-ac66-ca09a50eae87" providerId="ADAL" clId="{2A43D1C7-C612-4547-BA11-3049DC01C97C}" dt="2026-01-29T08:52:21.815" v="6833"/>
          <ac:spMkLst>
            <pc:docMk/>
            <pc:sldMk cId="83537986" sldId="391"/>
            <ac:spMk id="929" creationId="{F4457D7E-5FDA-5474-A8ED-DD94D58E6025}"/>
          </ac:spMkLst>
        </pc:spChg>
        <pc:spChg chg="mod">
          <ac:chgData name="Mayu Ninagawa (蜷川 真優 GE)" userId="15d22be4-2d84-414d-ac66-ca09a50eae87" providerId="ADAL" clId="{2A43D1C7-C612-4547-BA11-3049DC01C97C}" dt="2026-01-29T08:52:21.815" v="6833"/>
          <ac:spMkLst>
            <pc:docMk/>
            <pc:sldMk cId="83537986" sldId="391"/>
            <ac:spMk id="930" creationId="{518D32CB-1430-329A-AC68-4833C86D9C8F}"/>
          </ac:spMkLst>
        </pc:spChg>
        <pc:spChg chg="mod">
          <ac:chgData name="Mayu Ninagawa (蜷川 真優 GE)" userId="15d22be4-2d84-414d-ac66-ca09a50eae87" providerId="ADAL" clId="{2A43D1C7-C612-4547-BA11-3049DC01C97C}" dt="2026-01-29T08:52:21.815" v="6833"/>
          <ac:spMkLst>
            <pc:docMk/>
            <pc:sldMk cId="83537986" sldId="391"/>
            <ac:spMk id="931" creationId="{E65A07B3-9E16-A3D2-FD5F-FEDE681869DC}"/>
          </ac:spMkLst>
        </pc:spChg>
        <pc:spChg chg="mod">
          <ac:chgData name="Mayu Ninagawa (蜷川 真優 GE)" userId="15d22be4-2d84-414d-ac66-ca09a50eae87" providerId="ADAL" clId="{2A43D1C7-C612-4547-BA11-3049DC01C97C}" dt="2026-01-29T08:52:21.815" v="6833"/>
          <ac:spMkLst>
            <pc:docMk/>
            <pc:sldMk cId="83537986" sldId="391"/>
            <ac:spMk id="932" creationId="{E150D794-FEE5-4912-F69D-F276E803EC19}"/>
          </ac:spMkLst>
        </pc:spChg>
        <pc:spChg chg="mod">
          <ac:chgData name="Mayu Ninagawa (蜷川 真優 GE)" userId="15d22be4-2d84-414d-ac66-ca09a50eae87" providerId="ADAL" clId="{2A43D1C7-C612-4547-BA11-3049DC01C97C}" dt="2026-01-29T08:52:21.815" v="6833"/>
          <ac:spMkLst>
            <pc:docMk/>
            <pc:sldMk cId="83537986" sldId="391"/>
            <ac:spMk id="933" creationId="{D1A440A2-4ADB-7420-8BBF-BD69FEB3C0CC}"/>
          </ac:spMkLst>
        </pc:spChg>
        <pc:spChg chg="mod">
          <ac:chgData name="Mayu Ninagawa (蜷川 真優 GE)" userId="15d22be4-2d84-414d-ac66-ca09a50eae87" providerId="ADAL" clId="{2A43D1C7-C612-4547-BA11-3049DC01C97C}" dt="2026-01-29T08:52:21.815" v="6833"/>
          <ac:spMkLst>
            <pc:docMk/>
            <pc:sldMk cId="83537986" sldId="391"/>
            <ac:spMk id="934" creationId="{8DC4296A-2E68-F555-B57A-4F72FB41B06D}"/>
          </ac:spMkLst>
        </pc:spChg>
        <pc:spChg chg="mod">
          <ac:chgData name="Mayu Ninagawa (蜷川 真優 GE)" userId="15d22be4-2d84-414d-ac66-ca09a50eae87" providerId="ADAL" clId="{2A43D1C7-C612-4547-BA11-3049DC01C97C}" dt="2026-01-29T08:52:21.815" v="6833"/>
          <ac:spMkLst>
            <pc:docMk/>
            <pc:sldMk cId="83537986" sldId="391"/>
            <ac:spMk id="935" creationId="{58DF8F8B-5D85-B9AE-4282-FAECBDB48C59}"/>
          </ac:spMkLst>
        </pc:spChg>
        <pc:spChg chg="mod">
          <ac:chgData name="Mayu Ninagawa (蜷川 真優 GE)" userId="15d22be4-2d84-414d-ac66-ca09a50eae87" providerId="ADAL" clId="{2A43D1C7-C612-4547-BA11-3049DC01C97C}" dt="2026-01-29T08:52:21.815" v="6833"/>
          <ac:spMkLst>
            <pc:docMk/>
            <pc:sldMk cId="83537986" sldId="391"/>
            <ac:spMk id="936" creationId="{875B06EF-8878-B58D-4FDD-6D2755ACC8E6}"/>
          </ac:spMkLst>
        </pc:spChg>
        <pc:spChg chg="mod">
          <ac:chgData name="Mayu Ninagawa (蜷川 真優 GE)" userId="15d22be4-2d84-414d-ac66-ca09a50eae87" providerId="ADAL" clId="{2A43D1C7-C612-4547-BA11-3049DC01C97C}" dt="2026-01-29T08:52:21.815" v="6833"/>
          <ac:spMkLst>
            <pc:docMk/>
            <pc:sldMk cId="83537986" sldId="391"/>
            <ac:spMk id="937" creationId="{F3A7E7D8-BAFE-28F1-8B6A-8F0E096EE0D8}"/>
          </ac:spMkLst>
        </pc:spChg>
        <pc:spChg chg="mod">
          <ac:chgData name="Mayu Ninagawa (蜷川 真優 GE)" userId="15d22be4-2d84-414d-ac66-ca09a50eae87" providerId="ADAL" clId="{2A43D1C7-C612-4547-BA11-3049DC01C97C}" dt="2026-01-29T08:52:21.815" v="6833"/>
          <ac:spMkLst>
            <pc:docMk/>
            <pc:sldMk cId="83537986" sldId="391"/>
            <ac:spMk id="938" creationId="{80B362E2-F927-09EF-4D4D-FC510738A245}"/>
          </ac:spMkLst>
        </pc:spChg>
        <pc:spChg chg="mod">
          <ac:chgData name="Mayu Ninagawa (蜷川 真優 GE)" userId="15d22be4-2d84-414d-ac66-ca09a50eae87" providerId="ADAL" clId="{2A43D1C7-C612-4547-BA11-3049DC01C97C}" dt="2026-01-29T08:52:21.815" v="6833"/>
          <ac:spMkLst>
            <pc:docMk/>
            <pc:sldMk cId="83537986" sldId="391"/>
            <ac:spMk id="939" creationId="{5F39A3E6-76FA-5B64-B41D-9266ED693BBF}"/>
          </ac:spMkLst>
        </pc:spChg>
        <pc:spChg chg="mod">
          <ac:chgData name="Mayu Ninagawa (蜷川 真優 GE)" userId="15d22be4-2d84-414d-ac66-ca09a50eae87" providerId="ADAL" clId="{2A43D1C7-C612-4547-BA11-3049DC01C97C}" dt="2026-01-29T08:52:21.815" v="6833"/>
          <ac:spMkLst>
            <pc:docMk/>
            <pc:sldMk cId="83537986" sldId="391"/>
            <ac:spMk id="940" creationId="{3F6907A8-BB56-7F4C-FC31-C304317D9422}"/>
          </ac:spMkLst>
        </pc:spChg>
        <pc:spChg chg="mod">
          <ac:chgData name="Mayu Ninagawa (蜷川 真優 GE)" userId="15d22be4-2d84-414d-ac66-ca09a50eae87" providerId="ADAL" clId="{2A43D1C7-C612-4547-BA11-3049DC01C97C}" dt="2026-01-29T08:52:21.815" v="6833"/>
          <ac:spMkLst>
            <pc:docMk/>
            <pc:sldMk cId="83537986" sldId="391"/>
            <ac:spMk id="941" creationId="{6CE1BB3A-DD5F-95AA-85AD-ACE34221227B}"/>
          </ac:spMkLst>
        </pc:spChg>
        <pc:spChg chg="mod">
          <ac:chgData name="Mayu Ninagawa (蜷川 真優 GE)" userId="15d22be4-2d84-414d-ac66-ca09a50eae87" providerId="ADAL" clId="{2A43D1C7-C612-4547-BA11-3049DC01C97C}" dt="2026-01-29T08:52:21.815" v="6833"/>
          <ac:spMkLst>
            <pc:docMk/>
            <pc:sldMk cId="83537986" sldId="391"/>
            <ac:spMk id="943" creationId="{ED9A2456-C529-060C-0F1B-84C55740D3BC}"/>
          </ac:spMkLst>
        </pc:spChg>
        <pc:spChg chg="mod">
          <ac:chgData name="Mayu Ninagawa (蜷川 真優 GE)" userId="15d22be4-2d84-414d-ac66-ca09a50eae87" providerId="ADAL" clId="{2A43D1C7-C612-4547-BA11-3049DC01C97C}" dt="2026-01-29T08:52:21.815" v="6833"/>
          <ac:spMkLst>
            <pc:docMk/>
            <pc:sldMk cId="83537986" sldId="391"/>
            <ac:spMk id="944" creationId="{C335E884-410E-47A0-2BE7-28E53887AB66}"/>
          </ac:spMkLst>
        </pc:spChg>
        <pc:spChg chg="mod">
          <ac:chgData name="Mayu Ninagawa (蜷川 真優 GE)" userId="15d22be4-2d84-414d-ac66-ca09a50eae87" providerId="ADAL" clId="{2A43D1C7-C612-4547-BA11-3049DC01C97C}" dt="2026-01-29T08:52:21.815" v="6833"/>
          <ac:spMkLst>
            <pc:docMk/>
            <pc:sldMk cId="83537986" sldId="391"/>
            <ac:spMk id="945" creationId="{410553A4-5E64-3C1A-39B0-5CC473226636}"/>
          </ac:spMkLst>
        </pc:spChg>
        <pc:spChg chg="mod">
          <ac:chgData name="Mayu Ninagawa (蜷川 真優 GE)" userId="15d22be4-2d84-414d-ac66-ca09a50eae87" providerId="ADAL" clId="{2A43D1C7-C612-4547-BA11-3049DC01C97C}" dt="2026-01-29T08:52:21.815" v="6833"/>
          <ac:spMkLst>
            <pc:docMk/>
            <pc:sldMk cId="83537986" sldId="391"/>
            <ac:spMk id="946" creationId="{10545964-0DAA-1953-BFB3-E5F234CBA027}"/>
          </ac:spMkLst>
        </pc:spChg>
        <pc:spChg chg="mod">
          <ac:chgData name="Mayu Ninagawa (蜷川 真優 GE)" userId="15d22be4-2d84-414d-ac66-ca09a50eae87" providerId="ADAL" clId="{2A43D1C7-C612-4547-BA11-3049DC01C97C}" dt="2026-01-29T08:52:21.815" v="6833"/>
          <ac:spMkLst>
            <pc:docMk/>
            <pc:sldMk cId="83537986" sldId="391"/>
            <ac:spMk id="947" creationId="{DC3BDFFB-7F2B-AECD-871E-5DE55DDE3B0F}"/>
          </ac:spMkLst>
        </pc:spChg>
        <pc:spChg chg="mod">
          <ac:chgData name="Mayu Ninagawa (蜷川 真優 GE)" userId="15d22be4-2d84-414d-ac66-ca09a50eae87" providerId="ADAL" clId="{2A43D1C7-C612-4547-BA11-3049DC01C97C}" dt="2026-01-29T08:52:21.815" v="6833"/>
          <ac:spMkLst>
            <pc:docMk/>
            <pc:sldMk cId="83537986" sldId="391"/>
            <ac:spMk id="948" creationId="{E6E1ACAD-1F95-5BF6-F8FF-D7151809EF8B}"/>
          </ac:spMkLst>
        </pc:spChg>
        <pc:spChg chg="mod">
          <ac:chgData name="Mayu Ninagawa (蜷川 真優 GE)" userId="15d22be4-2d84-414d-ac66-ca09a50eae87" providerId="ADAL" clId="{2A43D1C7-C612-4547-BA11-3049DC01C97C}" dt="2026-01-29T08:52:21.815" v="6833"/>
          <ac:spMkLst>
            <pc:docMk/>
            <pc:sldMk cId="83537986" sldId="391"/>
            <ac:spMk id="949" creationId="{69086D48-6F1C-BB7F-AFAC-A6DB03D2AE0D}"/>
          </ac:spMkLst>
        </pc:spChg>
        <pc:spChg chg="mod">
          <ac:chgData name="Mayu Ninagawa (蜷川 真優 GE)" userId="15d22be4-2d84-414d-ac66-ca09a50eae87" providerId="ADAL" clId="{2A43D1C7-C612-4547-BA11-3049DC01C97C}" dt="2026-01-29T08:52:21.815" v="6833"/>
          <ac:spMkLst>
            <pc:docMk/>
            <pc:sldMk cId="83537986" sldId="391"/>
            <ac:spMk id="950" creationId="{C4BA1596-7483-B3B1-682F-FB2AA8E02BD3}"/>
          </ac:spMkLst>
        </pc:spChg>
        <pc:spChg chg="mod">
          <ac:chgData name="Mayu Ninagawa (蜷川 真優 GE)" userId="15d22be4-2d84-414d-ac66-ca09a50eae87" providerId="ADAL" clId="{2A43D1C7-C612-4547-BA11-3049DC01C97C}" dt="2026-01-29T08:52:21.815" v="6833"/>
          <ac:spMkLst>
            <pc:docMk/>
            <pc:sldMk cId="83537986" sldId="391"/>
            <ac:spMk id="951" creationId="{19C59195-B474-3996-C45E-485110AC587B}"/>
          </ac:spMkLst>
        </pc:spChg>
        <pc:spChg chg="mod">
          <ac:chgData name="Mayu Ninagawa (蜷川 真優 GE)" userId="15d22be4-2d84-414d-ac66-ca09a50eae87" providerId="ADAL" clId="{2A43D1C7-C612-4547-BA11-3049DC01C97C}" dt="2026-01-29T08:52:21.815" v="6833"/>
          <ac:spMkLst>
            <pc:docMk/>
            <pc:sldMk cId="83537986" sldId="391"/>
            <ac:spMk id="952" creationId="{776E9A9F-22A1-4964-5529-834DD5784314}"/>
          </ac:spMkLst>
        </pc:spChg>
        <pc:spChg chg="mod">
          <ac:chgData name="Mayu Ninagawa (蜷川 真優 GE)" userId="15d22be4-2d84-414d-ac66-ca09a50eae87" providerId="ADAL" clId="{2A43D1C7-C612-4547-BA11-3049DC01C97C}" dt="2026-01-29T08:52:21.815" v="6833"/>
          <ac:spMkLst>
            <pc:docMk/>
            <pc:sldMk cId="83537986" sldId="391"/>
            <ac:spMk id="953" creationId="{738784ED-7A83-9E67-B814-39BBC44B79A9}"/>
          </ac:spMkLst>
        </pc:spChg>
        <pc:spChg chg="del mod ord">
          <ac:chgData name="Mayu Ninagawa (蜷川 真優 GE)" userId="15d22be4-2d84-414d-ac66-ca09a50eae87" providerId="ADAL" clId="{2A43D1C7-C612-4547-BA11-3049DC01C97C}" dt="2026-01-29T09:02:19.198" v="7082" actId="478"/>
          <ac:spMkLst>
            <pc:docMk/>
            <pc:sldMk cId="83537986" sldId="391"/>
            <ac:spMk id="955" creationId="{35A39F34-1BF3-402F-BA92-D4658DD65420}"/>
          </ac:spMkLst>
        </pc:spChg>
        <pc:spChg chg="del">
          <ac:chgData name="Mayu Ninagawa (蜷川 真優 GE)" userId="15d22be4-2d84-414d-ac66-ca09a50eae87" providerId="ADAL" clId="{2A43D1C7-C612-4547-BA11-3049DC01C97C}" dt="2026-01-29T09:20:08.784" v="7982" actId="478"/>
          <ac:spMkLst>
            <pc:docMk/>
            <pc:sldMk cId="83537986" sldId="391"/>
            <ac:spMk id="956" creationId="{39B23F83-438B-B0ED-3AAE-CB632961B42F}"/>
          </ac:spMkLst>
        </pc:spChg>
        <pc:spChg chg="del">
          <ac:chgData name="Mayu Ninagawa (蜷川 真優 GE)" userId="15d22be4-2d84-414d-ac66-ca09a50eae87" providerId="ADAL" clId="{2A43D1C7-C612-4547-BA11-3049DC01C97C}" dt="2026-01-29T09:20:08.784" v="7982" actId="478"/>
          <ac:spMkLst>
            <pc:docMk/>
            <pc:sldMk cId="83537986" sldId="391"/>
            <ac:spMk id="957" creationId="{76E96B35-FAF9-59CA-F912-1AD9FCDD0B0C}"/>
          </ac:spMkLst>
        </pc:spChg>
        <pc:spChg chg="mod">
          <ac:chgData name="Mayu Ninagawa (蜷川 真優 GE)" userId="15d22be4-2d84-414d-ac66-ca09a50eae87" providerId="ADAL" clId="{2A43D1C7-C612-4547-BA11-3049DC01C97C}" dt="2026-01-29T08:52:21.815" v="6833"/>
          <ac:spMkLst>
            <pc:docMk/>
            <pc:sldMk cId="83537986" sldId="391"/>
            <ac:spMk id="958" creationId="{E5B02D3D-AD75-C14D-B079-DFC9F1ED6AC1}"/>
          </ac:spMkLst>
        </pc:spChg>
        <pc:spChg chg="mod">
          <ac:chgData name="Mayu Ninagawa (蜷川 真優 GE)" userId="15d22be4-2d84-414d-ac66-ca09a50eae87" providerId="ADAL" clId="{2A43D1C7-C612-4547-BA11-3049DC01C97C}" dt="2026-01-29T08:52:21.815" v="6833"/>
          <ac:spMkLst>
            <pc:docMk/>
            <pc:sldMk cId="83537986" sldId="391"/>
            <ac:spMk id="959" creationId="{67183E71-0725-6BE9-EA24-6231DD3E0D85}"/>
          </ac:spMkLst>
        </pc:spChg>
        <pc:spChg chg="mod">
          <ac:chgData name="Mayu Ninagawa (蜷川 真優 GE)" userId="15d22be4-2d84-414d-ac66-ca09a50eae87" providerId="ADAL" clId="{2A43D1C7-C612-4547-BA11-3049DC01C97C}" dt="2026-01-29T08:52:21.815" v="6833"/>
          <ac:spMkLst>
            <pc:docMk/>
            <pc:sldMk cId="83537986" sldId="391"/>
            <ac:spMk id="960" creationId="{FFF763BA-130F-D2D6-2B39-82E38B55A579}"/>
          </ac:spMkLst>
        </pc:spChg>
        <pc:spChg chg="mod">
          <ac:chgData name="Mayu Ninagawa (蜷川 真優 GE)" userId="15d22be4-2d84-414d-ac66-ca09a50eae87" providerId="ADAL" clId="{2A43D1C7-C612-4547-BA11-3049DC01C97C}" dt="2026-01-29T08:52:21.815" v="6833"/>
          <ac:spMkLst>
            <pc:docMk/>
            <pc:sldMk cId="83537986" sldId="391"/>
            <ac:spMk id="961" creationId="{76BE6328-BC58-BF6F-3A10-5AF4AEE34861}"/>
          </ac:spMkLst>
        </pc:spChg>
        <pc:spChg chg="mod">
          <ac:chgData name="Mayu Ninagawa (蜷川 真優 GE)" userId="15d22be4-2d84-414d-ac66-ca09a50eae87" providerId="ADAL" clId="{2A43D1C7-C612-4547-BA11-3049DC01C97C}" dt="2026-01-29T08:52:21.815" v="6833"/>
          <ac:spMkLst>
            <pc:docMk/>
            <pc:sldMk cId="83537986" sldId="391"/>
            <ac:spMk id="962" creationId="{37518B76-1B1F-7CF1-3349-371189DAF5DC}"/>
          </ac:spMkLst>
        </pc:spChg>
        <pc:spChg chg="mod">
          <ac:chgData name="Mayu Ninagawa (蜷川 真優 GE)" userId="15d22be4-2d84-414d-ac66-ca09a50eae87" providerId="ADAL" clId="{2A43D1C7-C612-4547-BA11-3049DC01C97C}" dt="2026-01-29T08:52:21.815" v="6833"/>
          <ac:spMkLst>
            <pc:docMk/>
            <pc:sldMk cId="83537986" sldId="391"/>
            <ac:spMk id="963" creationId="{1B64C3AF-F389-EC38-4F8D-D47FB407F69F}"/>
          </ac:spMkLst>
        </pc:spChg>
        <pc:spChg chg="mod">
          <ac:chgData name="Mayu Ninagawa (蜷川 真優 GE)" userId="15d22be4-2d84-414d-ac66-ca09a50eae87" providerId="ADAL" clId="{2A43D1C7-C612-4547-BA11-3049DC01C97C}" dt="2026-01-29T08:52:21.815" v="6833"/>
          <ac:spMkLst>
            <pc:docMk/>
            <pc:sldMk cId="83537986" sldId="391"/>
            <ac:spMk id="964" creationId="{B88197EA-DF6F-8E4E-573E-0661FE82D0C1}"/>
          </ac:spMkLst>
        </pc:spChg>
        <pc:spChg chg="mod">
          <ac:chgData name="Mayu Ninagawa (蜷川 真優 GE)" userId="15d22be4-2d84-414d-ac66-ca09a50eae87" providerId="ADAL" clId="{2A43D1C7-C612-4547-BA11-3049DC01C97C}" dt="2026-01-29T08:52:21.815" v="6833"/>
          <ac:spMkLst>
            <pc:docMk/>
            <pc:sldMk cId="83537986" sldId="391"/>
            <ac:spMk id="965" creationId="{C34D9899-BFCC-D79E-6D74-33B44EEE1ED3}"/>
          </ac:spMkLst>
        </pc:spChg>
        <pc:spChg chg="mod">
          <ac:chgData name="Mayu Ninagawa (蜷川 真優 GE)" userId="15d22be4-2d84-414d-ac66-ca09a50eae87" providerId="ADAL" clId="{2A43D1C7-C612-4547-BA11-3049DC01C97C}" dt="2026-01-29T08:52:21.815" v="6833"/>
          <ac:spMkLst>
            <pc:docMk/>
            <pc:sldMk cId="83537986" sldId="391"/>
            <ac:spMk id="966" creationId="{8B7B805A-64ED-56C6-FEDA-6B09114EEEBA}"/>
          </ac:spMkLst>
        </pc:spChg>
        <pc:spChg chg="mod">
          <ac:chgData name="Mayu Ninagawa (蜷川 真優 GE)" userId="15d22be4-2d84-414d-ac66-ca09a50eae87" providerId="ADAL" clId="{2A43D1C7-C612-4547-BA11-3049DC01C97C}" dt="2026-01-29T08:54:41.356" v="6852"/>
          <ac:spMkLst>
            <pc:docMk/>
            <pc:sldMk cId="83537986" sldId="391"/>
            <ac:spMk id="969" creationId="{3A5B416B-9F29-F92D-F98A-6F379F5A41B2}"/>
          </ac:spMkLst>
        </pc:spChg>
        <pc:spChg chg="mod">
          <ac:chgData name="Mayu Ninagawa (蜷川 真優 GE)" userId="15d22be4-2d84-414d-ac66-ca09a50eae87" providerId="ADAL" clId="{2A43D1C7-C612-4547-BA11-3049DC01C97C}" dt="2026-01-29T08:54:41.356" v="6852"/>
          <ac:spMkLst>
            <pc:docMk/>
            <pc:sldMk cId="83537986" sldId="391"/>
            <ac:spMk id="970" creationId="{AB2363AD-47CC-6B57-B153-4E8EB2FDCAF8}"/>
          </ac:spMkLst>
        </pc:spChg>
        <pc:spChg chg="mod">
          <ac:chgData name="Mayu Ninagawa (蜷川 真優 GE)" userId="15d22be4-2d84-414d-ac66-ca09a50eae87" providerId="ADAL" clId="{2A43D1C7-C612-4547-BA11-3049DC01C97C}" dt="2026-01-29T08:54:41.356" v="6852"/>
          <ac:spMkLst>
            <pc:docMk/>
            <pc:sldMk cId="83537986" sldId="391"/>
            <ac:spMk id="971" creationId="{29C2DBAC-61F7-5B49-6A50-56CD455DC399}"/>
          </ac:spMkLst>
        </pc:spChg>
        <pc:spChg chg="mod">
          <ac:chgData name="Mayu Ninagawa (蜷川 真優 GE)" userId="15d22be4-2d84-414d-ac66-ca09a50eae87" providerId="ADAL" clId="{2A43D1C7-C612-4547-BA11-3049DC01C97C}" dt="2026-01-29T08:54:41.356" v="6852"/>
          <ac:spMkLst>
            <pc:docMk/>
            <pc:sldMk cId="83537986" sldId="391"/>
            <ac:spMk id="972" creationId="{D90E50AC-316F-BE92-C42A-1BB9B13FB6F2}"/>
          </ac:spMkLst>
        </pc:spChg>
        <pc:spChg chg="mod">
          <ac:chgData name="Mayu Ninagawa (蜷川 真優 GE)" userId="15d22be4-2d84-414d-ac66-ca09a50eae87" providerId="ADAL" clId="{2A43D1C7-C612-4547-BA11-3049DC01C97C}" dt="2026-01-29T08:54:41.356" v="6852"/>
          <ac:spMkLst>
            <pc:docMk/>
            <pc:sldMk cId="83537986" sldId="391"/>
            <ac:spMk id="973" creationId="{2F76989C-CB51-2AFE-B7BE-82318134CD51}"/>
          </ac:spMkLst>
        </pc:spChg>
        <pc:spChg chg="mod">
          <ac:chgData name="Mayu Ninagawa (蜷川 真優 GE)" userId="15d22be4-2d84-414d-ac66-ca09a50eae87" providerId="ADAL" clId="{2A43D1C7-C612-4547-BA11-3049DC01C97C}" dt="2026-01-29T09:02:35.239" v="7089" actId="1035"/>
          <ac:spMkLst>
            <pc:docMk/>
            <pc:sldMk cId="83537986" sldId="391"/>
            <ac:spMk id="974" creationId="{336EC0C0-77A2-62C8-8722-DE954ACEB87D}"/>
          </ac:spMkLst>
        </pc:spChg>
        <pc:spChg chg="mod">
          <ac:chgData name="Mayu Ninagawa (蜷川 真優 GE)" userId="15d22be4-2d84-414d-ac66-ca09a50eae87" providerId="ADAL" clId="{2A43D1C7-C612-4547-BA11-3049DC01C97C}" dt="2026-01-29T08:54:41.356" v="6852"/>
          <ac:spMkLst>
            <pc:docMk/>
            <pc:sldMk cId="83537986" sldId="391"/>
            <ac:spMk id="975" creationId="{B1688CD7-553E-7318-4596-4183A3D71DBB}"/>
          </ac:spMkLst>
        </pc:spChg>
        <pc:spChg chg="mod">
          <ac:chgData name="Mayu Ninagawa (蜷川 真優 GE)" userId="15d22be4-2d84-414d-ac66-ca09a50eae87" providerId="ADAL" clId="{2A43D1C7-C612-4547-BA11-3049DC01C97C}" dt="2026-01-29T08:54:41.356" v="6852"/>
          <ac:spMkLst>
            <pc:docMk/>
            <pc:sldMk cId="83537986" sldId="391"/>
            <ac:spMk id="976" creationId="{0BB791C4-3464-146F-AC4B-289DA108A0E8}"/>
          </ac:spMkLst>
        </pc:spChg>
        <pc:spChg chg="mod">
          <ac:chgData name="Mayu Ninagawa (蜷川 真優 GE)" userId="15d22be4-2d84-414d-ac66-ca09a50eae87" providerId="ADAL" clId="{2A43D1C7-C612-4547-BA11-3049DC01C97C}" dt="2026-01-29T08:54:41.356" v="6852"/>
          <ac:spMkLst>
            <pc:docMk/>
            <pc:sldMk cId="83537986" sldId="391"/>
            <ac:spMk id="977" creationId="{CCAD8B29-EEE1-F534-5F7A-4C904FB8E0A8}"/>
          </ac:spMkLst>
        </pc:spChg>
        <pc:spChg chg="mod">
          <ac:chgData name="Mayu Ninagawa (蜷川 真優 GE)" userId="15d22be4-2d84-414d-ac66-ca09a50eae87" providerId="ADAL" clId="{2A43D1C7-C612-4547-BA11-3049DC01C97C}" dt="2026-01-29T08:54:41.356" v="6852"/>
          <ac:spMkLst>
            <pc:docMk/>
            <pc:sldMk cId="83537986" sldId="391"/>
            <ac:spMk id="978" creationId="{5EE5432C-3FE9-41E5-02B2-CB6416ACBB5C}"/>
          </ac:spMkLst>
        </pc:spChg>
        <pc:spChg chg="mod">
          <ac:chgData name="Mayu Ninagawa (蜷川 真優 GE)" userId="15d22be4-2d84-414d-ac66-ca09a50eae87" providerId="ADAL" clId="{2A43D1C7-C612-4547-BA11-3049DC01C97C}" dt="2026-01-29T08:54:41.356" v="6852"/>
          <ac:spMkLst>
            <pc:docMk/>
            <pc:sldMk cId="83537986" sldId="391"/>
            <ac:spMk id="979" creationId="{EA1990FE-5EBC-5B41-DD20-89B263D6BD65}"/>
          </ac:spMkLst>
        </pc:spChg>
        <pc:spChg chg="mod">
          <ac:chgData name="Mayu Ninagawa (蜷川 真優 GE)" userId="15d22be4-2d84-414d-ac66-ca09a50eae87" providerId="ADAL" clId="{2A43D1C7-C612-4547-BA11-3049DC01C97C}" dt="2026-01-29T08:54:41.356" v="6852"/>
          <ac:spMkLst>
            <pc:docMk/>
            <pc:sldMk cId="83537986" sldId="391"/>
            <ac:spMk id="980" creationId="{822ABDA4-78CF-490C-CFF2-C872808F9BD3}"/>
          </ac:spMkLst>
        </pc:spChg>
        <pc:spChg chg="mod">
          <ac:chgData name="Mayu Ninagawa (蜷川 真優 GE)" userId="15d22be4-2d84-414d-ac66-ca09a50eae87" providerId="ADAL" clId="{2A43D1C7-C612-4547-BA11-3049DC01C97C}" dt="2026-01-29T08:54:41.356" v="6852"/>
          <ac:spMkLst>
            <pc:docMk/>
            <pc:sldMk cId="83537986" sldId="391"/>
            <ac:spMk id="981" creationId="{2254AB52-A129-D963-53B6-E129563B88F9}"/>
          </ac:spMkLst>
        </pc:spChg>
        <pc:spChg chg="mod">
          <ac:chgData name="Mayu Ninagawa (蜷川 真優 GE)" userId="15d22be4-2d84-414d-ac66-ca09a50eae87" providerId="ADAL" clId="{2A43D1C7-C612-4547-BA11-3049DC01C97C}" dt="2026-01-29T08:54:41.356" v="6852"/>
          <ac:spMkLst>
            <pc:docMk/>
            <pc:sldMk cId="83537986" sldId="391"/>
            <ac:spMk id="982" creationId="{FDA84A91-1133-AF30-9DB9-A2D87C7F00EF}"/>
          </ac:spMkLst>
        </pc:spChg>
        <pc:spChg chg="del mod ord">
          <ac:chgData name="Mayu Ninagawa (蜷川 真優 GE)" userId="15d22be4-2d84-414d-ac66-ca09a50eae87" providerId="ADAL" clId="{2A43D1C7-C612-4547-BA11-3049DC01C97C}" dt="2026-01-29T09:02:19.198" v="7082" actId="478"/>
          <ac:spMkLst>
            <pc:docMk/>
            <pc:sldMk cId="83537986" sldId="391"/>
            <ac:spMk id="984" creationId="{7C3606E9-3AE1-75A6-2676-63E65C58E07E}"/>
          </ac:spMkLst>
        </pc:spChg>
        <pc:spChg chg="mod">
          <ac:chgData name="Mayu Ninagawa (蜷川 真優 GE)" userId="15d22be4-2d84-414d-ac66-ca09a50eae87" providerId="ADAL" clId="{2A43D1C7-C612-4547-BA11-3049DC01C97C}" dt="2026-01-29T08:54:41.356" v="6852"/>
          <ac:spMkLst>
            <pc:docMk/>
            <pc:sldMk cId="83537986" sldId="391"/>
            <ac:spMk id="985" creationId="{0A120B2D-5B26-A0A7-F9E2-D582288D46A6}"/>
          </ac:spMkLst>
        </pc:spChg>
        <pc:spChg chg="mod">
          <ac:chgData name="Mayu Ninagawa (蜷川 真優 GE)" userId="15d22be4-2d84-414d-ac66-ca09a50eae87" providerId="ADAL" clId="{2A43D1C7-C612-4547-BA11-3049DC01C97C}" dt="2026-01-29T08:54:41.356" v="6852"/>
          <ac:spMkLst>
            <pc:docMk/>
            <pc:sldMk cId="83537986" sldId="391"/>
            <ac:spMk id="986" creationId="{8413D17A-2365-CFA3-B1E9-4AB9E8D499A7}"/>
          </ac:spMkLst>
        </pc:spChg>
        <pc:spChg chg="mod">
          <ac:chgData name="Mayu Ninagawa (蜷川 真優 GE)" userId="15d22be4-2d84-414d-ac66-ca09a50eae87" providerId="ADAL" clId="{2A43D1C7-C612-4547-BA11-3049DC01C97C}" dt="2026-01-29T08:54:41.356" v="6852"/>
          <ac:spMkLst>
            <pc:docMk/>
            <pc:sldMk cId="83537986" sldId="391"/>
            <ac:spMk id="987" creationId="{C21385D3-CCDE-F3C8-77DB-66E1C911C28C}"/>
          </ac:spMkLst>
        </pc:spChg>
        <pc:spChg chg="mod">
          <ac:chgData name="Mayu Ninagawa (蜷川 真優 GE)" userId="15d22be4-2d84-414d-ac66-ca09a50eae87" providerId="ADAL" clId="{2A43D1C7-C612-4547-BA11-3049DC01C97C}" dt="2026-01-29T08:54:41.356" v="6852"/>
          <ac:spMkLst>
            <pc:docMk/>
            <pc:sldMk cId="83537986" sldId="391"/>
            <ac:spMk id="988" creationId="{B382CA15-D409-3783-772B-44F0C050CB97}"/>
          </ac:spMkLst>
        </pc:spChg>
        <pc:spChg chg="mod">
          <ac:chgData name="Mayu Ninagawa (蜷川 真優 GE)" userId="15d22be4-2d84-414d-ac66-ca09a50eae87" providerId="ADAL" clId="{2A43D1C7-C612-4547-BA11-3049DC01C97C}" dt="2026-01-29T08:54:41.356" v="6852"/>
          <ac:spMkLst>
            <pc:docMk/>
            <pc:sldMk cId="83537986" sldId="391"/>
            <ac:spMk id="989" creationId="{8A2ECF5B-7572-A2E3-F446-F02AC3A6B99B}"/>
          </ac:spMkLst>
        </pc:spChg>
        <pc:spChg chg="mod">
          <ac:chgData name="Mayu Ninagawa (蜷川 真優 GE)" userId="15d22be4-2d84-414d-ac66-ca09a50eae87" providerId="ADAL" clId="{2A43D1C7-C612-4547-BA11-3049DC01C97C}" dt="2026-01-29T08:54:41.356" v="6852"/>
          <ac:spMkLst>
            <pc:docMk/>
            <pc:sldMk cId="83537986" sldId="391"/>
            <ac:spMk id="990" creationId="{6A6AF16F-A26A-4668-154D-7D7D9146593E}"/>
          </ac:spMkLst>
        </pc:spChg>
        <pc:spChg chg="mod">
          <ac:chgData name="Mayu Ninagawa (蜷川 真優 GE)" userId="15d22be4-2d84-414d-ac66-ca09a50eae87" providerId="ADAL" clId="{2A43D1C7-C612-4547-BA11-3049DC01C97C}" dt="2026-01-29T08:54:41.356" v="6852"/>
          <ac:spMkLst>
            <pc:docMk/>
            <pc:sldMk cId="83537986" sldId="391"/>
            <ac:spMk id="991" creationId="{0C647D6B-E94E-18D3-B7E0-A422421089B8}"/>
          </ac:spMkLst>
        </pc:spChg>
        <pc:spChg chg="mod">
          <ac:chgData name="Mayu Ninagawa (蜷川 真優 GE)" userId="15d22be4-2d84-414d-ac66-ca09a50eae87" providerId="ADAL" clId="{2A43D1C7-C612-4547-BA11-3049DC01C97C}" dt="2026-01-29T08:54:41.356" v="6852"/>
          <ac:spMkLst>
            <pc:docMk/>
            <pc:sldMk cId="83537986" sldId="391"/>
            <ac:spMk id="992" creationId="{1DB768D1-211B-0FF7-8B2B-36DA36241FC1}"/>
          </ac:spMkLst>
        </pc:spChg>
        <pc:spChg chg="mod">
          <ac:chgData name="Mayu Ninagawa (蜷川 真優 GE)" userId="15d22be4-2d84-414d-ac66-ca09a50eae87" providerId="ADAL" clId="{2A43D1C7-C612-4547-BA11-3049DC01C97C}" dt="2026-01-29T08:54:41.356" v="6852"/>
          <ac:spMkLst>
            <pc:docMk/>
            <pc:sldMk cId="83537986" sldId="391"/>
            <ac:spMk id="993" creationId="{26ED1D9D-063E-8DA2-8624-95471DA139CA}"/>
          </ac:spMkLst>
        </pc:spChg>
        <pc:spChg chg="mod">
          <ac:chgData name="Mayu Ninagawa (蜷川 真優 GE)" userId="15d22be4-2d84-414d-ac66-ca09a50eae87" providerId="ADAL" clId="{2A43D1C7-C612-4547-BA11-3049DC01C97C}" dt="2026-01-29T08:54:41.356" v="6852"/>
          <ac:spMkLst>
            <pc:docMk/>
            <pc:sldMk cId="83537986" sldId="391"/>
            <ac:spMk id="994" creationId="{C1D166F9-E893-7F7D-0407-07C620C6ED5E}"/>
          </ac:spMkLst>
        </pc:spChg>
        <pc:spChg chg="mod">
          <ac:chgData name="Mayu Ninagawa (蜷川 真優 GE)" userId="15d22be4-2d84-414d-ac66-ca09a50eae87" providerId="ADAL" clId="{2A43D1C7-C612-4547-BA11-3049DC01C97C}" dt="2026-01-29T08:54:41.356" v="6852"/>
          <ac:spMkLst>
            <pc:docMk/>
            <pc:sldMk cId="83537986" sldId="391"/>
            <ac:spMk id="995" creationId="{B4101301-87FC-0F58-634F-D5C7BF6B1519}"/>
          </ac:spMkLst>
        </pc:spChg>
        <pc:spChg chg="mod">
          <ac:chgData name="Mayu Ninagawa (蜷川 真優 GE)" userId="15d22be4-2d84-414d-ac66-ca09a50eae87" providerId="ADAL" clId="{2A43D1C7-C612-4547-BA11-3049DC01C97C}" dt="2026-01-29T08:54:41.356" v="6852"/>
          <ac:spMkLst>
            <pc:docMk/>
            <pc:sldMk cId="83537986" sldId="391"/>
            <ac:spMk id="996" creationId="{10E8FFF4-79E1-BB61-B40D-03849EDA6B29}"/>
          </ac:spMkLst>
        </pc:spChg>
        <pc:spChg chg="mod">
          <ac:chgData name="Mayu Ninagawa (蜷川 真優 GE)" userId="15d22be4-2d84-414d-ac66-ca09a50eae87" providerId="ADAL" clId="{2A43D1C7-C612-4547-BA11-3049DC01C97C}" dt="2026-01-29T08:54:41.356" v="6852"/>
          <ac:spMkLst>
            <pc:docMk/>
            <pc:sldMk cId="83537986" sldId="391"/>
            <ac:spMk id="997" creationId="{C3829C12-7713-CD4A-7E63-0D468832DA1A}"/>
          </ac:spMkLst>
        </pc:spChg>
        <pc:spChg chg="mod">
          <ac:chgData name="Mayu Ninagawa (蜷川 真優 GE)" userId="15d22be4-2d84-414d-ac66-ca09a50eae87" providerId="ADAL" clId="{2A43D1C7-C612-4547-BA11-3049DC01C97C}" dt="2026-01-29T08:54:41.356" v="6852"/>
          <ac:spMkLst>
            <pc:docMk/>
            <pc:sldMk cId="83537986" sldId="391"/>
            <ac:spMk id="998" creationId="{0F596700-F046-B51A-54A2-C958E106AAA5}"/>
          </ac:spMkLst>
        </pc:spChg>
        <pc:spChg chg="mod">
          <ac:chgData name="Mayu Ninagawa (蜷川 真優 GE)" userId="15d22be4-2d84-414d-ac66-ca09a50eae87" providerId="ADAL" clId="{2A43D1C7-C612-4547-BA11-3049DC01C97C}" dt="2026-01-29T08:54:41.356" v="6852"/>
          <ac:spMkLst>
            <pc:docMk/>
            <pc:sldMk cId="83537986" sldId="391"/>
            <ac:spMk id="999" creationId="{D2B5FBEE-FDA7-C59B-9CD8-F4F3E1ADB16D}"/>
          </ac:spMkLst>
        </pc:spChg>
        <pc:spChg chg="mod">
          <ac:chgData name="Mayu Ninagawa (蜷川 真優 GE)" userId="15d22be4-2d84-414d-ac66-ca09a50eae87" providerId="ADAL" clId="{2A43D1C7-C612-4547-BA11-3049DC01C97C}" dt="2026-01-29T08:54:41.356" v="6852"/>
          <ac:spMkLst>
            <pc:docMk/>
            <pc:sldMk cId="83537986" sldId="391"/>
            <ac:spMk id="1000" creationId="{97705303-9EDC-43C6-F5AF-6354F3F80A63}"/>
          </ac:spMkLst>
        </pc:spChg>
        <pc:spChg chg="mod">
          <ac:chgData name="Mayu Ninagawa (蜷川 真優 GE)" userId="15d22be4-2d84-414d-ac66-ca09a50eae87" providerId="ADAL" clId="{2A43D1C7-C612-4547-BA11-3049DC01C97C}" dt="2026-01-29T08:54:41.356" v="6852"/>
          <ac:spMkLst>
            <pc:docMk/>
            <pc:sldMk cId="83537986" sldId="391"/>
            <ac:spMk id="1001" creationId="{92FCBA36-69E3-C208-8D91-800430FC0DCB}"/>
          </ac:spMkLst>
        </pc:spChg>
        <pc:spChg chg="mod">
          <ac:chgData name="Mayu Ninagawa (蜷川 真優 GE)" userId="15d22be4-2d84-414d-ac66-ca09a50eae87" providerId="ADAL" clId="{2A43D1C7-C612-4547-BA11-3049DC01C97C}" dt="2026-01-29T08:54:41.356" v="6852"/>
          <ac:spMkLst>
            <pc:docMk/>
            <pc:sldMk cId="83537986" sldId="391"/>
            <ac:spMk id="1002" creationId="{B92C6CF0-1588-F415-64CE-80F8D92F8535}"/>
          </ac:spMkLst>
        </pc:spChg>
        <pc:spChg chg="mod">
          <ac:chgData name="Mayu Ninagawa (蜷川 真優 GE)" userId="15d22be4-2d84-414d-ac66-ca09a50eae87" providerId="ADAL" clId="{2A43D1C7-C612-4547-BA11-3049DC01C97C}" dt="2026-01-29T08:54:41.356" v="6852"/>
          <ac:spMkLst>
            <pc:docMk/>
            <pc:sldMk cId="83537986" sldId="391"/>
            <ac:spMk id="1003" creationId="{28D9D1B5-69A2-FC5D-412E-5F8011F4AF26}"/>
          </ac:spMkLst>
        </pc:spChg>
        <pc:spChg chg="mod">
          <ac:chgData name="Mayu Ninagawa (蜷川 真優 GE)" userId="15d22be4-2d84-414d-ac66-ca09a50eae87" providerId="ADAL" clId="{2A43D1C7-C612-4547-BA11-3049DC01C97C}" dt="2026-01-29T08:54:41.356" v="6852"/>
          <ac:spMkLst>
            <pc:docMk/>
            <pc:sldMk cId="83537986" sldId="391"/>
            <ac:spMk id="1004" creationId="{90C28CDB-4B19-C126-7616-57A8C004BFA6}"/>
          </ac:spMkLst>
        </pc:spChg>
        <pc:spChg chg="mod">
          <ac:chgData name="Mayu Ninagawa (蜷川 真優 GE)" userId="15d22be4-2d84-414d-ac66-ca09a50eae87" providerId="ADAL" clId="{2A43D1C7-C612-4547-BA11-3049DC01C97C}" dt="2026-01-29T08:54:41.356" v="6852"/>
          <ac:spMkLst>
            <pc:docMk/>
            <pc:sldMk cId="83537986" sldId="391"/>
            <ac:spMk id="1005" creationId="{60421B98-C349-B8C1-6831-DBD7DCE6D9CE}"/>
          </ac:spMkLst>
        </pc:spChg>
        <pc:spChg chg="mod">
          <ac:chgData name="Mayu Ninagawa (蜷川 真優 GE)" userId="15d22be4-2d84-414d-ac66-ca09a50eae87" providerId="ADAL" clId="{2A43D1C7-C612-4547-BA11-3049DC01C97C}" dt="2026-01-29T08:54:41.356" v="6852"/>
          <ac:spMkLst>
            <pc:docMk/>
            <pc:sldMk cId="83537986" sldId="391"/>
            <ac:spMk id="1006" creationId="{8D195106-68CF-930A-B79C-DD3470FA8BCC}"/>
          </ac:spMkLst>
        </pc:spChg>
        <pc:spChg chg="mod">
          <ac:chgData name="Mayu Ninagawa (蜷川 真優 GE)" userId="15d22be4-2d84-414d-ac66-ca09a50eae87" providerId="ADAL" clId="{2A43D1C7-C612-4547-BA11-3049DC01C97C}" dt="2026-01-29T08:54:41.356" v="6852"/>
          <ac:spMkLst>
            <pc:docMk/>
            <pc:sldMk cId="83537986" sldId="391"/>
            <ac:spMk id="1007" creationId="{348771D1-C735-42E9-45FE-4F7C34804372}"/>
          </ac:spMkLst>
        </pc:spChg>
        <pc:spChg chg="mod">
          <ac:chgData name="Mayu Ninagawa (蜷川 真優 GE)" userId="15d22be4-2d84-414d-ac66-ca09a50eae87" providerId="ADAL" clId="{2A43D1C7-C612-4547-BA11-3049DC01C97C}" dt="2026-01-29T08:54:41.356" v="6852"/>
          <ac:spMkLst>
            <pc:docMk/>
            <pc:sldMk cId="83537986" sldId="391"/>
            <ac:spMk id="1008" creationId="{EC16604A-6A64-A552-33C2-7F73FBA74A9A}"/>
          </ac:spMkLst>
        </pc:spChg>
        <pc:spChg chg="mod">
          <ac:chgData name="Mayu Ninagawa (蜷川 真優 GE)" userId="15d22be4-2d84-414d-ac66-ca09a50eae87" providerId="ADAL" clId="{2A43D1C7-C612-4547-BA11-3049DC01C97C}" dt="2026-01-29T08:54:41.356" v="6852"/>
          <ac:spMkLst>
            <pc:docMk/>
            <pc:sldMk cId="83537986" sldId="391"/>
            <ac:spMk id="1009" creationId="{2882E20A-8CBE-2DB3-D554-DC9A2480D480}"/>
          </ac:spMkLst>
        </pc:spChg>
        <pc:spChg chg="mod">
          <ac:chgData name="Mayu Ninagawa (蜷川 真優 GE)" userId="15d22be4-2d84-414d-ac66-ca09a50eae87" providerId="ADAL" clId="{2A43D1C7-C612-4547-BA11-3049DC01C97C}" dt="2026-01-29T08:54:41.356" v="6852"/>
          <ac:spMkLst>
            <pc:docMk/>
            <pc:sldMk cId="83537986" sldId="391"/>
            <ac:spMk id="1010" creationId="{41C9E1E5-3746-6588-FF66-326812947C5C}"/>
          </ac:spMkLst>
        </pc:spChg>
        <pc:spChg chg="mod">
          <ac:chgData name="Mayu Ninagawa (蜷川 真優 GE)" userId="15d22be4-2d84-414d-ac66-ca09a50eae87" providerId="ADAL" clId="{2A43D1C7-C612-4547-BA11-3049DC01C97C}" dt="2026-01-29T08:54:41.356" v="6852"/>
          <ac:spMkLst>
            <pc:docMk/>
            <pc:sldMk cId="83537986" sldId="391"/>
            <ac:spMk id="1011" creationId="{A5DBBE94-934F-ED49-7932-4D65B678AA29}"/>
          </ac:spMkLst>
        </pc:spChg>
        <pc:spChg chg="mod">
          <ac:chgData name="Mayu Ninagawa (蜷川 真優 GE)" userId="15d22be4-2d84-414d-ac66-ca09a50eae87" providerId="ADAL" clId="{2A43D1C7-C612-4547-BA11-3049DC01C97C}" dt="2026-01-29T08:54:41.356" v="6852"/>
          <ac:spMkLst>
            <pc:docMk/>
            <pc:sldMk cId="83537986" sldId="391"/>
            <ac:spMk id="1012" creationId="{E2B4679C-730C-5695-F03D-88310786CAE9}"/>
          </ac:spMkLst>
        </pc:spChg>
        <pc:spChg chg="mod">
          <ac:chgData name="Mayu Ninagawa (蜷川 真優 GE)" userId="15d22be4-2d84-414d-ac66-ca09a50eae87" providerId="ADAL" clId="{2A43D1C7-C612-4547-BA11-3049DC01C97C}" dt="2026-01-29T08:54:41.356" v="6852"/>
          <ac:spMkLst>
            <pc:docMk/>
            <pc:sldMk cId="83537986" sldId="391"/>
            <ac:spMk id="1013" creationId="{D4B8F3BF-54A6-55AD-8DCC-BB2BD25A86D5}"/>
          </ac:spMkLst>
        </pc:spChg>
        <pc:spChg chg="mod">
          <ac:chgData name="Mayu Ninagawa (蜷川 真優 GE)" userId="15d22be4-2d84-414d-ac66-ca09a50eae87" providerId="ADAL" clId="{2A43D1C7-C612-4547-BA11-3049DC01C97C}" dt="2026-01-29T08:54:41.356" v="6852"/>
          <ac:spMkLst>
            <pc:docMk/>
            <pc:sldMk cId="83537986" sldId="391"/>
            <ac:spMk id="1014" creationId="{E9342F99-BADA-BEBB-B325-12C9D3251030}"/>
          </ac:spMkLst>
        </pc:spChg>
        <pc:spChg chg="mod">
          <ac:chgData name="Mayu Ninagawa (蜷川 真優 GE)" userId="15d22be4-2d84-414d-ac66-ca09a50eae87" providerId="ADAL" clId="{2A43D1C7-C612-4547-BA11-3049DC01C97C}" dt="2026-01-29T08:54:41.356" v="6852"/>
          <ac:spMkLst>
            <pc:docMk/>
            <pc:sldMk cId="83537986" sldId="391"/>
            <ac:spMk id="1015" creationId="{CD413861-557F-6BF8-990C-C4C78824E387}"/>
          </ac:spMkLst>
        </pc:spChg>
        <pc:spChg chg="mod">
          <ac:chgData name="Mayu Ninagawa (蜷川 真優 GE)" userId="15d22be4-2d84-414d-ac66-ca09a50eae87" providerId="ADAL" clId="{2A43D1C7-C612-4547-BA11-3049DC01C97C}" dt="2026-01-29T08:54:41.356" v="6852"/>
          <ac:spMkLst>
            <pc:docMk/>
            <pc:sldMk cId="83537986" sldId="391"/>
            <ac:spMk id="1016" creationId="{97404BFA-B2E3-3C22-8CE1-1B662A6C2DDC}"/>
          </ac:spMkLst>
        </pc:spChg>
        <pc:spChg chg="mod">
          <ac:chgData name="Mayu Ninagawa (蜷川 真優 GE)" userId="15d22be4-2d84-414d-ac66-ca09a50eae87" providerId="ADAL" clId="{2A43D1C7-C612-4547-BA11-3049DC01C97C}" dt="2026-01-29T08:54:41.356" v="6852"/>
          <ac:spMkLst>
            <pc:docMk/>
            <pc:sldMk cId="83537986" sldId="391"/>
            <ac:spMk id="1017" creationId="{9EA7AAAC-11E9-0B78-B59F-3B82B29CC642}"/>
          </ac:spMkLst>
        </pc:spChg>
        <pc:spChg chg="mod">
          <ac:chgData name="Mayu Ninagawa (蜷川 真優 GE)" userId="15d22be4-2d84-414d-ac66-ca09a50eae87" providerId="ADAL" clId="{2A43D1C7-C612-4547-BA11-3049DC01C97C}" dt="2026-01-29T08:54:41.356" v="6852"/>
          <ac:spMkLst>
            <pc:docMk/>
            <pc:sldMk cId="83537986" sldId="391"/>
            <ac:spMk id="1018" creationId="{54B54C88-CD90-56F9-6684-FF0B1E814EE6}"/>
          </ac:spMkLst>
        </pc:spChg>
        <pc:spChg chg="mod">
          <ac:chgData name="Mayu Ninagawa (蜷川 真優 GE)" userId="15d22be4-2d84-414d-ac66-ca09a50eae87" providerId="ADAL" clId="{2A43D1C7-C612-4547-BA11-3049DC01C97C}" dt="2026-01-29T08:54:41.356" v="6852"/>
          <ac:spMkLst>
            <pc:docMk/>
            <pc:sldMk cId="83537986" sldId="391"/>
            <ac:spMk id="1019" creationId="{574FCB91-DF11-2B0E-0C04-B6336840AB2E}"/>
          </ac:spMkLst>
        </pc:spChg>
        <pc:spChg chg="mod">
          <ac:chgData name="Mayu Ninagawa (蜷川 真優 GE)" userId="15d22be4-2d84-414d-ac66-ca09a50eae87" providerId="ADAL" clId="{2A43D1C7-C612-4547-BA11-3049DC01C97C}" dt="2026-01-29T08:54:41.356" v="6852"/>
          <ac:spMkLst>
            <pc:docMk/>
            <pc:sldMk cId="83537986" sldId="391"/>
            <ac:spMk id="1020" creationId="{E0397F77-7498-34D9-5B07-5E588A2CF18F}"/>
          </ac:spMkLst>
        </pc:spChg>
        <pc:spChg chg="mod">
          <ac:chgData name="Mayu Ninagawa (蜷川 真優 GE)" userId="15d22be4-2d84-414d-ac66-ca09a50eae87" providerId="ADAL" clId="{2A43D1C7-C612-4547-BA11-3049DC01C97C}" dt="2026-01-29T08:54:41.356" v="6852"/>
          <ac:spMkLst>
            <pc:docMk/>
            <pc:sldMk cId="83537986" sldId="391"/>
            <ac:spMk id="1021" creationId="{343147EF-85C7-9680-5805-5837DDCE3C0F}"/>
          </ac:spMkLst>
        </pc:spChg>
        <pc:spChg chg="mod">
          <ac:chgData name="Mayu Ninagawa (蜷川 真優 GE)" userId="15d22be4-2d84-414d-ac66-ca09a50eae87" providerId="ADAL" clId="{2A43D1C7-C612-4547-BA11-3049DC01C97C}" dt="2026-01-29T08:54:41.356" v="6852"/>
          <ac:spMkLst>
            <pc:docMk/>
            <pc:sldMk cId="83537986" sldId="391"/>
            <ac:spMk id="1022" creationId="{422AC9C5-87DB-9CC7-BBEA-3E9D07845F64}"/>
          </ac:spMkLst>
        </pc:spChg>
        <pc:spChg chg="mod">
          <ac:chgData name="Mayu Ninagawa (蜷川 真優 GE)" userId="15d22be4-2d84-414d-ac66-ca09a50eae87" providerId="ADAL" clId="{2A43D1C7-C612-4547-BA11-3049DC01C97C}" dt="2026-01-29T08:54:41.356" v="6852"/>
          <ac:spMkLst>
            <pc:docMk/>
            <pc:sldMk cId="83537986" sldId="391"/>
            <ac:spMk id="1023" creationId="{4216B9DA-BB7F-669B-1684-EDB3A4BB1AE2}"/>
          </ac:spMkLst>
        </pc:spChg>
        <pc:spChg chg="mod">
          <ac:chgData name="Mayu Ninagawa (蜷川 真優 GE)" userId="15d22be4-2d84-414d-ac66-ca09a50eae87" providerId="ADAL" clId="{2A43D1C7-C612-4547-BA11-3049DC01C97C}" dt="2026-01-29T09:18:17.138" v="7889"/>
          <ac:spMkLst>
            <pc:docMk/>
            <pc:sldMk cId="83537986" sldId="391"/>
            <ac:spMk id="1024" creationId="{B10417FD-D906-2EF3-643F-073AF43A845C}"/>
          </ac:spMkLst>
        </pc:spChg>
        <pc:spChg chg="mod">
          <ac:chgData name="Mayu Ninagawa (蜷川 真優 GE)" userId="15d22be4-2d84-414d-ac66-ca09a50eae87" providerId="ADAL" clId="{2A43D1C7-C612-4547-BA11-3049DC01C97C}" dt="2026-01-29T09:18:17.138" v="7889"/>
          <ac:spMkLst>
            <pc:docMk/>
            <pc:sldMk cId="83537986" sldId="391"/>
            <ac:spMk id="1025" creationId="{92FB0C94-09BB-8507-1FF7-0E877B98B31E}"/>
          </ac:spMkLst>
        </pc:spChg>
        <pc:spChg chg="mod">
          <ac:chgData name="Mayu Ninagawa (蜷川 真優 GE)" userId="15d22be4-2d84-414d-ac66-ca09a50eae87" providerId="ADAL" clId="{2A43D1C7-C612-4547-BA11-3049DC01C97C}" dt="2026-01-29T09:18:17.138" v="7889"/>
          <ac:spMkLst>
            <pc:docMk/>
            <pc:sldMk cId="83537986" sldId="391"/>
            <ac:spMk id="1026" creationId="{EFD1E2EE-9739-0DEC-4E3A-3ECA81A4FA2A}"/>
          </ac:spMkLst>
        </pc:spChg>
        <pc:spChg chg="mod">
          <ac:chgData name="Mayu Ninagawa (蜷川 真優 GE)" userId="15d22be4-2d84-414d-ac66-ca09a50eae87" providerId="ADAL" clId="{2A43D1C7-C612-4547-BA11-3049DC01C97C}" dt="2026-01-29T09:18:17.138" v="7889"/>
          <ac:spMkLst>
            <pc:docMk/>
            <pc:sldMk cId="83537986" sldId="391"/>
            <ac:spMk id="1027" creationId="{8C5ABD2E-5560-42BA-A76B-9753BDFA1987}"/>
          </ac:spMkLst>
        </pc:spChg>
        <pc:spChg chg="mod">
          <ac:chgData name="Mayu Ninagawa (蜷川 真優 GE)" userId="15d22be4-2d84-414d-ac66-ca09a50eae87" providerId="ADAL" clId="{2A43D1C7-C612-4547-BA11-3049DC01C97C}" dt="2026-01-29T09:18:17.138" v="7889"/>
          <ac:spMkLst>
            <pc:docMk/>
            <pc:sldMk cId="83537986" sldId="391"/>
            <ac:spMk id="1028" creationId="{39F57E39-39A6-1D59-997C-D6A925315FA9}"/>
          </ac:spMkLst>
        </pc:spChg>
        <pc:spChg chg="mod">
          <ac:chgData name="Mayu Ninagawa (蜷川 真優 GE)" userId="15d22be4-2d84-414d-ac66-ca09a50eae87" providerId="ADAL" clId="{2A43D1C7-C612-4547-BA11-3049DC01C97C}" dt="2026-01-29T09:18:17.138" v="7889"/>
          <ac:spMkLst>
            <pc:docMk/>
            <pc:sldMk cId="83537986" sldId="391"/>
            <ac:spMk id="1029" creationId="{931F7B4D-1859-C0EF-B429-20A599CC212D}"/>
          </ac:spMkLst>
        </pc:spChg>
        <pc:spChg chg="mod">
          <ac:chgData name="Mayu Ninagawa (蜷川 真優 GE)" userId="15d22be4-2d84-414d-ac66-ca09a50eae87" providerId="ADAL" clId="{2A43D1C7-C612-4547-BA11-3049DC01C97C}" dt="2026-01-29T09:18:17.138" v="7889"/>
          <ac:spMkLst>
            <pc:docMk/>
            <pc:sldMk cId="83537986" sldId="391"/>
            <ac:spMk id="1030" creationId="{A4CF0ACE-434F-17C6-B30E-0BE3B1187676}"/>
          </ac:spMkLst>
        </pc:spChg>
        <pc:spChg chg="mod">
          <ac:chgData name="Mayu Ninagawa (蜷川 真優 GE)" userId="15d22be4-2d84-414d-ac66-ca09a50eae87" providerId="ADAL" clId="{2A43D1C7-C612-4547-BA11-3049DC01C97C}" dt="2026-01-29T09:18:17.138" v="7889"/>
          <ac:spMkLst>
            <pc:docMk/>
            <pc:sldMk cId="83537986" sldId="391"/>
            <ac:spMk id="1031" creationId="{5E4D69CB-AD70-E5B8-8373-413D43A756F3}"/>
          </ac:spMkLst>
        </pc:spChg>
        <pc:spChg chg="mod">
          <ac:chgData name="Mayu Ninagawa (蜷川 真優 GE)" userId="15d22be4-2d84-414d-ac66-ca09a50eae87" providerId="ADAL" clId="{2A43D1C7-C612-4547-BA11-3049DC01C97C}" dt="2026-01-29T09:18:17.138" v="7889"/>
          <ac:spMkLst>
            <pc:docMk/>
            <pc:sldMk cId="83537986" sldId="391"/>
            <ac:spMk id="1032" creationId="{B292C7AE-C9D7-C6F9-A77F-99584070063D}"/>
          </ac:spMkLst>
        </pc:spChg>
        <pc:spChg chg="mod">
          <ac:chgData name="Mayu Ninagawa (蜷川 真優 GE)" userId="15d22be4-2d84-414d-ac66-ca09a50eae87" providerId="ADAL" clId="{2A43D1C7-C612-4547-BA11-3049DC01C97C}" dt="2026-01-29T09:18:17.138" v="7889"/>
          <ac:spMkLst>
            <pc:docMk/>
            <pc:sldMk cId="83537986" sldId="391"/>
            <ac:spMk id="1033" creationId="{65295A17-E700-77D7-E015-26BC09EF485D}"/>
          </ac:spMkLst>
        </pc:spChg>
        <pc:spChg chg="mod">
          <ac:chgData name="Mayu Ninagawa (蜷川 真優 GE)" userId="15d22be4-2d84-414d-ac66-ca09a50eae87" providerId="ADAL" clId="{2A43D1C7-C612-4547-BA11-3049DC01C97C}" dt="2026-01-29T09:18:17.138" v="7889"/>
          <ac:spMkLst>
            <pc:docMk/>
            <pc:sldMk cId="83537986" sldId="391"/>
            <ac:spMk id="1034" creationId="{2ED40F80-EE8C-8295-7745-FF0D3240DE2A}"/>
          </ac:spMkLst>
        </pc:spChg>
        <pc:spChg chg="mod">
          <ac:chgData name="Mayu Ninagawa (蜷川 真優 GE)" userId="15d22be4-2d84-414d-ac66-ca09a50eae87" providerId="ADAL" clId="{2A43D1C7-C612-4547-BA11-3049DC01C97C}" dt="2026-01-29T09:18:17.138" v="7889"/>
          <ac:spMkLst>
            <pc:docMk/>
            <pc:sldMk cId="83537986" sldId="391"/>
            <ac:spMk id="1035" creationId="{F55F34B9-5C24-9F8E-EF1A-74930BCEFED9}"/>
          </ac:spMkLst>
        </pc:spChg>
        <pc:spChg chg="mod">
          <ac:chgData name="Mayu Ninagawa (蜷川 真優 GE)" userId="15d22be4-2d84-414d-ac66-ca09a50eae87" providerId="ADAL" clId="{2A43D1C7-C612-4547-BA11-3049DC01C97C}" dt="2026-01-29T09:18:17.138" v="7889"/>
          <ac:spMkLst>
            <pc:docMk/>
            <pc:sldMk cId="83537986" sldId="391"/>
            <ac:spMk id="1036" creationId="{48139E0E-66B0-6C3E-792C-741C1DCC460C}"/>
          </ac:spMkLst>
        </pc:spChg>
        <pc:spChg chg="mod">
          <ac:chgData name="Mayu Ninagawa (蜷川 真優 GE)" userId="15d22be4-2d84-414d-ac66-ca09a50eae87" providerId="ADAL" clId="{2A43D1C7-C612-4547-BA11-3049DC01C97C}" dt="2026-01-29T09:18:17.138" v="7889"/>
          <ac:spMkLst>
            <pc:docMk/>
            <pc:sldMk cId="83537986" sldId="391"/>
            <ac:spMk id="1037" creationId="{DC1DFD58-4304-05F4-DF1C-8AFC0DA230B4}"/>
          </ac:spMkLst>
        </pc:spChg>
        <pc:spChg chg="mod">
          <ac:chgData name="Mayu Ninagawa (蜷川 真優 GE)" userId="15d22be4-2d84-414d-ac66-ca09a50eae87" providerId="ADAL" clId="{2A43D1C7-C612-4547-BA11-3049DC01C97C}" dt="2026-01-29T09:18:17.138" v="7889"/>
          <ac:spMkLst>
            <pc:docMk/>
            <pc:sldMk cId="83537986" sldId="391"/>
            <ac:spMk id="1038" creationId="{B4F4EBD3-6228-2419-5829-EF2653A01D60}"/>
          </ac:spMkLst>
        </pc:spChg>
        <pc:spChg chg="mod">
          <ac:chgData name="Mayu Ninagawa (蜷川 真優 GE)" userId="15d22be4-2d84-414d-ac66-ca09a50eae87" providerId="ADAL" clId="{2A43D1C7-C612-4547-BA11-3049DC01C97C}" dt="2026-01-29T09:18:17.138" v="7889"/>
          <ac:spMkLst>
            <pc:docMk/>
            <pc:sldMk cId="83537986" sldId="391"/>
            <ac:spMk id="1039" creationId="{73D9619E-1896-4114-13CE-8AD3603264A2}"/>
          </ac:spMkLst>
        </pc:spChg>
        <pc:spChg chg="mod">
          <ac:chgData name="Mayu Ninagawa (蜷川 真優 GE)" userId="15d22be4-2d84-414d-ac66-ca09a50eae87" providerId="ADAL" clId="{2A43D1C7-C612-4547-BA11-3049DC01C97C}" dt="2026-01-29T09:18:17.138" v="7889"/>
          <ac:spMkLst>
            <pc:docMk/>
            <pc:sldMk cId="83537986" sldId="391"/>
            <ac:spMk id="1040" creationId="{0F35C04D-9A05-954B-B2FE-9E207A409638}"/>
          </ac:spMkLst>
        </pc:spChg>
        <pc:spChg chg="mod">
          <ac:chgData name="Mayu Ninagawa (蜷川 真優 GE)" userId="15d22be4-2d84-414d-ac66-ca09a50eae87" providerId="ADAL" clId="{2A43D1C7-C612-4547-BA11-3049DC01C97C}" dt="2026-01-29T09:18:17.138" v="7889"/>
          <ac:spMkLst>
            <pc:docMk/>
            <pc:sldMk cId="83537986" sldId="391"/>
            <ac:spMk id="1041" creationId="{B1553C1B-D49E-6863-5CE9-64C0EB25217E}"/>
          </ac:spMkLst>
        </pc:spChg>
        <pc:spChg chg="mod">
          <ac:chgData name="Mayu Ninagawa (蜷川 真優 GE)" userId="15d22be4-2d84-414d-ac66-ca09a50eae87" providerId="ADAL" clId="{2A43D1C7-C612-4547-BA11-3049DC01C97C}" dt="2026-01-29T09:18:17.138" v="7889"/>
          <ac:spMkLst>
            <pc:docMk/>
            <pc:sldMk cId="83537986" sldId="391"/>
            <ac:spMk id="1042" creationId="{BD2C475F-E6BC-0280-750D-37D584520E28}"/>
          </ac:spMkLst>
        </pc:spChg>
        <pc:spChg chg="mod">
          <ac:chgData name="Mayu Ninagawa (蜷川 真優 GE)" userId="15d22be4-2d84-414d-ac66-ca09a50eae87" providerId="ADAL" clId="{2A43D1C7-C612-4547-BA11-3049DC01C97C}" dt="2026-01-29T09:18:17.138" v="7889"/>
          <ac:spMkLst>
            <pc:docMk/>
            <pc:sldMk cId="83537986" sldId="391"/>
            <ac:spMk id="1043" creationId="{5BC2A87B-8C6E-8F49-3F53-BDF073EA8C41}"/>
          </ac:spMkLst>
        </pc:spChg>
        <pc:spChg chg="mod">
          <ac:chgData name="Mayu Ninagawa (蜷川 真優 GE)" userId="15d22be4-2d84-414d-ac66-ca09a50eae87" providerId="ADAL" clId="{2A43D1C7-C612-4547-BA11-3049DC01C97C}" dt="2026-01-29T09:18:17.138" v="7889"/>
          <ac:spMkLst>
            <pc:docMk/>
            <pc:sldMk cId="83537986" sldId="391"/>
            <ac:spMk id="1044" creationId="{AE90F397-DD71-098C-6E56-9903FF9AF1E5}"/>
          </ac:spMkLst>
        </pc:spChg>
        <pc:spChg chg="mod">
          <ac:chgData name="Mayu Ninagawa (蜷川 真優 GE)" userId="15d22be4-2d84-414d-ac66-ca09a50eae87" providerId="ADAL" clId="{2A43D1C7-C612-4547-BA11-3049DC01C97C}" dt="2026-01-29T09:18:17.138" v="7889"/>
          <ac:spMkLst>
            <pc:docMk/>
            <pc:sldMk cId="83537986" sldId="391"/>
            <ac:spMk id="1045" creationId="{8C1BA183-E881-1C87-9A20-E1458A165C62}"/>
          </ac:spMkLst>
        </pc:spChg>
        <pc:spChg chg="mod">
          <ac:chgData name="Mayu Ninagawa (蜷川 真優 GE)" userId="15d22be4-2d84-414d-ac66-ca09a50eae87" providerId="ADAL" clId="{2A43D1C7-C612-4547-BA11-3049DC01C97C}" dt="2026-01-29T09:18:17.138" v="7889"/>
          <ac:spMkLst>
            <pc:docMk/>
            <pc:sldMk cId="83537986" sldId="391"/>
            <ac:spMk id="1046" creationId="{C91D9058-0BFA-DA61-FA63-7A35F969B51D}"/>
          </ac:spMkLst>
        </pc:spChg>
        <pc:spChg chg="mod">
          <ac:chgData name="Mayu Ninagawa (蜷川 真優 GE)" userId="15d22be4-2d84-414d-ac66-ca09a50eae87" providerId="ADAL" clId="{2A43D1C7-C612-4547-BA11-3049DC01C97C}" dt="2026-01-29T09:18:17.138" v="7889"/>
          <ac:spMkLst>
            <pc:docMk/>
            <pc:sldMk cId="83537986" sldId="391"/>
            <ac:spMk id="1047" creationId="{5626EA65-E757-9246-3EB5-23B17670346E}"/>
          </ac:spMkLst>
        </pc:spChg>
        <pc:spChg chg="mod">
          <ac:chgData name="Mayu Ninagawa (蜷川 真優 GE)" userId="15d22be4-2d84-414d-ac66-ca09a50eae87" providerId="ADAL" clId="{2A43D1C7-C612-4547-BA11-3049DC01C97C}" dt="2026-01-29T09:18:17.138" v="7889"/>
          <ac:spMkLst>
            <pc:docMk/>
            <pc:sldMk cId="83537986" sldId="391"/>
            <ac:spMk id="1048" creationId="{4CD521F3-673E-D6F4-4655-4258B6FBDE61}"/>
          </ac:spMkLst>
        </pc:spChg>
        <pc:spChg chg="mod">
          <ac:chgData name="Mayu Ninagawa (蜷川 真優 GE)" userId="15d22be4-2d84-414d-ac66-ca09a50eae87" providerId="ADAL" clId="{2A43D1C7-C612-4547-BA11-3049DC01C97C}" dt="2026-01-29T09:18:17.138" v="7889"/>
          <ac:spMkLst>
            <pc:docMk/>
            <pc:sldMk cId="83537986" sldId="391"/>
            <ac:spMk id="1049" creationId="{83C53D9A-6F21-3F99-DA97-910A7A6C469E}"/>
          </ac:spMkLst>
        </pc:spChg>
        <pc:spChg chg="mod">
          <ac:chgData name="Mayu Ninagawa (蜷川 真優 GE)" userId="15d22be4-2d84-414d-ac66-ca09a50eae87" providerId="ADAL" clId="{2A43D1C7-C612-4547-BA11-3049DC01C97C}" dt="2026-01-29T09:18:17.138" v="7889"/>
          <ac:spMkLst>
            <pc:docMk/>
            <pc:sldMk cId="83537986" sldId="391"/>
            <ac:spMk id="1050" creationId="{35920961-15C1-FC40-BF83-9B6A143603D2}"/>
          </ac:spMkLst>
        </pc:spChg>
        <pc:spChg chg="mod">
          <ac:chgData name="Mayu Ninagawa (蜷川 真優 GE)" userId="15d22be4-2d84-414d-ac66-ca09a50eae87" providerId="ADAL" clId="{2A43D1C7-C612-4547-BA11-3049DC01C97C}" dt="2026-01-29T09:18:17.138" v="7889"/>
          <ac:spMkLst>
            <pc:docMk/>
            <pc:sldMk cId="83537986" sldId="391"/>
            <ac:spMk id="1051" creationId="{7D2859A4-AEA6-BD36-75C0-F44FB7D28181}"/>
          </ac:spMkLst>
        </pc:spChg>
        <pc:spChg chg="mod">
          <ac:chgData name="Mayu Ninagawa (蜷川 真優 GE)" userId="15d22be4-2d84-414d-ac66-ca09a50eae87" providerId="ADAL" clId="{2A43D1C7-C612-4547-BA11-3049DC01C97C}" dt="2026-01-29T09:18:17.138" v="7889"/>
          <ac:spMkLst>
            <pc:docMk/>
            <pc:sldMk cId="83537986" sldId="391"/>
            <ac:spMk id="1052" creationId="{C47FE688-C65B-D7EF-4B4A-FB4E2C5A64FC}"/>
          </ac:spMkLst>
        </pc:spChg>
        <pc:spChg chg="mod">
          <ac:chgData name="Mayu Ninagawa (蜷川 真優 GE)" userId="15d22be4-2d84-414d-ac66-ca09a50eae87" providerId="ADAL" clId="{2A43D1C7-C612-4547-BA11-3049DC01C97C}" dt="2026-01-29T09:18:17.138" v="7889"/>
          <ac:spMkLst>
            <pc:docMk/>
            <pc:sldMk cId="83537986" sldId="391"/>
            <ac:spMk id="1053" creationId="{5893E1CC-8420-A538-8AC7-019B44D839DE}"/>
          </ac:spMkLst>
        </pc:spChg>
        <pc:spChg chg="mod">
          <ac:chgData name="Mayu Ninagawa (蜷川 真優 GE)" userId="15d22be4-2d84-414d-ac66-ca09a50eae87" providerId="ADAL" clId="{2A43D1C7-C612-4547-BA11-3049DC01C97C}" dt="2026-01-29T09:18:17.138" v="7889"/>
          <ac:spMkLst>
            <pc:docMk/>
            <pc:sldMk cId="83537986" sldId="391"/>
            <ac:spMk id="1054" creationId="{AE0B4003-2EB6-6493-B880-C8C537B9661E}"/>
          </ac:spMkLst>
        </pc:spChg>
        <pc:spChg chg="mod">
          <ac:chgData name="Mayu Ninagawa (蜷川 真優 GE)" userId="15d22be4-2d84-414d-ac66-ca09a50eae87" providerId="ADAL" clId="{2A43D1C7-C612-4547-BA11-3049DC01C97C}" dt="2026-01-29T09:18:17.138" v="7889"/>
          <ac:spMkLst>
            <pc:docMk/>
            <pc:sldMk cId="83537986" sldId="391"/>
            <ac:spMk id="1055" creationId="{0AFF4A6F-2F8A-BDBF-F89E-E9BB0043CB85}"/>
          </ac:spMkLst>
        </pc:spChg>
        <pc:spChg chg="mod">
          <ac:chgData name="Mayu Ninagawa (蜷川 真優 GE)" userId="15d22be4-2d84-414d-ac66-ca09a50eae87" providerId="ADAL" clId="{2A43D1C7-C612-4547-BA11-3049DC01C97C}" dt="2026-01-29T09:18:17.138" v="7889"/>
          <ac:spMkLst>
            <pc:docMk/>
            <pc:sldMk cId="83537986" sldId="391"/>
            <ac:spMk id="1056" creationId="{A2DC5584-B8D1-EBEC-2DAA-225B80498F56}"/>
          </ac:spMkLst>
        </pc:spChg>
        <pc:spChg chg="mod">
          <ac:chgData name="Mayu Ninagawa (蜷川 真優 GE)" userId="15d22be4-2d84-414d-ac66-ca09a50eae87" providerId="ADAL" clId="{2A43D1C7-C612-4547-BA11-3049DC01C97C}" dt="2026-01-29T09:18:17.138" v="7889"/>
          <ac:spMkLst>
            <pc:docMk/>
            <pc:sldMk cId="83537986" sldId="391"/>
            <ac:spMk id="1057" creationId="{102D3339-F8BF-B7BF-C3E4-BFF86364070D}"/>
          </ac:spMkLst>
        </pc:spChg>
        <pc:spChg chg="mod">
          <ac:chgData name="Mayu Ninagawa (蜷川 真優 GE)" userId="15d22be4-2d84-414d-ac66-ca09a50eae87" providerId="ADAL" clId="{2A43D1C7-C612-4547-BA11-3049DC01C97C}" dt="2026-01-29T09:18:17.138" v="7889"/>
          <ac:spMkLst>
            <pc:docMk/>
            <pc:sldMk cId="83537986" sldId="391"/>
            <ac:spMk id="1058" creationId="{B60DD618-DF0D-CA37-2809-B22C1725AADF}"/>
          </ac:spMkLst>
        </pc:spChg>
        <pc:spChg chg="mod">
          <ac:chgData name="Mayu Ninagawa (蜷川 真優 GE)" userId="15d22be4-2d84-414d-ac66-ca09a50eae87" providerId="ADAL" clId="{2A43D1C7-C612-4547-BA11-3049DC01C97C}" dt="2026-01-29T09:18:17.138" v="7889"/>
          <ac:spMkLst>
            <pc:docMk/>
            <pc:sldMk cId="83537986" sldId="391"/>
            <ac:spMk id="1059" creationId="{6D6690B7-61AF-F345-6FFE-34124E18F0D5}"/>
          </ac:spMkLst>
        </pc:spChg>
        <pc:spChg chg="mod">
          <ac:chgData name="Mayu Ninagawa (蜷川 真優 GE)" userId="15d22be4-2d84-414d-ac66-ca09a50eae87" providerId="ADAL" clId="{2A43D1C7-C612-4547-BA11-3049DC01C97C}" dt="2026-01-29T09:18:17.138" v="7889"/>
          <ac:spMkLst>
            <pc:docMk/>
            <pc:sldMk cId="83537986" sldId="391"/>
            <ac:spMk id="1060" creationId="{75CA2252-6388-3D9D-6EFB-6858193051AA}"/>
          </ac:spMkLst>
        </pc:spChg>
        <pc:spChg chg="mod">
          <ac:chgData name="Mayu Ninagawa (蜷川 真優 GE)" userId="15d22be4-2d84-414d-ac66-ca09a50eae87" providerId="ADAL" clId="{2A43D1C7-C612-4547-BA11-3049DC01C97C}" dt="2026-01-29T09:18:17.138" v="7889"/>
          <ac:spMkLst>
            <pc:docMk/>
            <pc:sldMk cId="83537986" sldId="391"/>
            <ac:spMk id="1061" creationId="{8EAF480E-F4FC-C846-A9CD-0A8825D3CAF3}"/>
          </ac:spMkLst>
        </pc:spChg>
        <pc:spChg chg="mod">
          <ac:chgData name="Mayu Ninagawa (蜷川 真優 GE)" userId="15d22be4-2d84-414d-ac66-ca09a50eae87" providerId="ADAL" clId="{2A43D1C7-C612-4547-BA11-3049DC01C97C}" dt="2026-01-29T09:18:17.138" v="7889"/>
          <ac:spMkLst>
            <pc:docMk/>
            <pc:sldMk cId="83537986" sldId="391"/>
            <ac:spMk id="1062" creationId="{E15DC8E7-09A1-6B88-7218-39D151C66C13}"/>
          </ac:spMkLst>
        </pc:spChg>
        <pc:spChg chg="mod">
          <ac:chgData name="Mayu Ninagawa (蜷川 真優 GE)" userId="15d22be4-2d84-414d-ac66-ca09a50eae87" providerId="ADAL" clId="{2A43D1C7-C612-4547-BA11-3049DC01C97C}" dt="2026-01-29T09:18:17.138" v="7889"/>
          <ac:spMkLst>
            <pc:docMk/>
            <pc:sldMk cId="83537986" sldId="391"/>
            <ac:spMk id="1063" creationId="{71C6F345-C79A-E3B2-6507-D64070899F37}"/>
          </ac:spMkLst>
        </pc:spChg>
        <pc:spChg chg="mod">
          <ac:chgData name="Mayu Ninagawa (蜷川 真優 GE)" userId="15d22be4-2d84-414d-ac66-ca09a50eae87" providerId="ADAL" clId="{2A43D1C7-C612-4547-BA11-3049DC01C97C}" dt="2026-01-29T09:18:17.138" v="7889"/>
          <ac:spMkLst>
            <pc:docMk/>
            <pc:sldMk cId="83537986" sldId="391"/>
            <ac:spMk id="1064" creationId="{681AA281-7946-A167-1E7F-F12F43476A12}"/>
          </ac:spMkLst>
        </pc:spChg>
        <pc:spChg chg="mod">
          <ac:chgData name="Mayu Ninagawa (蜷川 真優 GE)" userId="15d22be4-2d84-414d-ac66-ca09a50eae87" providerId="ADAL" clId="{2A43D1C7-C612-4547-BA11-3049DC01C97C}" dt="2026-01-29T09:18:17.138" v="7889"/>
          <ac:spMkLst>
            <pc:docMk/>
            <pc:sldMk cId="83537986" sldId="391"/>
            <ac:spMk id="1065" creationId="{DD89AA97-0036-5667-75AA-206EE75384A9}"/>
          </ac:spMkLst>
        </pc:spChg>
        <pc:spChg chg="mod">
          <ac:chgData name="Mayu Ninagawa (蜷川 真優 GE)" userId="15d22be4-2d84-414d-ac66-ca09a50eae87" providerId="ADAL" clId="{2A43D1C7-C612-4547-BA11-3049DC01C97C}" dt="2026-01-29T09:18:17.138" v="7889"/>
          <ac:spMkLst>
            <pc:docMk/>
            <pc:sldMk cId="83537986" sldId="391"/>
            <ac:spMk id="1066" creationId="{1A9CA4EF-D191-6EC3-3DB7-53D9159B86C1}"/>
          </ac:spMkLst>
        </pc:spChg>
        <pc:spChg chg="mod">
          <ac:chgData name="Mayu Ninagawa (蜷川 真優 GE)" userId="15d22be4-2d84-414d-ac66-ca09a50eae87" providerId="ADAL" clId="{2A43D1C7-C612-4547-BA11-3049DC01C97C}" dt="2026-01-29T09:18:17.138" v="7889"/>
          <ac:spMkLst>
            <pc:docMk/>
            <pc:sldMk cId="83537986" sldId="391"/>
            <ac:spMk id="1067" creationId="{E2310135-466B-7BCA-7B0C-BC7372BA78DE}"/>
          </ac:spMkLst>
        </pc:spChg>
        <pc:spChg chg="mod">
          <ac:chgData name="Mayu Ninagawa (蜷川 真優 GE)" userId="15d22be4-2d84-414d-ac66-ca09a50eae87" providerId="ADAL" clId="{2A43D1C7-C612-4547-BA11-3049DC01C97C}" dt="2026-01-29T09:18:17.138" v="7889"/>
          <ac:spMkLst>
            <pc:docMk/>
            <pc:sldMk cId="83537986" sldId="391"/>
            <ac:spMk id="1068" creationId="{703696BF-B826-E129-012E-6A55CF913FCB}"/>
          </ac:spMkLst>
        </pc:spChg>
        <pc:spChg chg="mod">
          <ac:chgData name="Mayu Ninagawa (蜷川 真優 GE)" userId="15d22be4-2d84-414d-ac66-ca09a50eae87" providerId="ADAL" clId="{2A43D1C7-C612-4547-BA11-3049DC01C97C}" dt="2026-01-29T09:18:17.138" v="7889"/>
          <ac:spMkLst>
            <pc:docMk/>
            <pc:sldMk cId="83537986" sldId="391"/>
            <ac:spMk id="1069" creationId="{2A6822B2-59B7-5425-3D47-77F527F100C0}"/>
          </ac:spMkLst>
        </pc:spChg>
        <pc:spChg chg="mod">
          <ac:chgData name="Mayu Ninagawa (蜷川 真優 GE)" userId="15d22be4-2d84-414d-ac66-ca09a50eae87" providerId="ADAL" clId="{2A43D1C7-C612-4547-BA11-3049DC01C97C}" dt="2026-01-29T09:18:17.138" v="7889"/>
          <ac:spMkLst>
            <pc:docMk/>
            <pc:sldMk cId="83537986" sldId="391"/>
            <ac:spMk id="1070" creationId="{75C76C7A-0019-670F-B5E9-6421B9357BF3}"/>
          </ac:spMkLst>
        </pc:spChg>
        <pc:spChg chg="mod">
          <ac:chgData name="Mayu Ninagawa (蜷川 真優 GE)" userId="15d22be4-2d84-414d-ac66-ca09a50eae87" providerId="ADAL" clId="{2A43D1C7-C612-4547-BA11-3049DC01C97C}" dt="2026-01-29T09:18:17.138" v="7889"/>
          <ac:spMkLst>
            <pc:docMk/>
            <pc:sldMk cId="83537986" sldId="391"/>
            <ac:spMk id="1071" creationId="{24BCAA6F-EA8E-1D22-BF8D-E3EE0EF489B2}"/>
          </ac:spMkLst>
        </pc:spChg>
        <pc:spChg chg="mod">
          <ac:chgData name="Mayu Ninagawa (蜷川 真優 GE)" userId="15d22be4-2d84-414d-ac66-ca09a50eae87" providerId="ADAL" clId="{2A43D1C7-C612-4547-BA11-3049DC01C97C}" dt="2026-01-29T09:18:17.138" v="7889"/>
          <ac:spMkLst>
            <pc:docMk/>
            <pc:sldMk cId="83537986" sldId="391"/>
            <ac:spMk id="1072" creationId="{97B36500-0FB9-EEC9-890D-988F8FFB5115}"/>
          </ac:spMkLst>
        </pc:spChg>
        <pc:spChg chg="mod">
          <ac:chgData name="Mayu Ninagawa (蜷川 真優 GE)" userId="15d22be4-2d84-414d-ac66-ca09a50eae87" providerId="ADAL" clId="{2A43D1C7-C612-4547-BA11-3049DC01C97C}" dt="2026-01-29T09:18:17.138" v="7889"/>
          <ac:spMkLst>
            <pc:docMk/>
            <pc:sldMk cId="83537986" sldId="391"/>
            <ac:spMk id="1073" creationId="{E750B372-D0BD-E136-1CE7-385D15EDCB36}"/>
          </ac:spMkLst>
        </pc:spChg>
        <pc:spChg chg="mod">
          <ac:chgData name="Mayu Ninagawa (蜷川 真優 GE)" userId="15d22be4-2d84-414d-ac66-ca09a50eae87" providerId="ADAL" clId="{2A43D1C7-C612-4547-BA11-3049DC01C97C}" dt="2026-01-29T09:18:17.138" v="7889"/>
          <ac:spMkLst>
            <pc:docMk/>
            <pc:sldMk cId="83537986" sldId="391"/>
            <ac:spMk id="1074" creationId="{2AEF9509-BA7B-88DE-8502-EC827A96C90B}"/>
          </ac:spMkLst>
        </pc:spChg>
        <pc:spChg chg="mod">
          <ac:chgData name="Mayu Ninagawa (蜷川 真優 GE)" userId="15d22be4-2d84-414d-ac66-ca09a50eae87" providerId="ADAL" clId="{2A43D1C7-C612-4547-BA11-3049DC01C97C}" dt="2026-01-29T09:18:17.138" v="7889"/>
          <ac:spMkLst>
            <pc:docMk/>
            <pc:sldMk cId="83537986" sldId="391"/>
            <ac:spMk id="1075" creationId="{0F52C159-BDDA-AADF-7C73-AA64337046B6}"/>
          </ac:spMkLst>
        </pc:spChg>
        <pc:spChg chg="mod">
          <ac:chgData name="Mayu Ninagawa (蜷川 真優 GE)" userId="15d22be4-2d84-414d-ac66-ca09a50eae87" providerId="ADAL" clId="{2A43D1C7-C612-4547-BA11-3049DC01C97C}" dt="2026-01-29T09:18:17.138" v="7889"/>
          <ac:spMkLst>
            <pc:docMk/>
            <pc:sldMk cId="83537986" sldId="391"/>
            <ac:spMk id="1077" creationId="{CF71FF5C-7E8F-C433-3939-D5A3410C2FB4}"/>
          </ac:spMkLst>
        </pc:spChg>
        <pc:spChg chg="mod">
          <ac:chgData name="Mayu Ninagawa (蜷川 真優 GE)" userId="15d22be4-2d84-414d-ac66-ca09a50eae87" providerId="ADAL" clId="{2A43D1C7-C612-4547-BA11-3049DC01C97C}" dt="2026-01-29T09:18:17.138" v="7889"/>
          <ac:spMkLst>
            <pc:docMk/>
            <pc:sldMk cId="83537986" sldId="391"/>
            <ac:spMk id="1078" creationId="{1ACD61C4-2555-B2D1-86FF-96DCB453DC76}"/>
          </ac:spMkLst>
        </pc:spChg>
        <pc:spChg chg="mod">
          <ac:chgData name="Mayu Ninagawa (蜷川 真優 GE)" userId="15d22be4-2d84-414d-ac66-ca09a50eae87" providerId="ADAL" clId="{2A43D1C7-C612-4547-BA11-3049DC01C97C}" dt="2026-01-29T09:18:17.138" v="7889"/>
          <ac:spMkLst>
            <pc:docMk/>
            <pc:sldMk cId="83537986" sldId="391"/>
            <ac:spMk id="1079" creationId="{209A0BE8-3A6B-21F9-31EC-2D5EF165C8C8}"/>
          </ac:spMkLst>
        </pc:spChg>
        <pc:spChg chg="mod">
          <ac:chgData name="Mayu Ninagawa (蜷川 真優 GE)" userId="15d22be4-2d84-414d-ac66-ca09a50eae87" providerId="ADAL" clId="{2A43D1C7-C612-4547-BA11-3049DC01C97C}" dt="2026-01-29T09:18:17.138" v="7889"/>
          <ac:spMkLst>
            <pc:docMk/>
            <pc:sldMk cId="83537986" sldId="391"/>
            <ac:spMk id="1080" creationId="{ECC9045A-8828-B0F2-43FF-325A9F0BEF48}"/>
          </ac:spMkLst>
        </pc:spChg>
        <pc:spChg chg="mod">
          <ac:chgData name="Mayu Ninagawa (蜷川 真優 GE)" userId="15d22be4-2d84-414d-ac66-ca09a50eae87" providerId="ADAL" clId="{2A43D1C7-C612-4547-BA11-3049DC01C97C}" dt="2026-01-29T09:18:17.138" v="7889"/>
          <ac:spMkLst>
            <pc:docMk/>
            <pc:sldMk cId="83537986" sldId="391"/>
            <ac:spMk id="1081" creationId="{88EA797B-1E97-9B32-3134-1BAAF35FD9CB}"/>
          </ac:spMkLst>
        </pc:spChg>
        <pc:spChg chg="mod">
          <ac:chgData name="Mayu Ninagawa (蜷川 真優 GE)" userId="15d22be4-2d84-414d-ac66-ca09a50eae87" providerId="ADAL" clId="{2A43D1C7-C612-4547-BA11-3049DC01C97C}" dt="2026-01-29T09:18:17.138" v="7889"/>
          <ac:spMkLst>
            <pc:docMk/>
            <pc:sldMk cId="83537986" sldId="391"/>
            <ac:spMk id="1082" creationId="{A9AC4D65-3962-AC50-A653-B742B77F82B1}"/>
          </ac:spMkLst>
        </pc:spChg>
        <pc:spChg chg="mod">
          <ac:chgData name="Mayu Ninagawa (蜷川 真優 GE)" userId="15d22be4-2d84-414d-ac66-ca09a50eae87" providerId="ADAL" clId="{2A43D1C7-C612-4547-BA11-3049DC01C97C}" dt="2026-01-29T09:18:17.138" v="7889"/>
          <ac:spMkLst>
            <pc:docMk/>
            <pc:sldMk cId="83537986" sldId="391"/>
            <ac:spMk id="1083" creationId="{983CC16B-45A1-065C-1017-4F41E9BDDCB6}"/>
          </ac:spMkLst>
        </pc:spChg>
        <pc:spChg chg="mod">
          <ac:chgData name="Mayu Ninagawa (蜷川 真優 GE)" userId="15d22be4-2d84-414d-ac66-ca09a50eae87" providerId="ADAL" clId="{2A43D1C7-C612-4547-BA11-3049DC01C97C}" dt="2026-01-29T09:18:17.138" v="7889"/>
          <ac:spMkLst>
            <pc:docMk/>
            <pc:sldMk cId="83537986" sldId="391"/>
            <ac:spMk id="1084" creationId="{4FD85453-A87C-8F1F-494A-D655DADA4B8B}"/>
          </ac:spMkLst>
        </pc:spChg>
        <pc:spChg chg="mod">
          <ac:chgData name="Mayu Ninagawa (蜷川 真優 GE)" userId="15d22be4-2d84-414d-ac66-ca09a50eae87" providerId="ADAL" clId="{2A43D1C7-C612-4547-BA11-3049DC01C97C}" dt="2026-01-29T09:18:17.138" v="7889"/>
          <ac:spMkLst>
            <pc:docMk/>
            <pc:sldMk cId="83537986" sldId="391"/>
            <ac:spMk id="1085" creationId="{12B0E0ED-CDC2-322A-B6C3-06B62D4B2356}"/>
          </ac:spMkLst>
        </pc:spChg>
        <pc:spChg chg="mod">
          <ac:chgData name="Mayu Ninagawa (蜷川 真優 GE)" userId="15d22be4-2d84-414d-ac66-ca09a50eae87" providerId="ADAL" clId="{2A43D1C7-C612-4547-BA11-3049DC01C97C}" dt="2026-01-29T09:18:17.138" v="7889"/>
          <ac:spMkLst>
            <pc:docMk/>
            <pc:sldMk cId="83537986" sldId="391"/>
            <ac:spMk id="1086" creationId="{009396E7-9831-F41D-EFAB-56E191ADCC34}"/>
          </ac:spMkLst>
        </pc:spChg>
        <pc:spChg chg="mod">
          <ac:chgData name="Mayu Ninagawa (蜷川 真優 GE)" userId="15d22be4-2d84-414d-ac66-ca09a50eae87" providerId="ADAL" clId="{2A43D1C7-C612-4547-BA11-3049DC01C97C}" dt="2026-01-29T09:18:17.138" v="7889"/>
          <ac:spMkLst>
            <pc:docMk/>
            <pc:sldMk cId="83537986" sldId="391"/>
            <ac:spMk id="1087" creationId="{39CE5C5D-ABE7-36CD-0671-A618565BD783}"/>
          </ac:spMkLst>
        </pc:spChg>
        <pc:spChg chg="mod">
          <ac:chgData name="Mayu Ninagawa (蜷川 真優 GE)" userId="15d22be4-2d84-414d-ac66-ca09a50eae87" providerId="ADAL" clId="{2A43D1C7-C612-4547-BA11-3049DC01C97C}" dt="2026-01-29T09:18:17.138" v="7889"/>
          <ac:spMkLst>
            <pc:docMk/>
            <pc:sldMk cId="83537986" sldId="391"/>
            <ac:spMk id="1088" creationId="{9D8256BE-C032-DEE7-970E-A44C5C024C1F}"/>
          </ac:spMkLst>
        </pc:spChg>
        <pc:spChg chg="mod">
          <ac:chgData name="Mayu Ninagawa (蜷川 真優 GE)" userId="15d22be4-2d84-414d-ac66-ca09a50eae87" providerId="ADAL" clId="{2A43D1C7-C612-4547-BA11-3049DC01C97C}" dt="2026-01-29T09:18:17.138" v="7889"/>
          <ac:spMkLst>
            <pc:docMk/>
            <pc:sldMk cId="83537986" sldId="391"/>
            <ac:spMk id="1089" creationId="{9738EDE3-D249-44BF-7177-99BF76FC17B9}"/>
          </ac:spMkLst>
        </pc:spChg>
        <pc:spChg chg="mod">
          <ac:chgData name="Mayu Ninagawa (蜷川 真優 GE)" userId="15d22be4-2d84-414d-ac66-ca09a50eae87" providerId="ADAL" clId="{2A43D1C7-C612-4547-BA11-3049DC01C97C}" dt="2026-01-29T09:18:17.138" v="7889"/>
          <ac:spMkLst>
            <pc:docMk/>
            <pc:sldMk cId="83537986" sldId="391"/>
            <ac:spMk id="1090" creationId="{233AEE3D-C288-2097-8374-34BD93D1EDAF}"/>
          </ac:spMkLst>
        </pc:spChg>
        <pc:spChg chg="mod">
          <ac:chgData name="Mayu Ninagawa (蜷川 真優 GE)" userId="15d22be4-2d84-414d-ac66-ca09a50eae87" providerId="ADAL" clId="{2A43D1C7-C612-4547-BA11-3049DC01C97C}" dt="2026-01-29T09:18:17.138" v="7889"/>
          <ac:spMkLst>
            <pc:docMk/>
            <pc:sldMk cId="83537986" sldId="391"/>
            <ac:spMk id="1091" creationId="{EC1FA5BC-FEDB-E5EE-81C6-D0BDFB8BED13}"/>
          </ac:spMkLst>
        </pc:spChg>
        <pc:spChg chg="mod">
          <ac:chgData name="Mayu Ninagawa (蜷川 真優 GE)" userId="15d22be4-2d84-414d-ac66-ca09a50eae87" providerId="ADAL" clId="{2A43D1C7-C612-4547-BA11-3049DC01C97C}" dt="2026-01-29T09:18:17.138" v="7889"/>
          <ac:spMkLst>
            <pc:docMk/>
            <pc:sldMk cId="83537986" sldId="391"/>
            <ac:spMk id="1092" creationId="{9661B6D2-BF6D-20A2-D1F0-CD77EBC4C575}"/>
          </ac:spMkLst>
        </pc:spChg>
        <pc:spChg chg="mod">
          <ac:chgData name="Mayu Ninagawa (蜷川 真優 GE)" userId="15d22be4-2d84-414d-ac66-ca09a50eae87" providerId="ADAL" clId="{2A43D1C7-C612-4547-BA11-3049DC01C97C}" dt="2026-01-29T09:18:17.138" v="7889"/>
          <ac:spMkLst>
            <pc:docMk/>
            <pc:sldMk cId="83537986" sldId="391"/>
            <ac:spMk id="1093" creationId="{38E7BF90-622D-9337-A9B0-BE592EE79FF7}"/>
          </ac:spMkLst>
        </pc:spChg>
        <pc:spChg chg="mod">
          <ac:chgData name="Mayu Ninagawa (蜷川 真優 GE)" userId="15d22be4-2d84-414d-ac66-ca09a50eae87" providerId="ADAL" clId="{2A43D1C7-C612-4547-BA11-3049DC01C97C}" dt="2026-01-29T09:18:17.138" v="7889"/>
          <ac:spMkLst>
            <pc:docMk/>
            <pc:sldMk cId="83537986" sldId="391"/>
            <ac:spMk id="1094" creationId="{89186D00-D49C-E8F4-A782-0CDC60A3473A}"/>
          </ac:spMkLst>
        </pc:spChg>
        <pc:spChg chg="mod">
          <ac:chgData name="Mayu Ninagawa (蜷川 真優 GE)" userId="15d22be4-2d84-414d-ac66-ca09a50eae87" providerId="ADAL" clId="{2A43D1C7-C612-4547-BA11-3049DC01C97C}" dt="2026-01-29T09:18:17.138" v="7889"/>
          <ac:spMkLst>
            <pc:docMk/>
            <pc:sldMk cId="83537986" sldId="391"/>
            <ac:spMk id="1095" creationId="{87CDBCBC-C2F7-B7E7-0B35-0B94151859B4}"/>
          </ac:spMkLst>
        </pc:spChg>
        <pc:spChg chg="mod">
          <ac:chgData name="Mayu Ninagawa (蜷川 真優 GE)" userId="15d22be4-2d84-414d-ac66-ca09a50eae87" providerId="ADAL" clId="{2A43D1C7-C612-4547-BA11-3049DC01C97C}" dt="2026-01-29T09:18:17.138" v="7889"/>
          <ac:spMkLst>
            <pc:docMk/>
            <pc:sldMk cId="83537986" sldId="391"/>
            <ac:spMk id="1096" creationId="{A968ADEA-86A3-9FE1-813C-0DE82A067BD4}"/>
          </ac:spMkLst>
        </pc:spChg>
        <pc:spChg chg="mod">
          <ac:chgData name="Mayu Ninagawa (蜷川 真優 GE)" userId="15d22be4-2d84-414d-ac66-ca09a50eae87" providerId="ADAL" clId="{2A43D1C7-C612-4547-BA11-3049DC01C97C}" dt="2026-01-29T09:18:17.138" v="7889"/>
          <ac:spMkLst>
            <pc:docMk/>
            <pc:sldMk cId="83537986" sldId="391"/>
            <ac:spMk id="1097" creationId="{E09661E7-EC02-7A5C-C416-A68E6B69FE28}"/>
          </ac:spMkLst>
        </pc:spChg>
        <pc:spChg chg="mod">
          <ac:chgData name="Mayu Ninagawa (蜷川 真優 GE)" userId="15d22be4-2d84-414d-ac66-ca09a50eae87" providerId="ADAL" clId="{2A43D1C7-C612-4547-BA11-3049DC01C97C}" dt="2026-01-29T09:18:17.138" v="7889"/>
          <ac:spMkLst>
            <pc:docMk/>
            <pc:sldMk cId="83537986" sldId="391"/>
            <ac:spMk id="1098" creationId="{6E71BCC1-C419-8EFB-8394-8972C327E2E5}"/>
          </ac:spMkLst>
        </pc:spChg>
        <pc:spChg chg="mod">
          <ac:chgData name="Mayu Ninagawa (蜷川 真優 GE)" userId="15d22be4-2d84-414d-ac66-ca09a50eae87" providerId="ADAL" clId="{2A43D1C7-C612-4547-BA11-3049DC01C97C}" dt="2026-01-29T09:18:17.138" v="7889"/>
          <ac:spMkLst>
            <pc:docMk/>
            <pc:sldMk cId="83537986" sldId="391"/>
            <ac:spMk id="1099" creationId="{1CB13B2D-5AAB-F4D1-DA46-A516079C0FF1}"/>
          </ac:spMkLst>
        </pc:spChg>
        <pc:spChg chg="mod">
          <ac:chgData name="Mayu Ninagawa (蜷川 真優 GE)" userId="15d22be4-2d84-414d-ac66-ca09a50eae87" providerId="ADAL" clId="{2A43D1C7-C612-4547-BA11-3049DC01C97C}" dt="2026-01-29T09:18:17.138" v="7889"/>
          <ac:spMkLst>
            <pc:docMk/>
            <pc:sldMk cId="83537986" sldId="391"/>
            <ac:spMk id="1100" creationId="{D0AB2615-5827-3375-6FD4-B235C9B8183C}"/>
          </ac:spMkLst>
        </pc:spChg>
        <pc:spChg chg="mod">
          <ac:chgData name="Mayu Ninagawa (蜷川 真優 GE)" userId="15d22be4-2d84-414d-ac66-ca09a50eae87" providerId="ADAL" clId="{2A43D1C7-C612-4547-BA11-3049DC01C97C}" dt="2026-01-29T09:18:17.138" v="7889"/>
          <ac:spMkLst>
            <pc:docMk/>
            <pc:sldMk cId="83537986" sldId="391"/>
            <ac:spMk id="1101" creationId="{A450147B-2F72-A3E3-CA11-FE0969FB27AD}"/>
          </ac:spMkLst>
        </pc:spChg>
        <pc:spChg chg="mod">
          <ac:chgData name="Mayu Ninagawa (蜷川 真優 GE)" userId="15d22be4-2d84-414d-ac66-ca09a50eae87" providerId="ADAL" clId="{2A43D1C7-C612-4547-BA11-3049DC01C97C}" dt="2026-01-29T09:18:17.138" v="7889"/>
          <ac:spMkLst>
            <pc:docMk/>
            <pc:sldMk cId="83537986" sldId="391"/>
            <ac:spMk id="1102" creationId="{6527EE97-7EC9-2EC7-391E-A891304B0351}"/>
          </ac:spMkLst>
        </pc:spChg>
        <pc:spChg chg="mod">
          <ac:chgData name="Mayu Ninagawa (蜷川 真優 GE)" userId="15d22be4-2d84-414d-ac66-ca09a50eae87" providerId="ADAL" clId="{2A43D1C7-C612-4547-BA11-3049DC01C97C}" dt="2026-01-29T09:18:17.138" v="7889"/>
          <ac:spMkLst>
            <pc:docMk/>
            <pc:sldMk cId="83537986" sldId="391"/>
            <ac:spMk id="1103" creationId="{55C60511-5F82-3739-DFB3-0941CE52EDC9}"/>
          </ac:spMkLst>
        </pc:spChg>
        <pc:spChg chg="add del mod">
          <ac:chgData name="Mayu Ninagawa (蜷川 真優 GE)" userId="15d22be4-2d84-414d-ac66-ca09a50eae87" providerId="ADAL" clId="{2A43D1C7-C612-4547-BA11-3049DC01C97C}" dt="2026-01-29T09:18:19.147" v="7890"/>
          <ac:spMkLst>
            <pc:docMk/>
            <pc:sldMk cId="83537986" sldId="391"/>
            <ac:spMk id="1104" creationId="{E13BACE4-C2CB-6B09-A98B-DA4AD51E1BB7}"/>
          </ac:spMkLst>
        </pc:spChg>
        <pc:spChg chg="mod">
          <ac:chgData name="Mayu Ninagawa (蜷川 真優 GE)" userId="15d22be4-2d84-414d-ac66-ca09a50eae87" providerId="ADAL" clId="{2A43D1C7-C612-4547-BA11-3049DC01C97C}" dt="2026-01-29T09:21:47.258" v="8000" actId="164"/>
          <ac:spMkLst>
            <pc:docMk/>
            <pc:sldMk cId="83537986" sldId="391"/>
            <ac:spMk id="1106" creationId="{9FEA1DC5-5B3A-648D-8B21-6B7D28F3D853}"/>
          </ac:spMkLst>
        </pc:spChg>
        <pc:spChg chg="mod">
          <ac:chgData name="Mayu Ninagawa (蜷川 真優 GE)" userId="15d22be4-2d84-414d-ac66-ca09a50eae87" providerId="ADAL" clId="{2A43D1C7-C612-4547-BA11-3049DC01C97C}" dt="2026-01-29T09:23:45.569" v="8013"/>
          <ac:spMkLst>
            <pc:docMk/>
            <pc:sldMk cId="83537986" sldId="391"/>
            <ac:spMk id="1109" creationId="{F9AA11B0-26E5-6EBA-E453-07FDEFDB0CC8}"/>
          </ac:spMkLst>
        </pc:spChg>
        <pc:spChg chg="mod">
          <ac:chgData name="Mayu Ninagawa (蜷川 真優 GE)" userId="15d22be4-2d84-414d-ac66-ca09a50eae87" providerId="ADAL" clId="{2A43D1C7-C612-4547-BA11-3049DC01C97C}" dt="2026-01-29T09:23:45.569" v="8013"/>
          <ac:spMkLst>
            <pc:docMk/>
            <pc:sldMk cId="83537986" sldId="391"/>
            <ac:spMk id="1110" creationId="{1982835C-9C78-52AD-EA21-81A82FCFA71A}"/>
          </ac:spMkLst>
        </pc:spChg>
        <pc:spChg chg="mod">
          <ac:chgData name="Mayu Ninagawa (蜷川 真優 GE)" userId="15d22be4-2d84-414d-ac66-ca09a50eae87" providerId="ADAL" clId="{2A43D1C7-C612-4547-BA11-3049DC01C97C}" dt="2026-01-29T09:23:45.569" v="8013"/>
          <ac:spMkLst>
            <pc:docMk/>
            <pc:sldMk cId="83537986" sldId="391"/>
            <ac:spMk id="1111" creationId="{05BB8103-5DE0-4DCC-A8E0-0503F7B7C30F}"/>
          </ac:spMkLst>
        </pc:spChg>
        <pc:spChg chg="mod">
          <ac:chgData name="Mayu Ninagawa (蜷川 真優 GE)" userId="15d22be4-2d84-414d-ac66-ca09a50eae87" providerId="ADAL" clId="{2A43D1C7-C612-4547-BA11-3049DC01C97C}" dt="2026-01-29T09:23:45.569" v="8013"/>
          <ac:spMkLst>
            <pc:docMk/>
            <pc:sldMk cId="83537986" sldId="391"/>
            <ac:spMk id="1112" creationId="{8619BAA7-0F72-6E14-6609-0887D002A290}"/>
          </ac:spMkLst>
        </pc:spChg>
        <pc:spChg chg="mod">
          <ac:chgData name="Mayu Ninagawa (蜷川 真優 GE)" userId="15d22be4-2d84-414d-ac66-ca09a50eae87" providerId="ADAL" clId="{2A43D1C7-C612-4547-BA11-3049DC01C97C}" dt="2026-01-29T09:23:45.569" v="8013"/>
          <ac:spMkLst>
            <pc:docMk/>
            <pc:sldMk cId="83537986" sldId="391"/>
            <ac:spMk id="1113" creationId="{2ECAE9F4-3239-A42F-C679-B3C1ABBFC05C}"/>
          </ac:spMkLst>
        </pc:spChg>
        <pc:spChg chg="mod">
          <ac:chgData name="Mayu Ninagawa (蜷川 真優 GE)" userId="15d22be4-2d84-414d-ac66-ca09a50eae87" providerId="ADAL" clId="{2A43D1C7-C612-4547-BA11-3049DC01C97C}" dt="2026-01-29T09:23:45.569" v="8013"/>
          <ac:spMkLst>
            <pc:docMk/>
            <pc:sldMk cId="83537986" sldId="391"/>
            <ac:spMk id="1114" creationId="{EE6C6347-ACCC-3D53-779E-C484A078A5CC}"/>
          </ac:spMkLst>
        </pc:spChg>
        <pc:spChg chg="mod">
          <ac:chgData name="Mayu Ninagawa (蜷川 真優 GE)" userId="15d22be4-2d84-414d-ac66-ca09a50eae87" providerId="ADAL" clId="{2A43D1C7-C612-4547-BA11-3049DC01C97C}" dt="2026-01-29T09:23:45.569" v="8013"/>
          <ac:spMkLst>
            <pc:docMk/>
            <pc:sldMk cId="83537986" sldId="391"/>
            <ac:spMk id="1115" creationId="{3BB9F945-12C4-C616-CD20-37C8E18A762B}"/>
          </ac:spMkLst>
        </pc:spChg>
        <pc:spChg chg="mod">
          <ac:chgData name="Mayu Ninagawa (蜷川 真優 GE)" userId="15d22be4-2d84-414d-ac66-ca09a50eae87" providerId="ADAL" clId="{2A43D1C7-C612-4547-BA11-3049DC01C97C}" dt="2026-01-29T09:23:45.569" v="8013"/>
          <ac:spMkLst>
            <pc:docMk/>
            <pc:sldMk cId="83537986" sldId="391"/>
            <ac:spMk id="1116" creationId="{61724CA4-1017-72B9-EFF0-0CCDCFBB313D}"/>
          </ac:spMkLst>
        </pc:spChg>
        <pc:spChg chg="mod">
          <ac:chgData name="Mayu Ninagawa (蜷川 真優 GE)" userId="15d22be4-2d84-414d-ac66-ca09a50eae87" providerId="ADAL" clId="{2A43D1C7-C612-4547-BA11-3049DC01C97C}" dt="2026-01-29T09:23:45.569" v="8013"/>
          <ac:spMkLst>
            <pc:docMk/>
            <pc:sldMk cId="83537986" sldId="391"/>
            <ac:spMk id="1117" creationId="{11FDAD7B-E4ED-9A9C-9100-3FFD0E7B31C0}"/>
          </ac:spMkLst>
        </pc:spChg>
        <pc:spChg chg="mod">
          <ac:chgData name="Mayu Ninagawa (蜷川 真優 GE)" userId="15d22be4-2d84-414d-ac66-ca09a50eae87" providerId="ADAL" clId="{2A43D1C7-C612-4547-BA11-3049DC01C97C}" dt="2026-01-29T09:23:45.569" v="8013"/>
          <ac:spMkLst>
            <pc:docMk/>
            <pc:sldMk cId="83537986" sldId="391"/>
            <ac:spMk id="1118" creationId="{2FAED1CF-D4C8-5C77-1231-45E7D07D8A32}"/>
          </ac:spMkLst>
        </pc:spChg>
        <pc:spChg chg="mod">
          <ac:chgData name="Mayu Ninagawa (蜷川 真優 GE)" userId="15d22be4-2d84-414d-ac66-ca09a50eae87" providerId="ADAL" clId="{2A43D1C7-C612-4547-BA11-3049DC01C97C}" dt="2026-01-29T09:23:45.569" v="8013"/>
          <ac:spMkLst>
            <pc:docMk/>
            <pc:sldMk cId="83537986" sldId="391"/>
            <ac:spMk id="1119" creationId="{FCC36516-8638-24E9-BC9A-37741B86F7B0}"/>
          </ac:spMkLst>
        </pc:spChg>
        <pc:spChg chg="mod">
          <ac:chgData name="Mayu Ninagawa (蜷川 真優 GE)" userId="15d22be4-2d84-414d-ac66-ca09a50eae87" providerId="ADAL" clId="{2A43D1C7-C612-4547-BA11-3049DC01C97C}" dt="2026-01-29T09:23:45.569" v="8013"/>
          <ac:spMkLst>
            <pc:docMk/>
            <pc:sldMk cId="83537986" sldId="391"/>
            <ac:spMk id="1120" creationId="{6899926E-3299-52D8-9B97-23C1A42D0C8D}"/>
          </ac:spMkLst>
        </pc:spChg>
        <pc:spChg chg="mod">
          <ac:chgData name="Mayu Ninagawa (蜷川 真優 GE)" userId="15d22be4-2d84-414d-ac66-ca09a50eae87" providerId="ADAL" clId="{2A43D1C7-C612-4547-BA11-3049DC01C97C}" dt="2026-01-29T09:23:45.569" v="8013"/>
          <ac:spMkLst>
            <pc:docMk/>
            <pc:sldMk cId="83537986" sldId="391"/>
            <ac:spMk id="1121" creationId="{5475AD6D-6D5A-C5FD-7702-B4FA5B5571F0}"/>
          </ac:spMkLst>
        </pc:spChg>
        <pc:spChg chg="mod">
          <ac:chgData name="Mayu Ninagawa (蜷川 真優 GE)" userId="15d22be4-2d84-414d-ac66-ca09a50eae87" providerId="ADAL" clId="{2A43D1C7-C612-4547-BA11-3049DC01C97C}" dt="2026-01-29T09:23:45.569" v="8013"/>
          <ac:spMkLst>
            <pc:docMk/>
            <pc:sldMk cId="83537986" sldId="391"/>
            <ac:spMk id="1122" creationId="{79387F53-0635-E642-0C55-0C5344C0A463}"/>
          </ac:spMkLst>
        </pc:spChg>
        <pc:spChg chg="mod">
          <ac:chgData name="Mayu Ninagawa (蜷川 真優 GE)" userId="15d22be4-2d84-414d-ac66-ca09a50eae87" providerId="ADAL" clId="{2A43D1C7-C612-4547-BA11-3049DC01C97C}" dt="2026-01-29T09:23:45.569" v="8013"/>
          <ac:spMkLst>
            <pc:docMk/>
            <pc:sldMk cId="83537986" sldId="391"/>
            <ac:spMk id="1123" creationId="{0F926A4F-F791-DAB0-F166-D68C692DF029}"/>
          </ac:spMkLst>
        </pc:spChg>
        <pc:spChg chg="mod">
          <ac:chgData name="Mayu Ninagawa (蜷川 真優 GE)" userId="15d22be4-2d84-414d-ac66-ca09a50eae87" providerId="ADAL" clId="{2A43D1C7-C612-4547-BA11-3049DC01C97C}" dt="2026-01-29T09:23:45.569" v="8013"/>
          <ac:spMkLst>
            <pc:docMk/>
            <pc:sldMk cId="83537986" sldId="391"/>
            <ac:spMk id="1124" creationId="{391E3453-971B-357B-EEDC-E22075BDAE70}"/>
          </ac:spMkLst>
        </pc:spChg>
        <pc:spChg chg="mod">
          <ac:chgData name="Mayu Ninagawa (蜷川 真優 GE)" userId="15d22be4-2d84-414d-ac66-ca09a50eae87" providerId="ADAL" clId="{2A43D1C7-C612-4547-BA11-3049DC01C97C}" dt="2026-01-29T09:23:45.569" v="8013"/>
          <ac:spMkLst>
            <pc:docMk/>
            <pc:sldMk cId="83537986" sldId="391"/>
            <ac:spMk id="1125" creationId="{DC9B406D-EB2E-C583-2924-D06662BFC668}"/>
          </ac:spMkLst>
        </pc:spChg>
        <pc:spChg chg="mod">
          <ac:chgData name="Mayu Ninagawa (蜷川 真優 GE)" userId="15d22be4-2d84-414d-ac66-ca09a50eae87" providerId="ADAL" clId="{2A43D1C7-C612-4547-BA11-3049DC01C97C}" dt="2026-01-29T09:23:45.569" v="8013"/>
          <ac:spMkLst>
            <pc:docMk/>
            <pc:sldMk cId="83537986" sldId="391"/>
            <ac:spMk id="1126" creationId="{554366BC-9E62-AAA7-3B6F-BE8806D2EAB5}"/>
          </ac:spMkLst>
        </pc:spChg>
        <pc:spChg chg="mod">
          <ac:chgData name="Mayu Ninagawa (蜷川 真優 GE)" userId="15d22be4-2d84-414d-ac66-ca09a50eae87" providerId="ADAL" clId="{2A43D1C7-C612-4547-BA11-3049DC01C97C}" dt="2026-01-29T09:23:45.569" v="8013"/>
          <ac:spMkLst>
            <pc:docMk/>
            <pc:sldMk cId="83537986" sldId="391"/>
            <ac:spMk id="1127" creationId="{3BFE98AE-8286-B28C-B8AB-8190FD3D9026}"/>
          </ac:spMkLst>
        </pc:spChg>
        <pc:spChg chg="mod">
          <ac:chgData name="Mayu Ninagawa (蜷川 真優 GE)" userId="15d22be4-2d84-414d-ac66-ca09a50eae87" providerId="ADAL" clId="{2A43D1C7-C612-4547-BA11-3049DC01C97C}" dt="2026-01-29T09:23:45.569" v="8013"/>
          <ac:spMkLst>
            <pc:docMk/>
            <pc:sldMk cId="83537986" sldId="391"/>
            <ac:spMk id="1128" creationId="{68FA6F05-9C1D-80E7-2DA9-C8A502DEF5EC}"/>
          </ac:spMkLst>
        </pc:spChg>
        <pc:spChg chg="mod">
          <ac:chgData name="Mayu Ninagawa (蜷川 真優 GE)" userId="15d22be4-2d84-414d-ac66-ca09a50eae87" providerId="ADAL" clId="{2A43D1C7-C612-4547-BA11-3049DC01C97C}" dt="2026-01-29T09:23:45.569" v="8013"/>
          <ac:spMkLst>
            <pc:docMk/>
            <pc:sldMk cId="83537986" sldId="391"/>
            <ac:spMk id="1129" creationId="{9E1E8D02-0B08-13F5-7FAB-39BCD91A96AB}"/>
          </ac:spMkLst>
        </pc:spChg>
        <pc:spChg chg="mod">
          <ac:chgData name="Mayu Ninagawa (蜷川 真優 GE)" userId="15d22be4-2d84-414d-ac66-ca09a50eae87" providerId="ADAL" clId="{2A43D1C7-C612-4547-BA11-3049DC01C97C}" dt="2026-01-29T09:23:45.569" v="8013"/>
          <ac:spMkLst>
            <pc:docMk/>
            <pc:sldMk cId="83537986" sldId="391"/>
            <ac:spMk id="1130" creationId="{45DDBB02-2105-48EC-181D-7BC3783FB560}"/>
          </ac:spMkLst>
        </pc:spChg>
        <pc:spChg chg="mod">
          <ac:chgData name="Mayu Ninagawa (蜷川 真優 GE)" userId="15d22be4-2d84-414d-ac66-ca09a50eae87" providerId="ADAL" clId="{2A43D1C7-C612-4547-BA11-3049DC01C97C}" dt="2026-01-29T09:23:45.569" v="8013"/>
          <ac:spMkLst>
            <pc:docMk/>
            <pc:sldMk cId="83537986" sldId="391"/>
            <ac:spMk id="1131" creationId="{0CAFC9A1-EBF4-69AC-6B6E-A3018A806270}"/>
          </ac:spMkLst>
        </pc:spChg>
        <pc:spChg chg="mod">
          <ac:chgData name="Mayu Ninagawa (蜷川 真優 GE)" userId="15d22be4-2d84-414d-ac66-ca09a50eae87" providerId="ADAL" clId="{2A43D1C7-C612-4547-BA11-3049DC01C97C}" dt="2026-01-29T09:23:45.569" v="8013"/>
          <ac:spMkLst>
            <pc:docMk/>
            <pc:sldMk cId="83537986" sldId="391"/>
            <ac:spMk id="1132" creationId="{38A8E57E-8C24-8BC1-DC4C-8CD9BC94C4AB}"/>
          </ac:spMkLst>
        </pc:spChg>
        <pc:spChg chg="mod">
          <ac:chgData name="Mayu Ninagawa (蜷川 真優 GE)" userId="15d22be4-2d84-414d-ac66-ca09a50eae87" providerId="ADAL" clId="{2A43D1C7-C612-4547-BA11-3049DC01C97C}" dt="2026-01-29T09:23:45.569" v="8013"/>
          <ac:spMkLst>
            <pc:docMk/>
            <pc:sldMk cId="83537986" sldId="391"/>
            <ac:spMk id="1133" creationId="{7F7A826E-ECEF-4A7D-3EC5-C64A8D96DD91}"/>
          </ac:spMkLst>
        </pc:spChg>
        <pc:spChg chg="mod">
          <ac:chgData name="Mayu Ninagawa (蜷川 真優 GE)" userId="15d22be4-2d84-414d-ac66-ca09a50eae87" providerId="ADAL" clId="{2A43D1C7-C612-4547-BA11-3049DC01C97C}" dt="2026-01-29T09:23:45.569" v="8013"/>
          <ac:spMkLst>
            <pc:docMk/>
            <pc:sldMk cId="83537986" sldId="391"/>
            <ac:spMk id="1134" creationId="{38B18598-5074-014E-493F-6FD115826B4B}"/>
          </ac:spMkLst>
        </pc:spChg>
        <pc:spChg chg="mod">
          <ac:chgData name="Mayu Ninagawa (蜷川 真優 GE)" userId="15d22be4-2d84-414d-ac66-ca09a50eae87" providerId="ADAL" clId="{2A43D1C7-C612-4547-BA11-3049DC01C97C}" dt="2026-01-29T09:23:45.569" v="8013"/>
          <ac:spMkLst>
            <pc:docMk/>
            <pc:sldMk cId="83537986" sldId="391"/>
            <ac:spMk id="1135" creationId="{759CD134-1CDC-3052-5F57-2BA1D494720D}"/>
          </ac:spMkLst>
        </pc:spChg>
        <pc:spChg chg="mod">
          <ac:chgData name="Mayu Ninagawa (蜷川 真優 GE)" userId="15d22be4-2d84-414d-ac66-ca09a50eae87" providerId="ADAL" clId="{2A43D1C7-C612-4547-BA11-3049DC01C97C}" dt="2026-01-29T09:23:45.569" v="8013"/>
          <ac:spMkLst>
            <pc:docMk/>
            <pc:sldMk cId="83537986" sldId="391"/>
            <ac:spMk id="1136" creationId="{D7E233D5-8B68-14AE-9B44-51074C34DD58}"/>
          </ac:spMkLst>
        </pc:spChg>
        <pc:spChg chg="mod">
          <ac:chgData name="Mayu Ninagawa (蜷川 真優 GE)" userId="15d22be4-2d84-414d-ac66-ca09a50eae87" providerId="ADAL" clId="{2A43D1C7-C612-4547-BA11-3049DC01C97C}" dt="2026-01-29T09:23:45.569" v="8013"/>
          <ac:spMkLst>
            <pc:docMk/>
            <pc:sldMk cId="83537986" sldId="391"/>
            <ac:spMk id="1137" creationId="{4952BDD7-F60E-233F-7489-5DC60353AFD5}"/>
          </ac:spMkLst>
        </pc:spChg>
        <pc:spChg chg="mod">
          <ac:chgData name="Mayu Ninagawa (蜷川 真優 GE)" userId="15d22be4-2d84-414d-ac66-ca09a50eae87" providerId="ADAL" clId="{2A43D1C7-C612-4547-BA11-3049DC01C97C}" dt="2026-01-29T09:23:45.569" v="8013"/>
          <ac:spMkLst>
            <pc:docMk/>
            <pc:sldMk cId="83537986" sldId="391"/>
            <ac:spMk id="1138" creationId="{D47ACD7B-B2E6-EC3F-A536-F6D0E13AFC1B}"/>
          </ac:spMkLst>
        </pc:spChg>
        <pc:spChg chg="mod">
          <ac:chgData name="Mayu Ninagawa (蜷川 真優 GE)" userId="15d22be4-2d84-414d-ac66-ca09a50eae87" providerId="ADAL" clId="{2A43D1C7-C612-4547-BA11-3049DC01C97C}" dt="2026-01-29T09:23:45.569" v="8013"/>
          <ac:spMkLst>
            <pc:docMk/>
            <pc:sldMk cId="83537986" sldId="391"/>
            <ac:spMk id="1139" creationId="{13B69615-C810-40A3-0C63-E7C83E339FC5}"/>
          </ac:spMkLst>
        </pc:spChg>
        <pc:spChg chg="mod">
          <ac:chgData name="Mayu Ninagawa (蜷川 真優 GE)" userId="15d22be4-2d84-414d-ac66-ca09a50eae87" providerId="ADAL" clId="{2A43D1C7-C612-4547-BA11-3049DC01C97C}" dt="2026-01-29T09:23:45.569" v="8013"/>
          <ac:spMkLst>
            <pc:docMk/>
            <pc:sldMk cId="83537986" sldId="391"/>
            <ac:spMk id="1140" creationId="{A2D990CA-058F-B0DE-F457-43BCD2AD7958}"/>
          </ac:spMkLst>
        </pc:spChg>
        <pc:spChg chg="mod">
          <ac:chgData name="Mayu Ninagawa (蜷川 真優 GE)" userId="15d22be4-2d84-414d-ac66-ca09a50eae87" providerId="ADAL" clId="{2A43D1C7-C612-4547-BA11-3049DC01C97C}" dt="2026-01-29T09:23:45.569" v="8013"/>
          <ac:spMkLst>
            <pc:docMk/>
            <pc:sldMk cId="83537986" sldId="391"/>
            <ac:spMk id="1141" creationId="{5C8C9DFE-B644-7595-ABD0-7F9300DD2D5A}"/>
          </ac:spMkLst>
        </pc:spChg>
        <pc:spChg chg="mod">
          <ac:chgData name="Mayu Ninagawa (蜷川 真優 GE)" userId="15d22be4-2d84-414d-ac66-ca09a50eae87" providerId="ADAL" clId="{2A43D1C7-C612-4547-BA11-3049DC01C97C}" dt="2026-01-29T09:23:45.569" v="8013"/>
          <ac:spMkLst>
            <pc:docMk/>
            <pc:sldMk cId="83537986" sldId="391"/>
            <ac:spMk id="1142" creationId="{B12D3C90-A5D8-BE6B-9675-065EC61FF412}"/>
          </ac:spMkLst>
        </pc:spChg>
        <pc:spChg chg="mod">
          <ac:chgData name="Mayu Ninagawa (蜷川 真優 GE)" userId="15d22be4-2d84-414d-ac66-ca09a50eae87" providerId="ADAL" clId="{2A43D1C7-C612-4547-BA11-3049DC01C97C}" dt="2026-01-29T09:23:45.569" v="8013"/>
          <ac:spMkLst>
            <pc:docMk/>
            <pc:sldMk cId="83537986" sldId="391"/>
            <ac:spMk id="1143" creationId="{FD9D8D24-2C86-BEA4-8B42-591D53DB82D4}"/>
          </ac:spMkLst>
        </pc:spChg>
        <pc:spChg chg="mod">
          <ac:chgData name="Mayu Ninagawa (蜷川 真優 GE)" userId="15d22be4-2d84-414d-ac66-ca09a50eae87" providerId="ADAL" clId="{2A43D1C7-C612-4547-BA11-3049DC01C97C}" dt="2026-01-29T09:23:45.569" v="8013"/>
          <ac:spMkLst>
            <pc:docMk/>
            <pc:sldMk cId="83537986" sldId="391"/>
            <ac:spMk id="1144" creationId="{86EF53C5-C5D1-5BD3-62F4-7DC9D0BD5042}"/>
          </ac:spMkLst>
        </pc:spChg>
        <pc:spChg chg="mod">
          <ac:chgData name="Mayu Ninagawa (蜷川 真優 GE)" userId="15d22be4-2d84-414d-ac66-ca09a50eae87" providerId="ADAL" clId="{2A43D1C7-C612-4547-BA11-3049DC01C97C}" dt="2026-01-29T09:23:45.569" v="8013"/>
          <ac:spMkLst>
            <pc:docMk/>
            <pc:sldMk cId="83537986" sldId="391"/>
            <ac:spMk id="1145" creationId="{C143D9D6-C132-BD62-A353-7A2F69E819A1}"/>
          </ac:spMkLst>
        </pc:spChg>
        <pc:spChg chg="mod">
          <ac:chgData name="Mayu Ninagawa (蜷川 真優 GE)" userId="15d22be4-2d84-414d-ac66-ca09a50eae87" providerId="ADAL" clId="{2A43D1C7-C612-4547-BA11-3049DC01C97C}" dt="2026-01-29T09:23:45.569" v="8013"/>
          <ac:spMkLst>
            <pc:docMk/>
            <pc:sldMk cId="83537986" sldId="391"/>
            <ac:spMk id="1146" creationId="{2FCC9AC3-4430-0FE6-C073-7DEAAE89FBC2}"/>
          </ac:spMkLst>
        </pc:spChg>
        <pc:spChg chg="mod">
          <ac:chgData name="Mayu Ninagawa (蜷川 真優 GE)" userId="15d22be4-2d84-414d-ac66-ca09a50eae87" providerId="ADAL" clId="{2A43D1C7-C612-4547-BA11-3049DC01C97C}" dt="2026-01-29T09:23:45.569" v="8013"/>
          <ac:spMkLst>
            <pc:docMk/>
            <pc:sldMk cId="83537986" sldId="391"/>
            <ac:spMk id="1147" creationId="{F68C6E4D-CFEB-1853-80AC-15AE6421C219}"/>
          </ac:spMkLst>
        </pc:spChg>
        <pc:spChg chg="mod">
          <ac:chgData name="Mayu Ninagawa (蜷川 真優 GE)" userId="15d22be4-2d84-414d-ac66-ca09a50eae87" providerId="ADAL" clId="{2A43D1C7-C612-4547-BA11-3049DC01C97C}" dt="2026-01-29T09:23:45.569" v="8013"/>
          <ac:spMkLst>
            <pc:docMk/>
            <pc:sldMk cId="83537986" sldId="391"/>
            <ac:spMk id="1148" creationId="{1CB54115-1CBD-B7CF-A881-9410D91BFD79}"/>
          </ac:spMkLst>
        </pc:spChg>
        <pc:spChg chg="mod">
          <ac:chgData name="Mayu Ninagawa (蜷川 真優 GE)" userId="15d22be4-2d84-414d-ac66-ca09a50eae87" providerId="ADAL" clId="{2A43D1C7-C612-4547-BA11-3049DC01C97C}" dt="2026-01-29T09:23:45.569" v="8013"/>
          <ac:spMkLst>
            <pc:docMk/>
            <pc:sldMk cId="83537986" sldId="391"/>
            <ac:spMk id="1149" creationId="{64A3C829-C085-E7D3-37FC-D9937BBD25A1}"/>
          </ac:spMkLst>
        </pc:spChg>
        <pc:spChg chg="mod">
          <ac:chgData name="Mayu Ninagawa (蜷川 真優 GE)" userId="15d22be4-2d84-414d-ac66-ca09a50eae87" providerId="ADAL" clId="{2A43D1C7-C612-4547-BA11-3049DC01C97C}" dt="2026-01-29T09:23:45.569" v="8013"/>
          <ac:spMkLst>
            <pc:docMk/>
            <pc:sldMk cId="83537986" sldId="391"/>
            <ac:spMk id="1150" creationId="{6E0D571C-1CA9-356C-4FA1-4B4B7C80A2DA}"/>
          </ac:spMkLst>
        </pc:spChg>
        <pc:spChg chg="mod">
          <ac:chgData name="Mayu Ninagawa (蜷川 真優 GE)" userId="15d22be4-2d84-414d-ac66-ca09a50eae87" providerId="ADAL" clId="{2A43D1C7-C612-4547-BA11-3049DC01C97C}" dt="2026-01-29T09:23:45.569" v="8013"/>
          <ac:spMkLst>
            <pc:docMk/>
            <pc:sldMk cId="83537986" sldId="391"/>
            <ac:spMk id="1151" creationId="{0B72813B-393D-DF05-27F3-990DCD384ADC}"/>
          </ac:spMkLst>
        </pc:spChg>
        <pc:spChg chg="mod">
          <ac:chgData name="Mayu Ninagawa (蜷川 真優 GE)" userId="15d22be4-2d84-414d-ac66-ca09a50eae87" providerId="ADAL" clId="{2A43D1C7-C612-4547-BA11-3049DC01C97C}" dt="2026-01-29T09:23:45.569" v="8013"/>
          <ac:spMkLst>
            <pc:docMk/>
            <pc:sldMk cId="83537986" sldId="391"/>
            <ac:spMk id="1152" creationId="{48FC89DF-DC44-A65C-1F21-A82F02EEF0DD}"/>
          </ac:spMkLst>
        </pc:spChg>
        <pc:spChg chg="mod">
          <ac:chgData name="Mayu Ninagawa (蜷川 真優 GE)" userId="15d22be4-2d84-414d-ac66-ca09a50eae87" providerId="ADAL" clId="{2A43D1C7-C612-4547-BA11-3049DC01C97C}" dt="2026-01-29T09:23:45.569" v="8013"/>
          <ac:spMkLst>
            <pc:docMk/>
            <pc:sldMk cId="83537986" sldId="391"/>
            <ac:spMk id="1153" creationId="{49064D3B-8330-D123-34BD-7F47CAEEDAA3}"/>
          </ac:spMkLst>
        </pc:spChg>
        <pc:spChg chg="mod">
          <ac:chgData name="Mayu Ninagawa (蜷川 真優 GE)" userId="15d22be4-2d84-414d-ac66-ca09a50eae87" providerId="ADAL" clId="{2A43D1C7-C612-4547-BA11-3049DC01C97C}" dt="2026-01-29T09:23:45.569" v="8013"/>
          <ac:spMkLst>
            <pc:docMk/>
            <pc:sldMk cId="83537986" sldId="391"/>
            <ac:spMk id="1154" creationId="{4BB9A037-605E-0B42-9FEA-C23ADF878FA1}"/>
          </ac:spMkLst>
        </pc:spChg>
        <pc:spChg chg="mod">
          <ac:chgData name="Mayu Ninagawa (蜷川 真優 GE)" userId="15d22be4-2d84-414d-ac66-ca09a50eae87" providerId="ADAL" clId="{2A43D1C7-C612-4547-BA11-3049DC01C97C}" dt="2026-01-29T09:23:45.569" v="8013"/>
          <ac:spMkLst>
            <pc:docMk/>
            <pc:sldMk cId="83537986" sldId="391"/>
            <ac:spMk id="1155" creationId="{8A3E1CA3-32D6-F9D2-9DD7-560526D22725}"/>
          </ac:spMkLst>
        </pc:spChg>
        <pc:spChg chg="mod">
          <ac:chgData name="Mayu Ninagawa (蜷川 真優 GE)" userId="15d22be4-2d84-414d-ac66-ca09a50eae87" providerId="ADAL" clId="{2A43D1C7-C612-4547-BA11-3049DC01C97C}" dt="2026-01-29T09:23:45.569" v="8013"/>
          <ac:spMkLst>
            <pc:docMk/>
            <pc:sldMk cId="83537986" sldId="391"/>
            <ac:spMk id="1156" creationId="{75804105-E536-F742-80D0-B2085CEB206C}"/>
          </ac:spMkLst>
        </pc:spChg>
        <pc:spChg chg="mod">
          <ac:chgData name="Mayu Ninagawa (蜷川 真優 GE)" userId="15d22be4-2d84-414d-ac66-ca09a50eae87" providerId="ADAL" clId="{2A43D1C7-C612-4547-BA11-3049DC01C97C}" dt="2026-01-29T09:23:45.569" v="8013"/>
          <ac:spMkLst>
            <pc:docMk/>
            <pc:sldMk cId="83537986" sldId="391"/>
            <ac:spMk id="1157" creationId="{CF3484C8-5B6D-4386-7BE9-8F7B9E967A28}"/>
          </ac:spMkLst>
        </pc:spChg>
        <pc:spChg chg="mod">
          <ac:chgData name="Mayu Ninagawa (蜷川 真優 GE)" userId="15d22be4-2d84-414d-ac66-ca09a50eae87" providerId="ADAL" clId="{2A43D1C7-C612-4547-BA11-3049DC01C97C}" dt="2026-01-29T09:23:45.569" v="8013"/>
          <ac:spMkLst>
            <pc:docMk/>
            <pc:sldMk cId="83537986" sldId="391"/>
            <ac:spMk id="1158" creationId="{CD7FB209-4C0A-7514-E473-59FE2537E96C}"/>
          </ac:spMkLst>
        </pc:spChg>
        <pc:spChg chg="mod">
          <ac:chgData name="Mayu Ninagawa (蜷川 真優 GE)" userId="15d22be4-2d84-414d-ac66-ca09a50eae87" providerId="ADAL" clId="{2A43D1C7-C612-4547-BA11-3049DC01C97C}" dt="2026-01-29T09:23:45.569" v="8013"/>
          <ac:spMkLst>
            <pc:docMk/>
            <pc:sldMk cId="83537986" sldId="391"/>
            <ac:spMk id="1159" creationId="{0B4CD10A-6996-245C-BE9C-37DFC1CCC4C1}"/>
          </ac:spMkLst>
        </pc:spChg>
        <pc:spChg chg="mod">
          <ac:chgData name="Mayu Ninagawa (蜷川 真優 GE)" userId="15d22be4-2d84-414d-ac66-ca09a50eae87" providerId="ADAL" clId="{2A43D1C7-C612-4547-BA11-3049DC01C97C}" dt="2026-01-29T09:23:45.569" v="8013"/>
          <ac:spMkLst>
            <pc:docMk/>
            <pc:sldMk cId="83537986" sldId="391"/>
            <ac:spMk id="1160" creationId="{4512B479-F437-4F49-881D-700FC0C5F7A8}"/>
          </ac:spMkLst>
        </pc:spChg>
        <pc:spChg chg="mod">
          <ac:chgData name="Mayu Ninagawa (蜷川 真優 GE)" userId="15d22be4-2d84-414d-ac66-ca09a50eae87" providerId="ADAL" clId="{2A43D1C7-C612-4547-BA11-3049DC01C97C}" dt="2026-01-29T09:23:45.569" v="8013"/>
          <ac:spMkLst>
            <pc:docMk/>
            <pc:sldMk cId="83537986" sldId="391"/>
            <ac:spMk id="1161" creationId="{85F30E83-083D-9134-4685-A7662576BA43}"/>
          </ac:spMkLst>
        </pc:spChg>
        <pc:spChg chg="mod">
          <ac:chgData name="Mayu Ninagawa (蜷川 真優 GE)" userId="15d22be4-2d84-414d-ac66-ca09a50eae87" providerId="ADAL" clId="{2A43D1C7-C612-4547-BA11-3049DC01C97C}" dt="2026-01-29T09:23:45.569" v="8013"/>
          <ac:spMkLst>
            <pc:docMk/>
            <pc:sldMk cId="83537986" sldId="391"/>
            <ac:spMk id="1162" creationId="{08E8AF63-C015-06FC-0799-E85F3295B7E4}"/>
          </ac:spMkLst>
        </pc:spChg>
        <pc:spChg chg="mod">
          <ac:chgData name="Mayu Ninagawa (蜷川 真優 GE)" userId="15d22be4-2d84-414d-ac66-ca09a50eae87" providerId="ADAL" clId="{2A43D1C7-C612-4547-BA11-3049DC01C97C}" dt="2026-01-29T09:23:45.569" v="8013"/>
          <ac:spMkLst>
            <pc:docMk/>
            <pc:sldMk cId="83537986" sldId="391"/>
            <ac:spMk id="1163" creationId="{B9C3F2AC-5146-E485-1AA4-916C36CAC61B}"/>
          </ac:spMkLst>
        </pc:spChg>
        <pc:spChg chg="mod">
          <ac:chgData name="Mayu Ninagawa (蜷川 真優 GE)" userId="15d22be4-2d84-414d-ac66-ca09a50eae87" providerId="ADAL" clId="{2A43D1C7-C612-4547-BA11-3049DC01C97C}" dt="2026-01-29T09:23:45.569" v="8013"/>
          <ac:spMkLst>
            <pc:docMk/>
            <pc:sldMk cId="83537986" sldId="391"/>
            <ac:spMk id="1164" creationId="{B6C79BD2-6AFD-7466-149C-7DDE6B692D98}"/>
          </ac:spMkLst>
        </pc:spChg>
        <pc:spChg chg="mod">
          <ac:chgData name="Mayu Ninagawa (蜷川 真優 GE)" userId="15d22be4-2d84-414d-ac66-ca09a50eae87" providerId="ADAL" clId="{2A43D1C7-C612-4547-BA11-3049DC01C97C}" dt="2026-01-29T09:23:45.569" v="8013"/>
          <ac:spMkLst>
            <pc:docMk/>
            <pc:sldMk cId="83537986" sldId="391"/>
            <ac:spMk id="1165" creationId="{71C3A3F2-A0BF-C1DA-6479-3FA221998918}"/>
          </ac:spMkLst>
        </pc:spChg>
        <pc:spChg chg="mod">
          <ac:chgData name="Mayu Ninagawa (蜷川 真優 GE)" userId="15d22be4-2d84-414d-ac66-ca09a50eae87" providerId="ADAL" clId="{2A43D1C7-C612-4547-BA11-3049DC01C97C}" dt="2026-01-29T09:23:45.569" v="8013"/>
          <ac:spMkLst>
            <pc:docMk/>
            <pc:sldMk cId="83537986" sldId="391"/>
            <ac:spMk id="1166" creationId="{94851258-CEDF-473E-A16A-3E08B82ADDEC}"/>
          </ac:spMkLst>
        </pc:spChg>
        <pc:spChg chg="mod">
          <ac:chgData name="Mayu Ninagawa (蜷川 真優 GE)" userId="15d22be4-2d84-414d-ac66-ca09a50eae87" providerId="ADAL" clId="{2A43D1C7-C612-4547-BA11-3049DC01C97C}" dt="2026-01-29T09:23:45.569" v="8013"/>
          <ac:spMkLst>
            <pc:docMk/>
            <pc:sldMk cId="83537986" sldId="391"/>
            <ac:spMk id="1167" creationId="{9EC2273F-358F-8988-023A-EB2D49B354C8}"/>
          </ac:spMkLst>
        </pc:spChg>
        <pc:spChg chg="mod">
          <ac:chgData name="Mayu Ninagawa (蜷川 真優 GE)" userId="15d22be4-2d84-414d-ac66-ca09a50eae87" providerId="ADAL" clId="{2A43D1C7-C612-4547-BA11-3049DC01C97C}" dt="2026-01-29T09:23:45.569" v="8013"/>
          <ac:spMkLst>
            <pc:docMk/>
            <pc:sldMk cId="83537986" sldId="391"/>
            <ac:spMk id="1168" creationId="{CA4B109F-AC8E-89ED-69C5-1B14325B0463}"/>
          </ac:spMkLst>
        </pc:spChg>
        <pc:spChg chg="mod">
          <ac:chgData name="Mayu Ninagawa (蜷川 真優 GE)" userId="15d22be4-2d84-414d-ac66-ca09a50eae87" providerId="ADAL" clId="{2A43D1C7-C612-4547-BA11-3049DC01C97C}" dt="2026-01-29T09:23:45.569" v="8013"/>
          <ac:spMkLst>
            <pc:docMk/>
            <pc:sldMk cId="83537986" sldId="391"/>
            <ac:spMk id="1169" creationId="{E146453D-D3B5-FB27-1A08-BE1B310A9532}"/>
          </ac:spMkLst>
        </pc:spChg>
        <pc:spChg chg="mod">
          <ac:chgData name="Mayu Ninagawa (蜷川 真優 GE)" userId="15d22be4-2d84-414d-ac66-ca09a50eae87" providerId="ADAL" clId="{2A43D1C7-C612-4547-BA11-3049DC01C97C}" dt="2026-01-29T09:23:45.569" v="8013"/>
          <ac:spMkLst>
            <pc:docMk/>
            <pc:sldMk cId="83537986" sldId="391"/>
            <ac:spMk id="1170" creationId="{B44B8766-DA20-3596-CCEC-3F93638E3F9D}"/>
          </ac:spMkLst>
        </pc:spChg>
        <pc:spChg chg="mod">
          <ac:chgData name="Mayu Ninagawa (蜷川 真優 GE)" userId="15d22be4-2d84-414d-ac66-ca09a50eae87" providerId="ADAL" clId="{2A43D1C7-C612-4547-BA11-3049DC01C97C}" dt="2026-01-29T09:23:45.569" v="8013"/>
          <ac:spMkLst>
            <pc:docMk/>
            <pc:sldMk cId="83537986" sldId="391"/>
            <ac:spMk id="1171" creationId="{A76F20B2-2BE4-745E-5351-603460AC8677}"/>
          </ac:spMkLst>
        </pc:spChg>
        <pc:spChg chg="mod">
          <ac:chgData name="Mayu Ninagawa (蜷川 真優 GE)" userId="15d22be4-2d84-414d-ac66-ca09a50eae87" providerId="ADAL" clId="{2A43D1C7-C612-4547-BA11-3049DC01C97C}" dt="2026-01-29T09:23:45.569" v="8013"/>
          <ac:spMkLst>
            <pc:docMk/>
            <pc:sldMk cId="83537986" sldId="391"/>
            <ac:spMk id="1172" creationId="{C6027C38-54D8-907A-5E23-4756FBA506D9}"/>
          </ac:spMkLst>
        </pc:spChg>
        <pc:spChg chg="mod">
          <ac:chgData name="Mayu Ninagawa (蜷川 真優 GE)" userId="15d22be4-2d84-414d-ac66-ca09a50eae87" providerId="ADAL" clId="{2A43D1C7-C612-4547-BA11-3049DC01C97C}" dt="2026-01-29T09:23:45.569" v="8013"/>
          <ac:spMkLst>
            <pc:docMk/>
            <pc:sldMk cId="83537986" sldId="391"/>
            <ac:spMk id="1173" creationId="{3CAE52A5-8492-52ED-4D24-B4417CF5F3A5}"/>
          </ac:spMkLst>
        </pc:spChg>
        <pc:spChg chg="mod">
          <ac:chgData name="Mayu Ninagawa (蜷川 真優 GE)" userId="15d22be4-2d84-414d-ac66-ca09a50eae87" providerId="ADAL" clId="{2A43D1C7-C612-4547-BA11-3049DC01C97C}" dt="2026-01-29T09:23:45.569" v="8013"/>
          <ac:spMkLst>
            <pc:docMk/>
            <pc:sldMk cId="83537986" sldId="391"/>
            <ac:spMk id="1174" creationId="{8D5B15C8-D033-E66A-9582-2D328E7F3152}"/>
          </ac:spMkLst>
        </pc:spChg>
        <pc:spChg chg="mod">
          <ac:chgData name="Mayu Ninagawa (蜷川 真優 GE)" userId="15d22be4-2d84-414d-ac66-ca09a50eae87" providerId="ADAL" clId="{2A43D1C7-C612-4547-BA11-3049DC01C97C}" dt="2026-01-29T09:23:45.569" v="8013"/>
          <ac:spMkLst>
            <pc:docMk/>
            <pc:sldMk cId="83537986" sldId="391"/>
            <ac:spMk id="1175" creationId="{DE45AD60-910F-8C25-B3BD-CA9159B34D89}"/>
          </ac:spMkLst>
        </pc:spChg>
        <pc:spChg chg="mod">
          <ac:chgData name="Mayu Ninagawa (蜷川 真優 GE)" userId="15d22be4-2d84-414d-ac66-ca09a50eae87" providerId="ADAL" clId="{2A43D1C7-C612-4547-BA11-3049DC01C97C}" dt="2026-01-29T09:23:45.569" v="8013"/>
          <ac:spMkLst>
            <pc:docMk/>
            <pc:sldMk cId="83537986" sldId="391"/>
            <ac:spMk id="1176" creationId="{B9E5280D-3EBB-853A-0D1B-E2A568C1F739}"/>
          </ac:spMkLst>
        </pc:spChg>
        <pc:spChg chg="mod">
          <ac:chgData name="Mayu Ninagawa (蜷川 真優 GE)" userId="15d22be4-2d84-414d-ac66-ca09a50eae87" providerId="ADAL" clId="{2A43D1C7-C612-4547-BA11-3049DC01C97C}" dt="2026-01-29T09:23:45.569" v="8013"/>
          <ac:spMkLst>
            <pc:docMk/>
            <pc:sldMk cId="83537986" sldId="391"/>
            <ac:spMk id="1177" creationId="{4AAB9841-8F00-FD92-55C8-B8309290104E}"/>
          </ac:spMkLst>
        </pc:spChg>
        <pc:spChg chg="mod">
          <ac:chgData name="Mayu Ninagawa (蜷川 真優 GE)" userId="15d22be4-2d84-414d-ac66-ca09a50eae87" providerId="ADAL" clId="{2A43D1C7-C612-4547-BA11-3049DC01C97C}" dt="2026-01-29T09:23:45.569" v="8013"/>
          <ac:spMkLst>
            <pc:docMk/>
            <pc:sldMk cId="83537986" sldId="391"/>
            <ac:spMk id="1178" creationId="{F1DE04DB-462C-008D-156F-478B5CA702E6}"/>
          </ac:spMkLst>
        </pc:spChg>
        <pc:spChg chg="mod">
          <ac:chgData name="Mayu Ninagawa (蜷川 真優 GE)" userId="15d22be4-2d84-414d-ac66-ca09a50eae87" providerId="ADAL" clId="{2A43D1C7-C612-4547-BA11-3049DC01C97C}" dt="2026-01-29T09:23:45.569" v="8013"/>
          <ac:spMkLst>
            <pc:docMk/>
            <pc:sldMk cId="83537986" sldId="391"/>
            <ac:spMk id="1180" creationId="{4D3D40EC-C19A-FB27-CE57-545F8F2AB669}"/>
          </ac:spMkLst>
        </pc:spChg>
        <pc:spChg chg="mod">
          <ac:chgData name="Mayu Ninagawa (蜷川 真優 GE)" userId="15d22be4-2d84-414d-ac66-ca09a50eae87" providerId="ADAL" clId="{2A43D1C7-C612-4547-BA11-3049DC01C97C}" dt="2026-01-29T09:23:45.569" v="8013"/>
          <ac:spMkLst>
            <pc:docMk/>
            <pc:sldMk cId="83537986" sldId="391"/>
            <ac:spMk id="1181" creationId="{4D3F9873-047F-BCB4-E4FD-3B68018BAD11}"/>
          </ac:spMkLst>
        </pc:spChg>
        <pc:spChg chg="mod">
          <ac:chgData name="Mayu Ninagawa (蜷川 真優 GE)" userId="15d22be4-2d84-414d-ac66-ca09a50eae87" providerId="ADAL" clId="{2A43D1C7-C612-4547-BA11-3049DC01C97C}" dt="2026-01-29T09:23:45.569" v="8013"/>
          <ac:spMkLst>
            <pc:docMk/>
            <pc:sldMk cId="83537986" sldId="391"/>
            <ac:spMk id="1182" creationId="{06419DA6-F84C-6C60-8ED0-14F4A8ABA5B4}"/>
          </ac:spMkLst>
        </pc:spChg>
        <pc:spChg chg="mod">
          <ac:chgData name="Mayu Ninagawa (蜷川 真優 GE)" userId="15d22be4-2d84-414d-ac66-ca09a50eae87" providerId="ADAL" clId="{2A43D1C7-C612-4547-BA11-3049DC01C97C}" dt="2026-01-29T09:23:45.569" v="8013"/>
          <ac:spMkLst>
            <pc:docMk/>
            <pc:sldMk cId="83537986" sldId="391"/>
            <ac:spMk id="1183" creationId="{8AEC1D71-A8B4-0688-974F-25D6EC4B56F9}"/>
          </ac:spMkLst>
        </pc:spChg>
        <pc:spChg chg="mod">
          <ac:chgData name="Mayu Ninagawa (蜷川 真優 GE)" userId="15d22be4-2d84-414d-ac66-ca09a50eae87" providerId="ADAL" clId="{2A43D1C7-C612-4547-BA11-3049DC01C97C}" dt="2026-01-29T09:23:45.569" v="8013"/>
          <ac:spMkLst>
            <pc:docMk/>
            <pc:sldMk cId="83537986" sldId="391"/>
            <ac:spMk id="1184" creationId="{2C5B172C-89F3-084D-A598-AD6B459E4432}"/>
          </ac:spMkLst>
        </pc:spChg>
        <pc:spChg chg="mod">
          <ac:chgData name="Mayu Ninagawa (蜷川 真優 GE)" userId="15d22be4-2d84-414d-ac66-ca09a50eae87" providerId="ADAL" clId="{2A43D1C7-C612-4547-BA11-3049DC01C97C}" dt="2026-01-29T09:23:45.569" v="8013"/>
          <ac:spMkLst>
            <pc:docMk/>
            <pc:sldMk cId="83537986" sldId="391"/>
            <ac:spMk id="1185" creationId="{C6845189-C8B8-087D-2AAA-BEFC490B5A91}"/>
          </ac:spMkLst>
        </pc:spChg>
        <pc:spChg chg="mod">
          <ac:chgData name="Mayu Ninagawa (蜷川 真優 GE)" userId="15d22be4-2d84-414d-ac66-ca09a50eae87" providerId="ADAL" clId="{2A43D1C7-C612-4547-BA11-3049DC01C97C}" dt="2026-01-29T09:23:45.569" v="8013"/>
          <ac:spMkLst>
            <pc:docMk/>
            <pc:sldMk cId="83537986" sldId="391"/>
            <ac:spMk id="1186" creationId="{56621967-AF1C-A732-6F48-97B097C7DC10}"/>
          </ac:spMkLst>
        </pc:spChg>
        <pc:spChg chg="mod">
          <ac:chgData name="Mayu Ninagawa (蜷川 真優 GE)" userId="15d22be4-2d84-414d-ac66-ca09a50eae87" providerId="ADAL" clId="{2A43D1C7-C612-4547-BA11-3049DC01C97C}" dt="2026-01-29T09:23:45.569" v="8013"/>
          <ac:spMkLst>
            <pc:docMk/>
            <pc:sldMk cId="83537986" sldId="391"/>
            <ac:spMk id="1187" creationId="{4FA56117-FA95-E2F2-1CE5-9A1989FCF779}"/>
          </ac:spMkLst>
        </pc:spChg>
        <pc:spChg chg="mod">
          <ac:chgData name="Mayu Ninagawa (蜷川 真優 GE)" userId="15d22be4-2d84-414d-ac66-ca09a50eae87" providerId="ADAL" clId="{2A43D1C7-C612-4547-BA11-3049DC01C97C}" dt="2026-01-29T09:23:45.569" v="8013"/>
          <ac:spMkLst>
            <pc:docMk/>
            <pc:sldMk cId="83537986" sldId="391"/>
            <ac:spMk id="1188" creationId="{87CABEC2-F84A-E5AC-9E18-3469799D7797}"/>
          </ac:spMkLst>
        </pc:spChg>
        <pc:spChg chg="mod">
          <ac:chgData name="Mayu Ninagawa (蜷川 真優 GE)" userId="15d22be4-2d84-414d-ac66-ca09a50eae87" providerId="ADAL" clId="{2A43D1C7-C612-4547-BA11-3049DC01C97C}" dt="2026-01-29T09:23:45.569" v="8013"/>
          <ac:spMkLst>
            <pc:docMk/>
            <pc:sldMk cId="83537986" sldId="391"/>
            <ac:spMk id="1189" creationId="{036D3F8C-87E3-9D8B-193C-FE17EA935096}"/>
          </ac:spMkLst>
        </pc:spChg>
        <pc:spChg chg="mod">
          <ac:chgData name="Mayu Ninagawa (蜷川 真優 GE)" userId="15d22be4-2d84-414d-ac66-ca09a50eae87" providerId="ADAL" clId="{2A43D1C7-C612-4547-BA11-3049DC01C97C}" dt="2026-01-29T09:23:45.569" v="8013"/>
          <ac:spMkLst>
            <pc:docMk/>
            <pc:sldMk cId="83537986" sldId="391"/>
            <ac:spMk id="1190" creationId="{72B96894-03E8-1C98-07EA-F2E41738C8D9}"/>
          </ac:spMkLst>
        </pc:spChg>
        <pc:spChg chg="mod">
          <ac:chgData name="Mayu Ninagawa (蜷川 真優 GE)" userId="15d22be4-2d84-414d-ac66-ca09a50eae87" providerId="ADAL" clId="{2A43D1C7-C612-4547-BA11-3049DC01C97C}" dt="2026-01-29T09:23:45.569" v="8013"/>
          <ac:spMkLst>
            <pc:docMk/>
            <pc:sldMk cId="83537986" sldId="391"/>
            <ac:spMk id="1191" creationId="{5976250D-7DFF-8B43-DDA3-D6D06DA3C515}"/>
          </ac:spMkLst>
        </pc:spChg>
        <pc:spChg chg="mod">
          <ac:chgData name="Mayu Ninagawa (蜷川 真優 GE)" userId="15d22be4-2d84-414d-ac66-ca09a50eae87" providerId="ADAL" clId="{2A43D1C7-C612-4547-BA11-3049DC01C97C}" dt="2026-01-29T09:23:45.569" v="8013"/>
          <ac:spMkLst>
            <pc:docMk/>
            <pc:sldMk cId="83537986" sldId="391"/>
            <ac:spMk id="1192" creationId="{9D6AD995-F261-2D41-5CB5-A70352E65F90}"/>
          </ac:spMkLst>
        </pc:spChg>
        <pc:spChg chg="mod">
          <ac:chgData name="Mayu Ninagawa (蜷川 真優 GE)" userId="15d22be4-2d84-414d-ac66-ca09a50eae87" providerId="ADAL" clId="{2A43D1C7-C612-4547-BA11-3049DC01C97C}" dt="2026-01-29T09:23:45.569" v="8013"/>
          <ac:spMkLst>
            <pc:docMk/>
            <pc:sldMk cId="83537986" sldId="391"/>
            <ac:spMk id="1193" creationId="{3A2D09EF-BC5D-63FD-25FA-25781F0656F1}"/>
          </ac:spMkLst>
        </pc:spChg>
        <pc:spChg chg="mod">
          <ac:chgData name="Mayu Ninagawa (蜷川 真優 GE)" userId="15d22be4-2d84-414d-ac66-ca09a50eae87" providerId="ADAL" clId="{2A43D1C7-C612-4547-BA11-3049DC01C97C}" dt="2026-01-29T09:23:45.569" v="8013"/>
          <ac:spMkLst>
            <pc:docMk/>
            <pc:sldMk cId="83537986" sldId="391"/>
            <ac:spMk id="1194" creationId="{10E6C392-5B8C-C6D2-6CBF-51BCDECB3D3C}"/>
          </ac:spMkLst>
        </pc:spChg>
        <pc:spChg chg="mod">
          <ac:chgData name="Mayu Ninagawa (蜷川 真優 GE)" userId="15d22be4-2d84-414d-ac66-ca09a50eae87" providerId="ADAL" clId="{2A43D1C7-C612-4547-BA11-3049DC01C97C}" dt="2026-01-29T09:23:45.569" v="8013"/>
          <ac:spMkLst>
            <pc:docMk/>
            <pc:sldMk cId="83537986" sldId="391"/>
            <ac:spMk id="1195" creationId="{34C42815-867E-8FCC-C185-D119275EFC00}"/>
          </ac:spMkLst>
        </pc:spChg>
        <pc:spChg chg="mod">
          <ac:chgData name="Mayu Ninagawa (蜷川 真優 GE)" userId="15d22be4-2d84-414d-ac66-ca09a50eae87" providerId="ADAL" clId="{2A43D1C7-C612-4547-BA11-3049DC01C97C}" dt="2026-01-29T09:23:45.569" v="8013"/>
          <ac:spMkLst>
            <pc:docMk/>
            <pc:sldMk cId="83537986" sldId="391"/>
            <ac:spMk id="1196" creationId="{65A66DA5-F021-7A52-0198-01C2AD0771F0}"/>
          </ac:spMkLst>
        </pc:spChg>
        <pc:spChg chg="mod">
          <ac:chgData name="Mayu Ninagawa (蜷川 真優 GE)" userId="15d22be4-2d84-414d-ac66-ca09a50eae87" providerId="ADAL" clId="{2A43D1C7-C612-4547-BA11-3049DC01C97C}" dt="2026-01-29T09:23:45.569" v="8013"/>
          <ac:spMkLst>
            <pc:docMk/>
            <pc:sldMk cId="83537986" sldId="391"/>
            <ac:spMk id="1197" creationId="{B6D3A2D4-540B-41C2-FBBB-07B8A8FDD198}"/>
          </ac:spMkLst>
        </pc:spChg>
        <pc:spChg chg="mod">
          <ac:chgData name="Mayu Ninagawa (蜷川 真優 GE)" userId="15d22be4-2d84-414d-ac66-ca09a50eae87" providerId="ADAL" clId="{2A43D1C7-C612-4547-BA11-3049DC01C97C}" dt="2026-01-29T09:23:45.569" v="8013"/>
          <ac:spMkLst>
            <pc:docMk/>
            <pc:sldMk cId="83537986" sldId="391"/>
            <ac:spMk id="1198" creationId="{E1EAC3B0-EEAD-89D9-4A43-3EAB77EA62C6}"/>
          </ac:spMkLst>
        </pc:spChg>
        <pc:spChg chg="mod">
          <ac:chgData name="Mayu Ninagawa (蜷川 真優 GE)" userId="15d22be4-2d84-414d-ac66-ca09a50eae87" providerId="ADAL" clId="{2A43D1C7-C612-4547-BA11-3049DC01C97C}" dt="2026-01-29T09:23:45.569" v="8013"/>
          <ac:spMkLst>
            <pc:docMk/>
            <pc:sldMk cId="83537986" sldId="391"/>
            <ac:spMk id="1199" creationId="{DF367EE6-79D8-454D-6D46-D4C4B7E412A1}"/>
          </ac:spMkLst>
        </pc:spChg>
        <pc:grpChg chg="add del mod">
          <ac:chgData name="Mayu Ninagawa (蜷川 真優 GE)" userId="15d22be4-2d84-414d-ac66-ca09a50eae87" providerId="ADAL" clId="{2A43D1C7-C612-4547-BA11-3049DC01C97C}" dt="2026-01-29T08:54:40.704" v="6851" actId="478"/>
          <ac:grpSpMkLst>
            <pc:docMk/>
            <pc:sldMk cId="83537986" sldId="391"/>
            <ac:grpSpMk id="2" creationId="{5EC61313-BE84-B5D5-EEEB-40BA43B3EF2D}"/>
          </ac:grpSpMkLst>
        </pc:grpChg>
        <pc:grpChg chg="add del mod">
          <ac:chgData name="Mayu Ninagawa (蜷川 真優 GE)" userId="15d22be4-2d84-414d-ac66-ca09a50eae87" providerId="ADAL" clId="{2A43D1C7-C612-4547-BA11-3049DC01C97C}" dt="2026-01-29T08:52:52.658" v="6838" actId="478"/>
          <ac:grpSpMkLst>
            <pc:docMk/>
            <pc:sldMk cId="83537986" sldId="391"/>
            <ac:grpSpMk id="461" creationId="{BD83D9AF-ED5E-409B-5960-B38DF15FA708}"/>
          </ac:grpSpMkLst>
        </pc:grpChg>
        <pc:grpChg chg="del">
          <ac:chgData name="Mayu Ninagawa (蜷川 真優 GE)" userId="15d22be4-2d84-414d-ac66-ca09a50eae87" providerId="ADAL" clId="{2A43D1C7-C612-4547-BA11-3049DC01C97C}" dt="2026-01-29T08:51:44.829" v="6822" actId="478"/>
          <ac:grpSpMkLst>
            <pc:docMk/>
            <pc:sldMk cId="83537986" sldId="391"/>
            <ac:grpSpMk id="462" creationId="{8668ACA7-96B1-5933-1527-761807EDE555}"/>
          </ac:grpSpMkLst>
        </pc:grpChg>
        <pc:grpChg chg="add del mod">
          <ac:chgData name="Mayu Ninagawa (蜷川 真優 GE)" userId="15d22be4-2d84-414d-ac66-ca09a50eae87" providerId="ADAL" clId="{2A43D1C7-C612-4547-BA11-3049DC01C97C}" dt="2026-01-29T08:52:23.553" v="6834"/>
          <ac:grpSpMkLst>
            <pc:docMk/>
            <pc:sldMk cId="83537986" sldId="391"/>
            <ac:grpSpMk id="484" creationId="{EB0FA04E-C6E9-5BCA-451F-59611509E053}"/>
          </ac:grpSpMkLst>
        </pc:grpChg>
        <pc:grpChg chg="add del mod">
          <ac:chgData name="Mayu Ninagawa (蜷川 真優 GE)" userId="15d22be4-2d84-414d-ac66-ca09a50eae87" providerId="ADAL" clId="{2A43D1C7-C612-4547-BA11-3049DC01C97C}" dt="2026-01-29T09:08:20.922" v="7363" actId="478"/>
          <ac:grpSpMkLst>
            <pc:docMk/>
            <pc:sldMk cId="83537986" sldId="391"/>
            <ac:grpSpMk id="530" creationId="{3D139244-4180-F872-281B-7891A9C3A958}"/>
          </ac:grpSpMkLst>
        </pc:grpChg>
        <pc:grpChg chg="add del mod">
          <ac:chgData name="Mayu Ninagawa (蜷川 真優 GE)" userId="15d22be4-2d84-414d-ac66-ca09a50eae87" providerId="ADAL" clId="{2A43D1C7-C612-4547-BA11-3049DC01C97C}" dt="2026-01-29T09:06:42.607" v="7349"/>
          <ac:grpSpMkLst>
            <pc:docMk/>
            <pc:sldMk cId="83537986" sldId="391"/>
            <ac:grpSpMk id="557" creationId="{816AAD8C-7D29-ACAB-338E-99B0DE0EC11D}"/>
          </ac:grpSpMkLst>
        </pc:grpChg>
        <pc:grpChg chg="add del mod">
          <ac:chgData name="Mayu Ninagawa (蜷川 真優 GE)" userId="15d22be4-2d84-414d-ac66-ca09a50eae87" providerId="ADAL" clId="{2A43D1C7-C612-4547-BA11-3049DC01C97C}" dt="2026-01-29T09:20:57.275" v="7995" actId="165"/>
          <ac:grpSpMkLst>
            <pc:docMk/>
            <pc:sldMk cId="83537986" sldId="391"/>
            <ac:grpSpMk id="795" creationId="{3695B2DE-BE23-3AB1-8FA0-CF4E41006D71}"/>
          </ac:grpSpMkLst>
        </pc:grpChg>
        <pc:grpChg chg="add del mod">
          <ac:chgData name="Mayu Ninagawa (蜷川 真優 GE)" userId="15d22be4-2d84-414d-ac66-ca09a50eae87" providerId="ADAL" clId="{2A43D1C7-C612-4547-BA11-3049DC01C97C}" dt="2026-01-29T09:23:45.085" v="8012" actId="478"/>
          <ac:grpSpMkLst>
            <pc:docMk/>
            <pc:sldMk cId="83537986" sldId="391"/>
            <ac:grpSpMk id="870" creationId="{FAED0BD2-99FA-27A9-9EF1-F069FB4EE169}"/>
          </ac:grpSpMkLst>
        </pc:grpChg>
        <pc:grpChg chg="add del mod">
          <ac:chgData name="Mayu Ninagawa (蜷川 真優 GE)" userId="15d22be4-2d84-414d-ac66-ca09a50eae87" providerId="ADAL" clId="{2A43D1C7-C612-4547-BA11-3049DC01C97C}" dt="2026-01-29T09:18:19.147" v="7890"/>
          <ac:grpSpMkLst>
            <pc:docMk/>
            <pc:sldMk cId="83537986" sldId="391"/>
            <ac:grpSpMk id="891" creationId="{B1AAB37D-D86A-3B6D-B3AB-3659E7735A64}"/>
          </ac:grpSpMkLst>
        </pc:grpChg>
        <pc:grpChg chg="del">
          <ac:chgData name="Mayu Ninagawa (蜷川 真優 GE)" userId="15d22be4-2d84-414d-ac66-ca09a50eae87" providerId="ADAL" clId="{2A43D1C7-C612-4547-BA11-3049DC01C97C}" dt="2026-01-29T09:20:08.784" v="7982" actId="478"/>
          <ac:grpSpMkLst>
            <pc:docMk/>
            <pc:sldMk cId="83537986" sldId="391"/>
            <ac:grpSpMk id="923" creationId="{B5D3EAE9-7335-56D1-19B2-DE1AB6C058D0}"/>
          </ac:grpSpMkLst>
        </pc:grpChg>
        <pc:grpChg chg="add del mod">
          <ac:chgData name="Mayu Ninagawa (蜷川 真優 GE)" userId="15d22be4-2d84-414d-ac66-ca09a50eae87" providerId="ADAL" clId="{2A43D1C7-C612-4547-BA11-3049DC01C97C}" dt="2026-01-29T08:52:23.553" v="6834"/>
          <ac:grpSpMkLst>
            <pc:docMk/>
            <pc:sldMk cId="83537986" sldId="391"/>
            <ac:grpSpMk id="942" creationId="{FE1A392D-2008-6CEF-EFC9-C246663EC981}"/>
          </ac:grpSpMkLst>
        </pc:grpChg>
        <pc:grpChg chg="add del mod">
          <ac:chgData name="Mayu Ninagawa (蜷川 真優 GE)" userId="15d22be4-2d84-414d-ac66-ca09a50eae87" providerId="ADAL" clId="{2A43D1C7-C612-4547-BA11-3049DC01C97C}" dt="2026-01-29T09:08:20.922" v="7363" actId="478"/>
          <ac:grpSpMkLst>
            <pc:docMk/>
            <pc:sldMk cId="83537986" sldId="391"/>
            <ac:grpSpMk id="968" creationId="{794765BB-254A-7ECF-A7B9-20753062603A}"/>
          </ac:grpSpMkLst>
        </pc:grpChg>
        <pc:grpChg chg="add del mod">
          <ac:chgData name="Mayu Ninagawa (蜷川 真優 GE)" userId="15d22be4-2d84-414d-ac66-ca09a50eae87" providerId="ADAL" clId="{2A43D1C7-C612-4547-BA11-3049DC01C97C}" dt="2026-01-29T09:18:19.147" v="7890"/>
          <ac:grpSpMkLst>
            <pc:docMk/>
            <pc:sldMk cId="83537986" sldId="391"/>
            <ac:grpSpMk id="1076" creationId="{C4CD242C-D785-84DD-7313-14AFC7D95305}"/>
          </ac:grpSpMkLst>
        </pc:grpChg>
        <pc:grpChg chg="add del mod">
          <ac:chgData name="Mayu Ninagawa (蜷川 真優 GE)" userId="15d22be4-2d84-414d-ac66-ca09a50eae87" providerId="ADAL" clId="{2A43D1C7-C612-4547-BA11-3049DC01C97C}" dt="2026-01-29T09:23:45.085" v="8012" actId="478"/>
          <ac:grpSpMkLst>
            <pc:docMk/>
            <pc:sldMk cId="83537986" sldId="391"/>
            <ac:grpSpMk id="1107" creationId="{0DF99ED7-FCFE-E67D-1A06-081824752442}"/>
          </ac:grpSpMkLst>
        </pc:grpChg>
        <pc:grpChg chg="add mod">
          <ac:chgData name="Mayu Ninagawa (蜷川 真優 GE)" userId="15d22be4-2d84-414d-ac66-ca09a50eae87" providerId="ADAL" clId="{2A43D1C7-C612-4547-BA11-3049DC01C97C}" dt="2026-01-29T09:23:45.569" v="8013"/>
          <ac:grpSpMkLst>
            <pc:docMk/>
            <pc:sldMk cId="83537986" sldId="391"/>
            <ac:grpSpMk id="1108" creationId="{E271B63D-986A-1481-3023-3C419BD017C3}"/>
          </ac:grpSpMkLst>
        </pc:grpChg>
        <pc:grpChg chg="add mod">
          <ac:chgData name="Mayu Ninagawa (蜷川 真優 GE)" userId="15d22be4-2d84-414d-ac66-ca09a50eae87" providerId="ADAL" clId="{2A43D1C7-C612-4547-BA11-3049DC01C97C}" dt="2026-01-29T09:23:45.569" v="8013"/>
          <ac:grpSpMkLst>
            <pc:docMk/>
            <pc:sldMk cId="83537986" sldId="391"/>
            <ac:grpSpMk id="1179" creationId="{630EDFB9-9FEE-E4AE-E44C-37729EAD8537}"/>
          </ac:grpSpMkLst>
        </pc:grpChg>
        <pc:picChg chg="del mod">
          <ac:chgData name="Mayu Ninagawa (蜷川 真優 GE)" userId="15d22be4-2d84-414d-ac66-ca09a50eae87" providerId="ADAL" clId="{2A43D1C7-C612-4547-BA11-3049DC01C97C}" dt="2026-01-29T09:18:16.866" v="7888" actId="478"/>
          <ac:picMkLst>
            <pc:docMk/>
            <pc:sldMk cId="83537986" sldId="391"/>
            <ac:picMk id="555" creationId="{BF04CF7B-B33A-5A02-C40C-27E38CDE57E1}"/>
          </ac:picMkLst>
        </pc:picChg>
        <pc:picChg chg="del">
          <ac:chgData name="Mayu Ninagawa (蜷川 真優 GE)" userId="15d22be4-2d84-414d-ac66-ca09a50eae87" providerId="ADAL" clId="{2A43D1C7-C612-4547-BA11-3049DC01C97C}" dt="2026-01-29T09:20:08.784" v="7982" actId="478"/>
          <ac:picMkLst>
            <pc:docMk/>
            <pc:sldMk cId="83537986" sldId="391"/>
            <ac:picMk id="920" creationId="{A26DB228-782A-166E-6D4A-C6985B4D35AB}"/>
          </ac:picMkLst>
        </pc:picChg>
        <pc:picChg chg="del">
          <ac:chgData name="Mayu Ninagawa (蜷川 真優 GE)" userId="15d22be4-2d84-414d-ac66-ca09a50eae87" providerId="ADAL" clId="{2A43D1C7-C612-4547-BA11-3049DC01C97C}" dt="2026-01-29T08:52:20.475" v="6832" actId="478"/>
          <ac:picMkLst>
            <pc:docMk/>
            <pc:sldMk cId="83537986" sldId="391"/>
            <ac:picMk id="954" creationId="{9FE90087-2917-F232-4DF5-3E1FF4D19121}"/>
          </ac:picMkLst>
        </pc:picChg>
        <pc:picChg chg="add del mod">
          <ac:chgData name="Mayu Ninagawa (蜷川 真優 GE)" userId="15d22be4-2d84-414d-ac66-ca09a50eae87" providerId="ADAL" clId="{2A43D1C7-C612-4547-BA11-3049DC01C97C}" dt="2026-01-29T08:54:48.540" v="6854" actId="478"/>
          <ac:picMkLst>
            <pc:docMk/>
            <pc:sldMk cId="83537986" sldId="391"/>
            <ac:picMk id="967" creationId="{875A78D5-A71B-809E-0ADA-FFC8F986DFD9}"/>
          </ac:picMkLst>
        </pc:picChg>
        <pc:picChg chg="del">
          <ac:chgData name="Mayu Ninagawa (蜷川 真優 GE)" userId="15d22be4-2d84-414d-ac66-ca09a50eae87" providerId="ADAL" clId="{2A43D1C7-C612-4547-BA11-3049DC01C97C}" dt="2026-01-29T08:52:20.475" v="6832" actId="478"/>
          <ac:picMkLst>
            <pc:docMk/>
            <pc:sldMk cId="83537986" sldId="391"/>
            <ac:picMk id="983" creationId="{AAB56C6B-1DEC-C334-1982-11FE425E7166}"/>
          </ac:picMkLst>
        </pc:picChg>
        <pc:picChg chg="add mod">
          <ac:chgData name="Mayu Ninagawa (蜷川 真優 GE)" userId="15d22be4-2d84-414d-ac66-ca09a50eae87" providerId="ADAL" clId="{2A43D1C7-C612-4547-BA11-3049DC01C97C}" dt="2026-01-29T09:18:37.334" v="7896" actId="1076"/>
          <ac:picMkLst>
            <pc:docMk/>
            <pc:sldMk cId="83537986" sldId="391"/>
            <ac:picMk id="1105" creationId="{C6EF7B1A-A1C9-E7F9-429C-647A54C01E43}"/>
          </ac:picMkLst>
        </pc:picChg>
      </pc:sldChg>
      <pc:sldChg chg="modSp del mod ord">
        <pc:chgData name="Mayu Ninagawa (蜷川 真優 GE)" userId="15d22be4-2d84-414d-ac66-ca09a50eae87" providerId="ADAL" clId="{2A43D1C7-C612-4547-BA11-3049DC01C97C}" dt="2026-01-20T08:23:18.126" v="1121" actId="47"/>
        <pc:sldMkLst>
          <pc:docMk/>
          <pc:sldMk cId="878024905" sldId="391"/>
        </pc:sldMkLst>
        <pc:picChg chg="mod">
          <ac:chgData name="Mayu Ninagawa (蜷川 真優 GE)" userId="15d22be4-2d84-414d-ac66-ca09a50eae87" providerId="ADAL" clId="{2A43D1C7-C612-4547-BA11-3049DC01C97C}" dt="2026-01-20T08:23:04.501" v="1120" actId="1076"/>
          <ac:picMkLst>
            <pc:docMk/>
            <pc:sldMk cId="878024905" sldId="391"/>
            <ac:picMk id="5" creationId="{3C3638BA-8A75-8C40-A71A-B9715715DB88}"/>
          </ac:picMkLst>
        </pc:picChg>
      </pc:sldChg>
      <pc:sldChg chg="del">
        <pc:chgData name="Mayu Ninagawa (蜷川 真優 GE)" userId="15d22be4-2d84-414d-ac66-ca09a50eae87" providerId="ADAL" clId="{2A43D1C7-C612-4547-BA11-3049DC01C97C}" dt="2026-01-20T08:10:44.705" v="702" actId="47"/>
        <pc:sldMkLst>
          <pc:docMk/>
          <pc:sldMk cId="290173007" sldId="392"/>
        </pc:sldMkLst>
      </pc:sldChg>
      <pc:sldChg chg="mod modShow">
        <pc:chgData name="Mayu Ninagawa (蜷川 真優 GE)" userId="15d22be4-2d84-414d-ac66-ca09a50eae87" providerId="ADAL" clId="{2A43D1C7-C612-4547-BA11-3049DC01C97C}" dt="2026-01-21T08:36:58.761" v="3442" actId="729"/>
        <pc:sldMkLst>
          <pc:docMk/>
          <pc:sldMk cId="208575654" sldId="393"/>
        </pc:sldMkLst>
      </pc:sldChg>
      <pc:sldChg chg="addSp delSp modSp mod">
        <pc:chgData name="Mayu Ninagawa (蜷川 真優 GE)" userId="15d22be4-2d84-414d-ac66-ca09a50eae87" providerId="ADAL" clId="{2A43D1C7-C612-4547-BA11-3049DC01C97C}" dt="2026-01-30T06:33:10.070" v="9552"/>
        <pc:sldMkLst>
          <pc:docMk/>
          <pc:sldMk cId="859132569" sldId="394"/>
        </pc:sldMkLst>
        <pc:spChg chg="del">
          <ac:chgData name="Mayu Ninagawa (蜷川 真優 GE)" userId="15d22be4-2d84-414d-ac66-ca09a50eae87" providerId="ADAL" clId="{2A43D1C7-C612-4547-BA11-3049DC01C97C}" dt="2026-01-20T11:08:05.615" v="2941" actId="478"/>
          <ac:spMkLst>
            <pc:docMk/>
            <pc:sldMk cId="859132569" sldId="394"/>
            <ac:spMk id="2" creationId="{A5F6EBC9-7838-037E-DB25-D7040FFCA57E}"/>
          </ac:spMkLst>
        </pc:spChg>
        <pc:spChg chg="mod">
          <ac:chgData name="Mayu Ninagawa (蜷川 真優 GE)" userId="15d22be4-2d84-414d-ac66-ca09a50eae87" providerId="ADAL" clId="{2A43D1C7-C612-4547-BA11-3049DC01C97C}" dt="2026-01-20T11:50:21.327" v="3276"/>
          <ac:spMkLst>
            <pc:docMk/>
            <pc:sldMk cId="859132569" sldId="394"/>
            <ac:spMk id="3" creationId="{2FE4C0F4-E8F7-E106-B334-04C122E70C13}"/>
          </ac:spMkLst>
        </pc:spChg>
        <pc:spChg chg="mod topLvl">
          <ac:chgData name="Mayu Ninagawa (蜷川 真優 GE)" userId="15d22be4-2d84-414d-ac66-ca09a50eae87" providerId="ADAL" clId="{2A43D1C7-C612-4547-BA11-3049DC01C97C}" dt="2026-01-22T02:36:30.520" v="3607" actId="164"/>
          <ac:spMkLst>
            <pc:docMk/>
            <pc:sldMk cId="859132569" sldId="394"/>
            <ac:spMk id="3" creationId="{5351E211-C750-A68F-CC6E-26D5B0DC0F2A}"/>
          </ac:spMkLst>
        </pc:spChg>
        <pc:spChg chg="mod">
          <ac:chgData name="Mayu Ninagawa (蜷川 真優 GE)" userId="15d22be4-2d84-414d-ac66-ca09a50eae87" providerId="ADAL" clId="{2A43D1C7-C612-4547-BA11-3049DC01C97C}" dt="2026-01-20T11:50:21.327" v="3276"/>
          <ac:spMkLst>
            <pc:docMk/>
            <pc:sldMk cId="859132569" sldId="394"/>
            <ac:spMk id="4" creationId="{27851CB2-D0AB-AA56-46AB-16DAA94960D1}"/>
          </ac:spMkLst>
        </pc:spChg>
        <pc:spChg chg="mod">
          <ac:chgData name="Mayu Ninagawa (蜷川 真優 GE)" userId="15d22be4-2d84-414d-ac66-ca09a50eae87" providerId="ADAL" clId="{2A43D1C7-C612-4547-BA11-3049DC01C97C}" dt="2026-01-20T11:07:53.641" v="2940"/>
          <ac:spMkLst>
            <pc:docMk/>
            <pc:sldMk cId="859132569" sldId="394"/>
            <ac:spMk id="4" creationId="{2A69F28F-FEBA-E56E-AA7E-39700A7DAC65}"/>
          </ac:spMkLst>
        </pc:spChg>
        <pc:spChg chg="mod topLvl">
          <ac:chgData name="Mayu Ninagawa (蜷川 真優 GE)" userId="15d22be4-2d84-414d-ac66-ca09a50eae87" providerId="ADAL" clId="{2A43D1C7-C612-4547-BA11-3049DC01C97C}" dt="2026-01-22T02:36:30.520" v="3607" actId="164"/>
          <ac:spMkLst>
            <pc:docMk/>
            <pc:sldMk cId="859132569" sldId="394"/>
            <ac:spMk id="4" creationId="{9DE4FBFE-2DBB-0921-9524-B7EA870F0A03}"/>
          </ac:spMkLst>
        </pc:spChg>
        <pc:spChg chg="add del">
          <ac:chgData name="Mayu Ninagawa (蜷川 真優 GE)" userId="15d22be4-2d84-414d-ac66-ca09a50eae87" providerId="ADAL" clId="{2A43D1C7-C612-4547-BA11-3049DC01C97C}" dt="2026-01-29T06:31:34.870" v="6051" actId="478"/>
          <ac:spMkLst>
            <pc:docMk/>
            <pc:sldMk cId="859132569" sldId="394"/>
            <ac:spMk id="4" creationId="{D4FABC52-4E67-569E-0D66-F76709B263AC}"/>
          </ac:spMkLst>
        </pc:spChg>
        <pc:spChg chg="mod topLvl">
          <ac:chgData name="Mayu Ninagawa (蜷川 真優 GE)" userId="15d22be4-2d84-414d-ac66-ca09a50eae87" providerId="ADAL" clId="{2A43D1C7-C612-4547-BA11-3049DC01C97C}" dt="2026-01-22T02:36:30.520" v="3607" actId="164"/>
          <ac:spMkLst>
            <pc:docMk/>
            <pc:sldMk cId="859132569" sldId="394"/>
            <ac:spMk id="5" creationId="{19EE02CE-0E5F-8546-6A61-C13050A63A54}"/>
          </ac:spMkLst>
        </pc:spChg>
        <pc:spChg chg="mod">
          <ac:chgData name="Mayu Ninagawa (蜷川 真優 GE)" userId="15d22be4-2d84-414d-ac66-ca09a50eae87" providerId="ADAL" clId="{2A43D1C7-C612-4547-BA11-3049DC01C97C}" dt="2026-01-20T11:50:21.327" v="3276"/>
          <ac:spMkLst>
            <pc:docMk/>
            <pc:sldMk cId="859132569" sldId="394"/>
            <ac:spMk id="5" creationId="{79A4C4B2-6C74-9F74-C8D5-42137BE71385}"/>
          </ac:spMkLst>
        </pc:spChg>
        <pc:spChg chg="mod">
          <ac:chgData name="Mayu Ninagawa (蜷川 真優 GE)" userId="15d22be4-2d84-414d-ac66-ca09a50eae87" providerId="ADAL" clId="{2A43D1C7-C612-4547-BA11-3049DC01C97C}" dt="2026-01-20T11:07:53.641" v="2940"/>
          <ac:spMkLst>
            <pc:docMk/>
            <pc:sldMk cId="859132569" sldId="394"/>
            <ac:spMk id="5" creationId="{94F266E0-88DD-1B29-5E18-5AE4FEC7CD9F}"/>
          </ac:spMkLst>
        </pc:spChg>
        <pc:spChg chg="add del mod">
          <ac:chgData name="Mayu Ninagawa (蜷川 真優 GE)" userId="15d22be4-2d84-414d-ac66-ca09a50eae87" providerId="ADAL" clId="{2A43D1C7-C612-4547-BA11-3049DC01C97C}" dt="2026-01-29T07:21:47.263" v="6517" actId="478"/>
          <ac:spMkLst>
            <pc:docMk/>
            <pc:sldMk cId="859132569" sldId="394"/>
            <ac:spMk id="5" creationId="{EA5B67C2-E543-EDEF-F853-04F3B73F79A9}"/>
          </ac:spMkLst>
        </pc:spChg>
        <pc:spChg chg="mod">
          <ac:chgData name="Mayu Ninagawa (蜷川 真優 GE)" userId="15d22be4-2d84-414d-ac66-ca09a50eae87" providerId="ADAL" clId="{2A43D1C7-C612-4547-BA11-3049DC01C97C}" dt="2026-01-20T11:07:53.641" v="2940"/>
          <ac:spMkLst>
            <pc:docMk/>
            <pc:sldMk cId="859132569" sldId="394"/>
            <ac:spMk id="6" creationId="{414E523E-658C-16EF-08BF-01E944BB765D}"/>
          </ac:spMkLst>
        </pc:spChg>
        <pc:spChg chg="mod topLvl">
          <ac:chgData name="Mayu Ninagawa (蜷川 真優 GE)" userId="15d22be4-2d84-414d-ac66-ca09a50eae87" providerId="ADAL" clId="{2A43D1C7-C612-4547-BA11-3049DC01C97C}" dt="2026-01-22T02:36:30.520" v="3607" actId="164"/>
          <ac:spMkLst>
            <pc:docMk/>
            <pc:sldMk cId="859132569" sldId="394"/>
            <ac:spMk id="6" creationId="{508BCBB2-E95A-D4AA-2CE2-A891C30C73C4}"/>
          </ac:spMkLst>
        </pc:spChg>
        <pc:spChg chg="mod">
          <ac:chgData name="Mayu Ninagawa (蜷川 真優 GE)" userId="15d22be4-2d84-414d-ac66-ca09a50eae87" providerId="ADAL" clId="{2A43D1C7-C612-4547-BA11-3049DC01C97C}" dt="2026-01-20T11:50:21.327" v="3276"/>
          <ac:spMkLst>
            <pc:docMk/>
            <pc:sldMk cId="859132569" sldId="394"/>
            <ac:spMk id="6" creationId="{B396F01F-313B-957B-0EDB-D6CD21830D63}"/>
          </ac:spMkLst>
        </pc:spChg>
        <pc:spChg chg="mod topLvl">
          <ac:chgData name="Mayu Ninagawa (蜷川 真優 GE)" userId="15d22be4-2d84-414d-ac66-ca09a50eae87" providerId="ADAL" clId="{2A43D1C7-C612-4547-BA11-3049DC01C97C}" dt="2026-01-22T02:36:30.520" v="3607" actId="164"/>
          <ac:spMkLst>
            <pc:docMk/>
            <pc:sldMk cId="859132569" sldId="394"/>
            <ac:spMk id="7" creationId="{2076A51E-B650-4416-9FA9-44CB4B6962FF}"/>
          </ac:spMkLst>
        </pc:spChg>
        <pc:spChg chg="mod">
          <ac:chgData name="Mayu Ninagawa (蜷川 真優 GE)" userId="15d22be4-2d84-414d-ac66-ca09a50eae87" providerId="ADAL" clId="{2A43D1C7-C612-4547-BA11-3049DC01C97C}" dt="2026-01-20T11:50:21.327" v="3276"/>
          <ac:spMkLst>
            <pc:docMk/>
            <pc:sldMk cId="859132569" sldId="394"/>
            <ac:spMk id="7" creationId="{535B5E22-C8D6-8FB0-2663-BFFA1A6D5807}"/>
          </ac:spMkLst>
        </pc:spChg>
        <pc:spChg chg="mod">
          <ac:chgData name="Mayu Ninagawa (蜷川 真優 GE)" userId="15d22be4-2d84-414d-ac66-ca09a50eae87" providerId="ADAL" clId="{2A43D1C7-C612-4547-BA11-3049DC01C97C}" dt="2026-01-20T11:07:53.641" v="2940"/>
          <ac:spMkLst>
            <pc:docMk/>
            <pc:sldMk cId="859132569" sldId="394"/>
            <ac:spMk id="7" creationId="{EC3DD5E4-5895-A407-B616-3ED1FB4DD55C}"/>
          </ac:spMkLst>
        </pc:spChg>
        <pc:spChg chg="mod">
          <ac:chgData name="Mayu Ninagawa (蜷川 真優 GE)" userId="15d22be4-2d84-414d-ac66-ca09a50eae87" providerId="ADAL" clId="{2A43D1C7-C612-4547-BA11-3049DC01C97C}" dt="2026-01-20T11:07:53.641" v="2940"/>
          <ac:spMkLst>
            <pc:docMk/>
            <pc:sldMk cId="859132569" sldId="394"/>
            <ac:spMk id="8" creationId="{1BCCD311-7114-422F-B134-6993541F6FD5}"/>
          </ac:spMkLst>
        </pc:spChg>
        <pc:spChg chg="mod topLvl">
          <ac:chgData name="Mayu Ninagawa (蜷川 真優 GE)" userId="15d22be4-2d84-414d-ac66-ca09a50eae87" providerId="ADAL" clId="{2A43D1C7-C612-4547-BA11-3049DC01C97C}" dt="2026-01-22T02:36:30.520" v="3607" actId="164"/>
          <ac:spMkLst>
            <pc:docMk/>
            <pc:sldMk cId="859132569" sldId="394"/>
            <ac:spMk id="8" creationId="{35F22B09-46ED-2D21-46BB-A035A909FF2F}"/>
          </ac:spMkLst>
        </pc:spChg>
        <pc:spChg chg="add del mod">
          <ac:chgData name="Mayu Ninagawa (蜷川 真優 GE)" userId="15d22be4-2d84-414d-ac66-ca09a50eae87" providerId="ADAL" clId="{2A43D1C7-C612-4547-BA11-3049DC01C97C}" dt="2026-01-29T07:21:47.263" v="6517" actId="478"/>
          <ac:spMkLst>
            <pc:docMk/>
            <pc:sldMk cId="859132569" sldId="394"/>
            <ac:spMk id="8" creationId="{41CE1107-372D-327D-3084-1B949F99250C}"/>
          </ac:spMkLst>
        </pc:spChg>
        <pc:spChg chg="mod">
          <ac:chgData name="Mayu Ninagawa (蜷川 真優 GE)" userId="15d22be4-2d84-414d-ac66-ca09a50eae87" providerId="ADAL" clId="{2A43D1C7-C612-4547-BA11-3049DC01C97C}" dt="2026-01-20T11:50:21.327" v="3276"/>
          <ac:spMkLst>
            <pc:docMk/>
            <pc:sldMk cId="859132569" sldId="394"/>
            <ac:spMk id="8" creationId="{DE6BEC47-A766-602F-E29B-0A9311FFF059}"/>
          </ac:spMkLst>
        </pc:spChg>
        <pc:spChg chg="mod topLvl">
          <ac:chgData name="Mayu Ninagawa (蜷川 真優 GE)" userId="15d22be4-2d84-414d-ac66-ca09a50eae87" providerId="ADAL" clId="{2A43D1C7-C612-4547-BA11-3049DC01C97C}" dt="2026-01-22T02:36:30.520" v="3607" actId="164"/>
          <ac:spMkLst>
            <pc:docMk/>
            <pc:sldMk cId="859132569" sldId="394"/>
            <ac:spMk id="9" creationId="{14BCD07C-8607-5962-8060-3A03F20D36A0}"/>
          </ac:spMkLst>
        </pc:spChg>
        <pc:spChg chg="mod">
          <ac:chgData name="Mayu Ninagawa (蜷川 真優 GE)" userId="15d22be4-2d84-414d-ac66-ca09a50eae87" providerId="ADAL" clId="{2A43D1C7-C612-4547-BA11-3049DC01C97C}" dt="2026-01-20T11:50:21.327" v="3276"/>
          <ac:spMkLst>
            <pc:docMk/>
            <pc:sldMk cId="859132569" sldId="394"/>
            <ac:spMk id="9" creationId="{5CDECF42-F263-A265-2810-B3A1C3BE212C}"/>
          </ac:spMkLst>
        </pc:spChg>
        <pc:spChg chg="mod">
          <ac:chgData name="Mayu Ninagawa (蜷川 真優 GE)" userId="15d22be4-2d84-414d-ac66-ca09a50eae87" providerId="ADAL" clId="{2A43D1C7-C612-4547-BA11-3049DC01C97C}" dt="2026-01-20T11:07:53.641" v="2940"/>
          <ac:spMkLst>
            <pc:docMk/>
            <pc:sldMk cId="859132569" sldId="394"/>
            <ac:spMk id="9" creationId="{5FD53F60-6EAD-5134-9D72-F7C5C4D42F6B}"/>
          </ac:spMkLst>
        </pc:spChg>
        <pc:spChg chg="mod topLvl">
          <ac:chgData name="Mayu Ninagawa (蜷川 真優 GE)" userId="15d22be4-2d84-414d-ac66-ca09a50eae87" providerId="ADAL" clId="{2A43D1C7-C612-4547-BA11-3049DC01C97C}" dt="2026-01-22T02:36:30.520" v="3607" actId="164"/>
          <ac:spMkLst>
            <pc:docMk/>
            <pc:sldMk cId="859132569" sldId="394"/>
            <ac:spMk id="10" creationId="{1C1F0185-7178-8089-20BD-41980B8D7669}"/>
          </ac:spMkLst>
        </pc:spChg>
        <pc:spChg chg="mod">
          <ac:chgData name="Mayu Ninagawa (蜷川 真優 GE)" userId="15d22be4-2d84-414d-ac66-ca09a50eae87" providerId="ADAL" clId="{2A43D1C7-C612-4547-BA11-3049DC01C97C}" dt="2026-01-20T11:50:21.327" v="3276"/>
          <ac:spMkLst>
            <pc:docMk/>
            <pc:sldMk cId="859132569" sldId="394"/>
            <ac:spMk id="10" creationId="{79C7595E-D1FA-1BCF-7B5D-010FF26B4B9F}"/>
          </ac:spMkLst>
        </pc:spChg>
        <pc:spChg chg="mod">
          <ac:chgData name="Mayu Ninagawa (蜷川 真優 GE)" userId="15d22be4-2d84-414d-ac66-ca09a50eae87" providerId="ADAL" clId="{2A43D1C7-C612-4547-BA11-3049DC01C97C}" dt="2026-01-20T11:07:53.641" v="2940"/>
          <ac:spMkLst>
            <pc:docMk/>
            <pc:sldMk cId="859132569" sldId="394"/>
            <ac:spMk id="10" creationId="{F7B60FA4-E1DB-E717-84FF-82AE02E894BC}"/>
          </ac:spMkLst>
        </pc:spChg>
        <pc:spChg chg="mod topLvl">
          <ac:chgData name="Mayu Ninagawa (蜷川 真優 GE)" userId="15d22be4-2d84-414d-ac66-ca09a50eae87" providerId="ADAL" clId="{2A43D1C7-C612-4547-BA11-3049DC01C97C}" dt="2026-01-22T02:36:30.520" v="3607" actId="164"/>
          <ac:spMkLst>
            <pc:docMk/>
            <pc:sldMk cId="859132569" sldId="394"/>
            <ac:spMk id="11" creationId="{3EB57E71-FAE0-5990-DEDA-9D3EDC4FBCFF}"/>
          </ac:spMkLst>
        </pc:spChg>
        <pc:spChg chg="mod">
          <ac:chgData name="Mayu Ninagawa (蜷川 真優 GE)" userId="15d22be4-2d84-414d-ac66-ca09a50eae87" providerId="ADAL" clId="{2A43D1C7-C612-4547-BA11-3049DC01C97C}" dt="2026-01-20T11:07:53.641" v="2940"/>
          <ac:spMkLst>
            <pc:docMk/>
            <pc:sldMk cId="859132569" sldId="394"/>
            <ac:spMk id="11" creationId="{72A30845-E09B-98D0-9B87-B1E6B34C7DA0}"/>
          </ac:spMkLst>
        </pc:spChg>
        <pc:spChg chg="mod">
          <ac:chgData name="Mayu Ninagawa (蜷川 真優 GE)" userId="15d22be4-2d84-414d-ac66-ca09a50eae87" providerId="ADAL" clId="{2A43D1C7-C612-4547-BA11-3049DC01C97C}" dt="2026-01-20T11:50:21.327" v="3276"/>
          <ac:spMkLst>
            <pc:docMk/>
            <pc:sldMk cId="859132569" sldId="394"/>
            <ac:spMk id="11" creationId="{9BEE8981-5152-C7E2-3CFF-C4FDB4795AB8}"/>
          </ac:spMkLst>
        </pc:spChg>
        <pc:spChg chg="mod topLvl">
          <ac:chgData name="Mayu Ninagawa (蜷川 真優 GE)" userId="15d22be4-2d84-414d-ac66-ca09a50eae87" providerId="ADAL" clId="{2A43D1C7-C612-4547-BA11-3049DC01C97C}" dt="2026-01-22T02:36:30.520" v="3607" actId="164"/>
          <ac:spMkLst>
            <pc:docMk/>
            <pc:sldMk cId="859132569" sldId="394"/>
            <ac:spMk id="12" creationId="{591EF372-553B-C71A-8D90-792DBB0BC8D6}"/>
          </ac:spMkLst>
        </pc:spChg>
        <pc:spChg chg="mod">
          <ac:chgData name="Mayu Ninagawa (蜷川 真優 GE)" userId="15d22be4-2d84-414d-ac66-ca09a50eae87" providerId="ADAL" clId="{2A43D1C7-C612-4547-BA11-3049DC01C97C}" dt="2026-01-20T11:07:53.641" v="2940"/>
          <ac:spMkLst>
            <pc:docMk/>
            <pc:sldMk cId="859132569" sldId="394"/>
            <ac:spMk id="12" creationId="{9DCBF53E-FEEE-2196-BAD3-CE58D8249696}"/>
          </ac:spMkLst>
        </pc:spChg>
        <pc:spChg chg="mod">
          <ac:chgData name="Mayu Ninagawa (蜷川 真優 GE)" userId="15d22be4-2d84-414d-ac66-ca09a50eae87" providerId="ADAL" clId="{2A43D1C7-C612-4547-BA11-3049DC01C97C}" dt="2026-01-20T11:50:21.327" v="3276"/>
          <ac:spMkLst>
            <pc:docMk/>
            <pc:sldMk cId="859132569" sldId="394"/>
            <ac:spMk id="12" creationId="{ADFDB0F4-8770-FCC7-E83F-1B829B6ED290}"/>
          </ac:spMkLst>
        </pc:spChg>
        <pc:spChg chg="mod topLvl">
          <ac:chgData name="Mayu Ninagawa (蜷川 真優 GE)" userId="15d22be4-2d84-414d-ac66-ca09a50eae87" providerId="ADAL" clId="{2A43D1C7-C612-4547-BA11-3049DC01C97C}" dt="2026-01-22T02:36:30.520" v="3607" actId="164"/>
          <ac:spMkLst>
            <pc:docMk/>
            <pc:sldMk cId="859132569" sldId="394"/>
            <ac:spMk id="13" creationId="{0BEDC945-2729-2369-9FEE-1ADEDED4DE37}"/>
          </ac:spMkLst>
        </pc:spChg>
        <pc:spChg chg="mod">
          <ac:chgData name="Mayu Ninagawa (蜷川 真優 GE)" userId="15d22be4-2d84-414d-ac66-ca09a50eae87" providerId="ADAL" clId="{2A43D1C7-C612-4547-BA11-3049DC01C97C}" dt="2026-01-20T11:50:21.327" v="3276"/>
          <ac:spMkLst>
            <pc:docMk/>
            <pc:sldMk cId="859132569" sldId="394"/>
            <ac:spMk id="13" creationId="{D04AAFF8-6954-E224-DE7B-4F7EE57BCB17}"/>
          </ac:spMkLst>
        </pc:spChg>
        <pc:spChg chg="mod">
          <ac:chgData name="Mayu Ninagawa (蜷川 真優 GE)" userId="15d22be4-2d84-414d-ac66-ca09a50eae87" providerId="ADAL" clId="{2A43D1C7-C612-4547-BA11-3049DC01C97C}" dt="2026-01-20T11:07:53.641" v="2940"/>
          <ac:spMkLst>
            <pc:docMk/>
            <pc:sldMk cId="859132569" sldId="394"/>
            <ac:spMk id="13" creationId="{D6BAC8F9-01AB-16AC-4630-40E0C805BD89}"/>
          </ac:spMkLst>
        </pc:spChg>
        <pc:spChg chg="mod topLvl">
          <ac:chgData name="Mayu Ninagawa (蜷川 真優 GE)" userId="15d22be4-2d84-414d-ac66-ca09a50eae87" providerId="ADAL" clId="{2A43D1C7-C612-4547-BA11-3049DC01C97C}" dt="2026-01-22T02:36:30.520" v="3607" actId="164"/>
          <ac:spMkLst>
            <pc:docMk/>
            <pc:sldMk cId="859132569" sldId="394"/>
            <ac:spMk id="14" creationId="{1054E14C-9A02-C5A8-45F3-0C8B147FB3CA}"/>
          </ac:spMkLst>
        </pc:spChg>
        <pc:spChg chg="mod">
          <ac:chgData name="Mayu Ninagawa (蜷川 真優 GE)" userId="15d22be4-2d84-414d-ac66-ca09a50eae87" providerId="ADAL" clId="{2A43D1C7-C612-4547-BA11-3049DC01C97C}" dt="2026-01-20T11:50:21.327" v="3276"/>
          <ac:spMkLst>
            <pc:docMk/>
            <pc:sldMk cId="859132569" sldId="394"/>
            <ac:spMk id="14" creationId="{6F868762-4D8C-78DE-2D00-135CCB33B2B6}"/>
          </ac:spMkLst>
        </pc:spChg>
        <pc:spChg chg="mod">
          <ac:chgData name="Mayu Ninagawa (蜷川 真優 GE)" userId="15d22be4-2d84-414d-ac66-ca09a50eae87" providerId="ADAL" clId="{2A43D1C7-C612-4547-BA11-3049DC01C97C}" dt="2026-01-20T11:07:53.641" v="2940"/>
          <ac:spMkLst>
            <pc:docMk/>
            <pc:sldMk cId="859132569" sldId="394"/>
            <ac:spMk id="14" creationId="{EBFB97EB-2DC3-BFFB-962A-FAA8523073EE}"/>
          </ac:spMkLst>
        </pc:spChg>
        <pc:spChg chg="mod">
          <ac:chgData name="Mayu Ninagawa (蜷川 真優 GE)" userId="15d22be4-2d84-414d-ac66-ca09a50eae87" providerId="ADAL" clId="{2A43D1C7-C612-4547-BA11-3049DC01C97C}" dt="2026-01-20T11:50:21.327" v="3276"/>
          <ac:spMkLst>
            <pc:docMk/>
            <pc:sldMk cId="859132569" sldId="394"/>
            <ac:spMk id="15" creationId="{396F20FD-6304-F083-5063-B0A8949DECD5}"/>
          </ac:spMkLst>
        </pc:spChg>
        <pc:spChg chg="mod">
          <ac:chgData name="Mayu Ninagawa (蜷川 真優 GE)" userId="15d22be4-2d84-414d-ac66-ca09a50eae87" providerId="ADAL" clId="{2A43D1C7-C612-4547-BA11-3049DC01C97C}" dt="2026-01-20T11:07:53.641" v="2940"/>
          <ac:spMkLst>
            <pc:docMk/>
            <pc:sldMk cId="859132569" sldId="394"/>
            <ac:spMk id="15" creationId="{8942099F-35E2-5E14-D7AD-6E57070E748E}"/>
          </ac:spMkLst>
        </pc:spChg>
        <pc:spChg chg="mod topLvl">
          <ac:chgData name="Mayu Ninagawa (蜷川 真優 GE)" userId="15d22be4-2d84-414d-ac66-ca09a50eae87" providerId="ADAL" clId="{2A43D1C7-C612-4547-BA11-3049DC01C97C}" dt="2026-01-22T02:36:30.520" v="3607" actId="164"/>
          <ac:spMkLst>
            <pc:docMk/>
            <pc:sldMk cId="859132569" sldId="394"/>
            <ac:spMk id="15" creationId="{CC9F5B67-ACAF-B0FF-57F7-5B0DAC8A2301}"/>
          </ac:spMkLst>
        </pc:spChg>
        <pc:spChg chg="mod">
          <ac:chgData name="Mayu Ninagawa (蜷川 真優 GE)" userId="15d22be4-2d84-414d-ac66-ca09a50eae87" providerId="ADAL" clId="{2A43D1C7-C612-4547-BA11-3049DC01C97C}" dt="2026-01-20T11:50:21.327" v="3276"/>
          <ac:spMkLst>
            <pc:docMk/>
            <pc:sldMk cId="859132569" sldId="394"/>
            <ac:spMk id="16" creationId="{1402EDCF-0F0B-AE1E-7904-9704D3973551}"/>
          </ac:spMkLst>
        </pc:spChg>
        <pc:spChg chg="mod">
          <ac:chgData name="Mayu Ninagawa (蜷川 真優 GE)" userId="15d22be4-2d84-414d-ac66-ca09a50eae87" providerId="ADAL" clId="{2A43D1C7-C612-4547-BA11-3049DC01C97C}" dt="2026-01-20T11:07:53.641" v="2940"/>
          <ac:spMkLst>
            <pc:docMk/>
            <pc:sldMk cId="859132569" sldId="394"/>
            <ac:spMk id="16" creationId="{75A64DC3-B057-893F-A088-9CFE7672853A}"/>
          </ac:spMkLst>
        </pc:spChg>
        <pc:spChg chg="mod topLvl">
          <ac:chgData name="Mayu Ninagawa (蜷川 真優 GE)" userId="15d22be4-2d84-414d-ac66-ca09a50eae87" providerId="ADAL" clId="{2A43D1C7-C612-4547-BA11-3049DC01C97C}" dt="2026-01-22T02:36:30.520" v="3607" actId="164"/>
          <ac:spMkLst>
            <pc:docMk/>
            <pc:sldMk cId="859132569" sldId="394"/>
            <ac:spMk id="16" creationId="{7A9B2159-95DC-420A-7CF9-D155670AB5C3}"/>
          </ac:spMkLst>
        </pc:spChg>
        <pc:spChg chg="mod topLvl">
          <ac:chgData name="Mayu Ninagawa (蜷川 真優 GE)" userId="15d22be4-2d84-414d-ac66-ca09a50eae87" providerId="ADAL" clId="{2A43D1C7-C612-4547-BA11-3049DC01C97C}" dt="2026-01-22T02:36:30.520" v="3607" actId="164"/>
          <ac:spMkLst>
            <pc:docMk/>
            <pc:sldMk cId="859132569" sldId="394"/>
            <ac:spMk id="17" creationId="{2DF92330-07E3-8D3F-97AC-8A24487B10D6}"/>
          </ac:spMkLst>
        </pc:spChg>
        <pc:spChg chg="mod">
          <ac:chgData name="Mayu Ninagawa (蜷川 真優 GE)" userId="15d22be4-2d84-414d-ac66-ca09a50eae87" providerId="ADAL" clId="{2A43D1C7-C612-4547-BA11-3049DC01C97C}" dt="2026-01-20T11:07:53.641" v="2940"/>
          <ac:spMkLst>
            <pc:docMk/>
            <pc:sldMk cId="859132569" sldId="394"/>
            <ac:spMk id="17" creationId="{B51CE264-B8D1-C9B7-CDA7-731E3578E25C}"/>
          </ac:spMkLst>
        </pc:spChg>
        <pc:spChg chg="mod">
          <ac:chgData name="Mayu Ninagawa (蜷川 真優 GE)" userId="15d22be4-2d84-414d-ac66-ca09a50eae87" providerId="ADAL" clId="{2A43D1C7-C612-4547-BA11-3049DC01C97C}" dt="2026-01-20T11:50:21.327" v="3276"/>
          <ac:spMkLst>
            <pc:docMk/>
            <pc:sldMk cId="859132569" sldId="394"/>
            <ac:spMk id="17" creationId="{EA118D1B-539C-2052-723B-72BB66831906}"/>
          </ac:spMkLst>
        </pc:spChg>
        <pc:spChg chg="mod topLvl">
          <ac:chgData name="Mayu Ninagawa (蜷川 真優 GE)" userId="15d22be4-2d84-414d-ac66-ca09a50eae87" providerId="ADAL" clId="{2A43D1C7-C612-4547-BA11-3049DC01C97C}" dt="2026-01-29T08:46:49.121" v="6758" actId="14100"/>
          <ac:spMkLst>
            <pc:docMk/>
            <pc:sldMk cId="859132569" sldId="394"/>
            <ac:spMk id="17" creationId="{FFD99AEE-9F24-05E4-C323-73A7237E0CFE}"/>
          </ac:spMkLst>
        </pc:spChg>
        <pc:spChg chg="mod">
          <ac:chgData name="Mayu Ninagawa (蜷川 真優 GE)" userId="15d22be4-2d84-414d-ac66-ca09a50eae87" providerId="ADAL" clId="{2A43D1C7-C612-4547-BA11-3049DC01C97C}" dt="2026-01-20T11:50:21.327" v="3276"/>
          <ac:spMkLst>
            <pc:docMk/>
            <pc:sldMk cId="859132569" sldId="394"/>
            <ac:spMk id="18" creationId="{4F80A45F-28C6-E9AD-0891-EB9F4A0C2ECD}"/>
          </ac:spMkLst>
        </pc:spChg>
        <pc:spChg chg="mod">
          <ac:chgData name="Mayu Ninagawa (蜷川 真優 GE)" userId="15d22be4-2d84-414d-ac66-ca09a50eae87" providerId="ADAL" clId="{2A43D1C7-C612-4547-BA11-3049DC01C97C}" dt="2026-01-20T11:07:53.641" v="2940"/>
          <ac:spMkLst>
            <pc:docMk/>
            <pc:sldMk cId="859132569" sldId="394"/>
            <ac:spMk id="18" creationId="{9767BB0B-7382-2813-0DF6-7E3D827D6613}"/>
          </ac:spMkLst>
        </pc:spChg>
        <pc:spChg chg="mod topLvl">
          <ac:chgData name="Mayu Ninagawa (蜷川 真優 GE)" userId="15d22be4-2d84-414d-ac66-ca09a50eae87" providerId="ADAL" clId="{2A43D1C7-C612-4547-BA11-3049DC01C97C}" dt="2026-01-22T02:36:30.520" v="3607" actId="164"/>
          <ac:spMkLst>
            <pc:docMk/>
            <pc:sldMk cId="859132569" sldId="394"/>
            <ac:spMk id="18" creationId="{A2A8A4E6-8AEC-62B4-B684-64617F037D15}"/>
          </ac:spMkLst>
        </pc:spChg>
        <pc:spChg chg="mod topLvl">
          <ac:chgData name="Mayu Ninagawa (蜷川 真優 GE)" userId="15d22be4-2d84-414d-ac66-ca09a50eae87" providerId="ADAL" clId="{2A43D1C7-C612-4547-BA11-3049DC01C97C}" dt="2026-01-29T08:46:37.335" v="6756" actId="164"/>
          <ac:spMkLst>
            <pc:docMk/>
            <pc:sldMk cId="859132569" sldId="394"/>
            <ac:spMk id="18" creationId="{E7043666-EF34-646B-5BBC-316F71CC1A88}"/>
          </ac:spMkLst>
        </pc:spChg>
        <pc:spChg chg="mod">
          <ac:chgData name="Mayu Ninagawa (蜷川 真優 GE)" userId="15d22be4-2d84-414d-ac66-ca09a50eae87" providerId="ADAL" clId="{2A43D1C7-C612-4547-BA11-3049DC01C97C}" dt="2026-01-20T11:07:53.641" v="2940"/>
          <ac:spMkLst>
            <pc:docMk/>
            <pc:sldMk cId="859132569" sldId="394"/>
            <ac:spMk id="19" creationId="{21F6DC23-275B-9A55-38DA-4ABBC2141EEA}"/>
          </ac:spMkLst>
        </pc:spChg>
        <pc:spChg chg="mod ord topLvl">
          <ac:chgData name="Mayu Ninagawa (蜷川 真優 GE)" userId="15d22be4-2d84-414d-ac66-ca09a50eae87" providerId="ADAL" clId="{2A43D1C7-C612-4547-BA11-3049DC01C97C}" dt="2026-01-29T08:46:37.335" v="6756" actId="164"/>
          <ac:spMkLst>
            <pc:docMk/>
            <pc:sldMk cId="859132569" sldId="394"/>
            <ac:spMk id="19" creationId="{78EC8B13-348C-C9AD-81E3-FA77ABD838F7}"/>
          </ac:spMkLst>
        </pc:spChg>
        <pc:spChg chg="mod">
          <ac:chgData name="Mayu Ninagawa (蜷川 真優 GE)" userId="15d22be4-2d84-414d-ac66-ca09a50eae87" providerId="ADAL" clId="{2A43D1C7-C612-4547-BA11-3049DC01C97C}" dt="2026-01-20T11:50:21.327" v="3276"/>
          <ac:spMkLst>
            <pc:docMk/>
            <pc:sldMk cId="859132569" sldId="394"/>
            <ac:spMk id="19" creationId="{EA2640BD-A047-FC89-F2D4-CB152D165347}"/>
          </ac:spMkLst>
        </pc:spChg>
        <pc:spChg chg="mod topLvl">
          <ac:chgData name="Mayu Ninagawa (蜷川 真優 GE)" userId="15d22be4-2d84-414d-ac66-ca09a50eae87" providerId="ADAL" clId="{2A43D1C7-C612-4547-BA11-3049DC01C97C}" dt="2026-01-22T02:36:30.520" v="3607" actId="164"/>
          <ac:spMkLst>
            <pc:docMk/>
            <pc:sldMk cId="859132569" sldId="394"/>
            <ac:spMk id="19" creationId="{F3554731-61A3-F282-A927-2E0009ACBDE4}"/>
          </ac:spMkLst>
        </pc:spChg>
        <pc:spChg chg="mod topLvl">
          <ac:chgData name="Mayu Ninagawa (蜷川 真優 GE)" userId="15d22be4-2d84-414d-ac66-ca09a50eae87" providerId="ADAL" clId="{2A43D1C7-C612-4547-BA11-3049DC01C97C}" dt="2026-01-22T02:36:30.520" v="3607" actId="164"/>
          <ac:spMkLst>
            <pc:docMk/>
            <pc:sldMk cId="859132569" sldId="394"/>
            <ac:spMk id="20" creationId="{217C2D5E-920D-9A8A-9FCE-2ACA39F87CD9}"/>
          </ac:spMkLst>
        </pc:spChg>
        <pc:spChg chg="mod">
          <ac:chgData name="Mayu Ninagawa (蜷川 真優 GE)" userId="15d22be4-2d84-414d-ac66-ca09a50eae87" providerId="ADAL" clId="{2A43D1C7-C612-4547-BA11-3049DC01C97C}" dt="2026-01-20T11:07:53.641" v="2940"/>
          <ac:spMkLst>
            <pc:docMk/>
            <pc:sldMk cId="859132569" sldId="394"/>
            <ac:spMk id="20" creationId="{92EA93EE-6789-147A-60B8-5405AEAD90AA}"/>
          </ac:spMkLst>
        </pc:spChg>
        <pc:spChg chg="mod">
          <ac:chgData name="Mayu Ninagawa (蜷川 真優 GE)" userId="15d22be4-2d84-414d-ac66-ca09a50eae87" providerId="ADAL" clId="{2A43D1C7-C612-4547-BA11-3049DC01C97C}" dt="2026-01-20T11:50:21.327" v="3276"/>
          <ac:spMkLst>
            <pc:docMk/>
            <pc:sldMk cId="859132569" sldId="394"/>
            <ac:spMk id="20" creationId="{E4FFE56F-0AA0-A741-A62B-5D69880F75BC}"/>
          </ac:spMkLst>
        </pc:spChg>
        <pc:spChg chg="mod topLvl">
          <ac:chgData name="Mayu Ninagawa (蜷川 真優 GE)" userId="15d22be4-2d84-414d-ac66-ca09a50eae87" providerId="ADAL" clId="{2A43D1C7-C612-4547-BA11-3049DC01C97C}" dt="2026-01-29T08:46:37.335" v="6756" actId="164"/>
          <ac:spMkLst>
            <pc:docMk/>
            <pc:sldMk cId="859132569" sldId="394"/>
            <ac:spMk id="20" creationId="{F17A6EF4-151A-D731-4DA7-149EE043D9C2}"/>
          </ac:spMkLst>
        </pc:spChg>
        <pc:spChg chg="mod">
          <ac:chgData name="Mayu Ninagawa (蜷川 真優 GE)" userId="15d22be4-2d84-414d-ac66-ca09a50eae87" providerId="ADAL" clId="{2A43D1C7-C612-4547-BA11-3049DC01C97C}" dt="2026-01-20T11:07:53.641" v="2940"/>
          <ac:spMkLst>
            <pc:docMk/>
            <pc:sldMk cId="859132569" sldId="394"/>
            <ac:spMk id="21" creationId="{E6BD9851-D0B6-2043-6D47-1CDE76D4CA2D}"/>
          </ac:spMkLst>
        </pc:spChg>
        <pc:spChg chg="mod">
          <ac:chgData name="Mayu Ninagawa (蜷川 真優 GE)" userId="15d22be4-2d84-414d-ac66-ca09a50eae87" providerId="ADAL" clId="{2A43D1C7-C612-4547-BA11-3049DC01C97C}" dt="2026-01-20T11:50:21.327" v="3276"/>
          <ac:spMkLst>
            <pc:docMk/>
            <pc:sldMk cId="859132569" sldId="394"/>
            <ac:spMk id="21" creationId="{EE8F95B9-7334-E650-F74A-20DE2B0BA2DF}"/>
          </ac:spMkLst>
        </pc:spChg>
        <pc:spChg chg="mod topLvl">
          <ac:chgData name="Mayu Ninagawa (蜷川 真優 GE)" userId="15d22be4-2d84-414d-ac66-ca09a50eae87" providerId="ADAL" clId="{2A43D1C7-C612-4547-BA11-3049DC01C97C}" dt="2026-01-22T02:36:30.520" v="3607" actId="164"/>
          <ac:spMkLst>
            <pc:docMk/>
            <pc:sldMk cId="859132569" sldId="394"/>
            <ac:spMk id="21" creationId="{F0D75B94-1E12-A475-8AD4-1FF65958C5D7}"/>
          </ac:spMkLst>
        </pc:spChg>
        <pc:spChg chg="mod ord topLvl">
          <ac:chgData name="Mayu Ninagawa (蜷川 真優 GE)" userId="15d22be4-2d84-414d-ac66-ca09a50eae87" providerId="ADAL" clId="{2A43D1C7-C612-4547-BA11-3049DC01C97C}" dt="2026-01-29T08:46:37.335" v="6756" actId="164"/>
          <ac:spMkLst>
            <pc:docMk/>
            <pc:sldMk cId="859132569" sldId="394"/>
            <ac:spMk id="21" creationId="{F5C6FBC1-823A-4755-72E0-ABC7FDCF4347}"/>
          </ac:spMkLst>
        </pc:spChg>
        <pc:spChg chg="mod topLvl">
          <ac:chgData name="Mayu Ninagawa (蜷川 真優 GE)" userId="15d22be4-2d84-414d-ac66-ca09a50eae87" providerId="ADAL" clId="{2A43D1C7-C612-4547-BA11-3049DC01C97C}" dt="2026-01-22T02:36:30.520" v="3607" actId="164"/>
          <ac:spMkLst>
            <pc:docMk/>
            <pc:sldMk cId="859132569" sldId="394"/>
            <ac:spMk id="22" creationId="{1C5EE486-0A50-DE0B-CC62-BB6A9E798C8C}"/>
          </ac:spMkLst>
        </pc:spChg>
        <pc:spChg chg="mod">
          <ac:chgData name="Mayu Ninagawa (蜷川 真優 GE)" userId="15d22be4-2d84-414d-ac66-ca09a50eae87" providerId="ADAL" clId="{2A43D1C7-C612-4547-BA11-3049DC01C97C}" dt="2026-01-20T11:07:53.641" v="2940"/>
          <ac:spMkLst>
            <pc:docMk/>
            <pc:sldMk cId="859132569" sldId="394"/>
            <ac:spMk id="22" creationId="{3DDEE7EB-0C7B-1FE5-8C58-81EA8FCAEFD4}"/>
          </ac:spMkLst>
        </pc:spChg>
        <pc:spChg chg="mod">
          <ac:chgData name="Mayu Ninagawa (蜷川 真優 GE)" userId="15d22be4-2d84-414d-ac66-ca09a50eae87" providerId="ADAL" clId="{2A43D1C7-C612-4547-BA11-3049DC01C97C}" dt="2026-01-20T11:50:21.327" v="3276"/>
          <ac:spMkLst>
            <pc:docMk/>
            <pc:sldMk cId="859132569" sldId="394"/>
            <ac:spMk id="22" creationId="{714F6B39-9AE7-5EAC-3747-CB2C7DDE3464}"/>
          </ac:spMkLst>
        </pc:spChg>
        <pc:spChg chg="mod topLvl">
          <ac:chgData name="Mayu Ninagawa (蜷川 真優 GE)" userId="15d22be4-2d84-414d-ac66-ca09a50eae87" providerId="ADAL" clId="{2A43D1C7-C612-4547-BA11-3049DC01C97C}" dt="2026-01-29T09:08:39.111" v="7367" actId="1076"/>
          <ac:spMkLst>
            <pc:docMk/>
            <pc:sldMk cId="859132569" sldId="394"/>
            <ac:spMk id="22" creationId="{AB04CDF1-00A5-49AA-66D5-3F619AEB89DA}"/>
          </ac:spMkLst>
        </pc:spChg>
        <pc:spChg chg="mod topLvl">
          <ac:chgData name="Mayu Ninagawa (蜷川 真優 GE)" userId="15d22be4-2d84-414d-ac66-ca09a50eae87" providerId="ADAL" clId="{2A43D1C7-C612-4547-BA11-3049DC01C97C}" dt="2026-01-29T08:46:37.335" v="6756" actId="164"/>
          <ac:spMkLst>
            <pc:docMk/>
            <pc:sldMk cId="859132569" sldId="394"/>
            <ac:spMk id="23" creationId="{82A9BB05-D915-D892-5E9F-1D6EB14E231B}"/>
          </ac:spMkLst>
        </pc:spChg>
        <pc:spChg chg="mod">
          <ac:chgData name="Mayu Ninagawa (蜷川 真優 GE)" userId="15d22be4-2d84-414d-ac66-ca09a50eae87" providerId="ADAL" clId="{2A43D1C7-C612-4547-BA11-3049DC01C97C}" dt="2026-01-20T11:50:21.327" v="3276"/>
          <ac:spMkLst>
            <pc:docMk/>
            <pc:sldMk cId="859132569" sldId="394"/>
            <ac:spMk id="23" creationId="{A2C1F121-4728-27B5-AB26-E2C99B8F250B}"/>
          </ac:spMkLst>
        </pc:spChg>
        <pc:spChg chg="mod">
          <ac:chgData name="Mayu Ninagawa (蜷川 真優 GE)" userId="15d22be4-2d84-414d-ac66-ca09a50eae87" providerId="ADAL" clId="{2A43D1C7-C612-4547-BA11-3049DC01C97C}" dt="2026-01-20T11:07:53.641" v="2940"/>
          <ac:spMkLst>
            <pc:docMk/>
            <pc:sldMk cId="859132569" sldId="394"/>
            <ac:spMk id="23" creationId="{D87E74C7-1280-5C01-2E89-E86667534934}"/>
          </ac:spMkLst>
        </pc:spChg>
        <pc:spChg chg="mod topLvl">
          <ac:chgData name="Mayu Ninagawa (蜷川 真優 GE)" userId="15d22be4-2d84-414d-ac66-ca09a50eae87" providerId="ADAL" clId="{2A43D1C7-C612-4547-BA11-3049DC01C97C}" dt="2026-01-22T02:36:30.520" v="3607" actId="164"/>
          <ac:spMkLst>
            <pc:docMk/>
            <pc:sldMk cId="859132569" sldId="394"/>
            <ac:spMk id="23" creationId="{ED2BBD6A-63E5-9A5E-AB4F-9492E7417BC1}"/>
          </ac:spMkLst>
        </pc:spChg>
        <pc:spChg chg="mod topLvl">
          <ac:chgData name="Mayu Ninagawa (蜷川 真優 GE)" userId="15d22be4-2d84-414d-ac66-ca09a50eae87" providerId="ADAL" clId="{2A43D1C7-C612-4547-BA11-3049DC01C97C}" dt="2026-01-29T08:46:37.335" v="6756" actId="164"/>
          <ac:spMkLst>
            <pc:docMk/>
            <pc:sldMk cId="859132569" sldId="394"/>
            <ac:spMk id="24" creationId="{0E553ACB-2992-890D-492A-F7F9FB6E905D}"/>
          </ac:spMkLst>
        </pc:spChg>
        <pc:spChg chg="mod">
          <ac:chgData name="Mayu Ninagawa (蜷川 真優 GE)" userId="15d22be4-2d84-414d-ac66-ca09a50eae87" providerId="ADAL" clId="{2A43D1C7-C612-4547-BA11-3049DC01C97C}" dt="2026-01-20T11:50:21.327" v="3276"/>
          <ac:spMkLst>
            <pc:docMk/>
            <pc:sldMk cId="859132569" sldId="394"/>
            <ac:spMk id="24" creationId="{A81A5A5C-37C7-CBA6-F4C1-6234C9CA5EA6}"/>
          </ac:spMkLst>
        </pc:spChg>
        <pc:spChg chg="mod">
          <ac:chgData name="Mayu Ninagawa (蜷川 真優 GE)" userId="15d22be4-2d84-414d-ac66-ca09a50eae87" providerId="ADAL" clId="{2A43D1C7-C612-4547-BA11-3049DC01C97C}" dt="2026-01-20T11:07:53.641" v="2940"/>
          <ac:spMkLst>
            <pc:docMk/>
            <pc:sldMk cId="859132569" sldId="394"/>
            <ac:spMk id="24" creationId="{ABF9913A-23DF-1A41-F2EB-2DEE3BE05240}"/>
          </ac:spMkLst>
        </pc:spChg>
        <pc:spChg chg="mod topLvl">
          <ac:chgData name="Mayu Ninagawa (蜷川 真優 GE)" userId="15d22be4-2d84-414d-ac66-ca09a50eae87" providerId="ADAL" clId="{2A43D1C7-C612-4547-BA11-3049DC01C97C}" dt="2026-01-22T02:36:30.520" v="3607" actId="164"/>
          <ac:spMkLst>
            <pc:docMk/>
            <pc:sldMk cId="859132569" sldId="394"/>
            <ac:spMk id="24" creationId="{F7393885-9D91-30D7-DB0B-BD0762078288}"/>
          </ac:spMkLst>
        </pc:spChg>
        <pc:spChg chg="mod topLvl">
          <ac:chgData name="Mayu Ninagawa (蜷川 真優 GE)" userId="15d22be4-2d84-414d-ac66-ca09a50eae87" providerId="ADAL" clId="{2A43D1C7-C612-4547-BA11-3049DC01C97C}" dt="2026-01-29T08:46:37.335" v="6756" actId="164"/>
          <ac:spMkLst>
            <pc:docMk/>
            <pc:sldMk cId="859132569" sldId="394"/>
            <ac:spMk id="25" creationId="{50EAA069-1AD3-E91D-BAD2-7E8A59A80B5E}"/>
          </ac:spMkLst>
        </pc:spChg>
        <pc:spChg chg="mod">
          <ac:chgData name="Mayu Ninagawa (蜷川 真優 GE)" userId="15d22be4-2d84-414d-ac66-ca09a50eae87" providerId="ADAL" clId="{2A43D1C7-C612-4547-BA11-3049DC01C97C}" dt="2026-01-20T11:07:53.641" v="2940"/>
          <ac:spMkLst>
            <pc:docMk/>
            <pc:sldMk cId="859132569" sldId="394"/>
            <ac:spMk id="25" creationId="{656B40E0-EB2C-7088-FF62-292AEE22D785}"/>
          </ac:spMkLst>
        </pc:spChg>
        <pc:spChg chg="mod">
          <ac:chgData name="Mayu Ninagawa (蜷川 真優 GE)" userId="15d22be4-2d84-414d-ac66-ca09a50eae87" providerId="ADAL" clId="{2A43D1C7-C612-4547-BA11-3049DC01C97C}" dt="2026-01-20T11:50:21.327" v="3276"/>
          <ac:spMkLst>
            <pc:docMk/>
            <pc:sldMk cId="859132569" sldId="394"/>
            <ac:spMk id="25" creationId="{8DF6BD26-E9A2-CEE1-467D-4F8CEC26A199}"/>
          </ac:spMkLst>
        </pc:spChg>
        <pc:spChg chg="mod topLvl">
          <ac:chgData name="Mayu Ninagawa (蜷川 真優 GE)" userId="15d22be4-2d84-414d-ac66-ca09a50eae87" providerId="ADAL" clId="{2A43D1C7-C612-4547-BA11-3049DC01C97C}" dt="2026-01-22T02:36:30.520" v="3607" actId="164"/>
          <ac:spMkLst>
            <pc:docMk/>
            <pc:sldMk cId="859132569" sldId="394"/>
            <ac:spMk id="25" creationId="{905F5CF0-06BE-1A82-89C1-4EB140F6A070}"/>
          </ac:spMkLst>
        </pc:spChg>
        <pc:spChg chg="mod topLvl">
          <ac:chgData name="Mayu Ninagawa (蜷川 真優 GE)" userId="15d22be4-2d84-414d-ac66-ca09a50eae87" providerId="ADAL" clId="{2A43D1C7-C612-4547-BA11-3049DC01C97C}" dt="2026-01-29T08:46:37.335" v="6756" actId="164"/>
          <ac:spMkLst>
            <pc:docMk/>
            <pc:sldMk cId="859132569" sldId="394"/>
            <ac:spMk id="26" creationId="{2B86A0CE-E9A5-598A-FE20-4BDC633E3508}"/>
          </ac:spMkLst>
        </pc:spChg>
        <pc:spChg chg="mod">
          <ac:chgData name="Mayu Ninagawa (蜷川 真優 GE)" userId="15d22be4-2d84-414d-ac66-ca09a50eae87" providerId="ADAL" clId="{2A43D1C7-C612-4547-BA11-3049DC01C97C}" dt="2026-01-20T11:07:53.641" v="2940"/>
          <ac:spMkLst>
            <pc:docMk/>
            <pc:sldMk cId="859132569" sldId="394"/>
            <ac:spMk id="26" creationId="{42E7C7E3-22AD-F5F1-7F12-F1CCBCA47BCE}"/>
          </ac:spMkLst>
        </pc:spChg>
        <pc:spChg chg="mod topLvl">
          <ac:chgData name="Mayu Ninagawa (蜷川 真優 GE)" userId="15d22be4-2d84-414d-ac66-ca09a50eae87" providerId="ADAL" clId="{2A43D1C7-C612-4547-BA11-3049DC01C97C}" dt="2026-01-22T02:36:30.520" v="3607" actId="164"/>
          <ac:spMkLst>
            <pc:docMk/>
            <pc:sldMk cId="859132569" sldId="394"/>
            <ac:spMk id="26" creationId="{714AC935-B7B3-862E-048C-11A1DEA730FC}"/>
          </ac:spMkLst>
        </pc:spChg>
        <pc:spChg chg="mod">
          <ac:chgData name="Mayu Ninagawa (蜷川 真優 GE)" userId="15d22be4-2d84-414d-ac66-ca09a50eae87" providerId="ADAL" clId="{2A43D1C7-C612-4547-BA11-3049DC01C97C}" dt="2026-01-20T11:50:21.327" v="3276"/>
          <ac:spMkLst>
            <pc:docMk/>
            <pc:sldMk cId="859132569" sldId="394"/>
            <ac:spMk id="26" creationId="{B9A03A65-B629-5F9A-14DF-3B85B8C56BEC}"/>
          </ac:spMkLst>
        </pc:spChg>
        <pc:spChg chg="mod topLvl">
          <ac:chgData name="Mayu Ninagawa (蜷川 真優 GE)" userId="15d22be4-2d84-414d-ac66-ca09a50eae87" providerId="ADAL" clId="{2A43D1C7-C612-4547-BA11-3049DC01C97C}" dt="2026-01-29T08:46:37.335" v="6756" actId="164"/>
          <ac:spMkLst>
            <pc:docMk/>
            <pc:sldMk cId="859132569" sldId="394"/>
            <ac:spMk id="27" creationId="{17A3A8E0-07D7-EA3A-BE80-0406C411DCDD}"/>
          </ac:spMkLst>
        </pc:spChg>
        <pc:spChg chg="mod">
          <ac:chgData name="Mayu Ninagawa (蜷川 真優 GE)" userId="15d22be4-2d84-414d-ac66-ca09a50eae87" providerId="ADAL" clId="{2A43D1C7-C612-4547-BA11-3049DC01C97C}" dt="2026-01-20T11:07:53.641" v="2940"/>
          <ac:spMkLst>
            <pc:docMk/>
            <pc:sldMk cId="859132569" sldId="394"/>
            <ac:spMk id="27" creationId="{505A8366-145F-5247-3D61-65A0736FFF8A}"/>
          </ac:spMkLst>
        </pc:spChg>
        <pc:spChg chg="mod">
          <ac:chgData name="Mayu Ninagawa (蜷川 真優 GE)" userId="15d22be4-2d84-414d-ac66-ca09a50eae87" providerId="ADAL" clId="{2A43D1C7-C612-4547-BA11-3049DC01C97C}" dt="2026-01-20T11:50:21.327" v="3276"/>
          <ac:spMkLst>
            <pc:docMk/>
            <pc:sldMk cId="859132569" sldId="394"/>
            <ac:spMk id="27" creationId="{5AFC2CDF-F5D3-5112-C3C2-EBE86D4094AE}"/>
          </ac:spMkLst>
        </pc:spChg>
        <pc:spChg chg="mod topLvl">
          <ac:chgData name="Mayu Ninagawa (蜷川 真優 GE)" userId="15d22be4-2d84-414d-ac66-ca09a50eae87" providerId="ADAL" clId="{2A43D1C7-C612-4547-BA11-3049DC01C97C}" dt="2026-01-22T02:36:30.520" v="3607" actId="164"/>
          <ac:spMkLst>
            <pc:docMk/>
            <pc:sldMk cId="859132569" sldId="394"/>
            <ac:spMk id="27" creationId="{E3219232-0416-CE52-BEEA-CB784BA5D097}"/>
          </ac:spMkLst>
        </pc:spChg>
        <pc:spChg chg="mod">
          <ac:chgData name="Mayu Ninagawa (蜷川 真優 GE)" userId="15d22be4-2d84-414d-ac66-ca09a50eae87" providerId="ADAL" clId="{2A43D1C7-C612-4547-BA11-3049DC01C97C}" dt="2026-01-20T11:50:21.327" v="3276"/>
          <ac:spMkLst>
            <pc:docMk/>
            <pc:sldMk cId="859132569" sldId="394"/>
            <ac:spMk id="28" creationId="{546E3CA1-206C-EAB9-CDE4-C8F31256ED9B}"/>
          </ac:spMkLst>
        </pc:spChg>
        <pc:spChg chg="mod topLvl">
          <ac:chgData name="Mayu Ninagawa (蜷川 真優 GE)" userId="15d22be4-2d84-414d-ac66-ca09a50eae87" providerId="ADAL" clId="{2A43D1C7-C612-4547-BA11-3049DC01C97C}" dt="2026-01-29T08:46:37.335" v="6756" actId="164"/>
          <ac:spMkLst>
            <pc:docMk/>
            <pc:sldMk cId="859132569" sldId="394"/>
            <ac:spMk id="28" creationId="{5AACE820-89D7-718C-BBCF-2C3FE30A29C0}"/>
          </ac:spMkLst>
        </pc:spChg>
        <pc:spChg chg="mod">
          <ac:chgData name="Mayu Ninagawa (蜷川 真優 GE)" userId="15d22be4-2d84-414d-ac66-ca09a50eae87" providerId="ADAL" clId="{2A43D1C7-C612-4547-BA11-3049DC01C97C}" dt="2026-01-20T11:07:53.641" v="2940"/>
          <ac:spMkLst>
            <pc:docMk/>
            <pc:sldMk cId="859132569" sldId="394"/>
            <ac:spMk id="28" creationId="{7644AB6F-CBE3-5235-3659-039A8318565E}"/>
          </ac:spMkLst>
        </pc:spChg>
        <pc:spChg chg="mod topLvl">
          <ac:chgData name="Mayu Ninagawa (蜷川 真優 GE)" userId="15d22be4-2d84-414d-ac66-ca09a50eae87" providerId="ADAL" clId="{2A43D1C7-C612-4547-BA11-3049DC01C97C}" dt="2026-01-22T02:36:30.520" v="3607" actId="164"/>
          <ac:spMkLst>
            <pc:docMk/>
            <pc:sldMk cId="859132569" sldId="394"/>
            <ac:spMk id="28" creationId="{A44F495C-DEFA-6901-BEB3-32248A356B45}"/>
          </ac:spMkLst>
        </pc:spChg>
        <pc:spChg chg="mod">
          <ac:chgData name="Mayu Ninagawa (蜷川 真優 GE)" userId="15d22be4-2d84-414d-ac66-ca09a50eae87" providerId="ADAL" clId="{2A43D1C7-C612-4547-BA11-3049DC01C97C}" dt="2026-01-20T11:50:21.327" v="3276"/>
          <ac:spMkLst>
            <pc:docMk/>
            <pc:sldMk cId="859132569" sldId="394"/>
            <ac:spMk id="29" creationId="{56120F2F-CC1D-6C11-053E-2449213F87FB}"/>
          </ac:spMkLst>
        </pc:spChg>
        <pc:spChg chg="mod topLvl">
          <ac:chgData name="Mayu Ninagawa (蜷川 真優 GE)" userId="15d22be4-2d84-414d-ac66-ca09a50eae87" providerId="ADAL" clId="{2A43D1C7-C612-4547-BA11-3049DC01C97C}" dt="2026-01-29T08:46:37.335" v="6756" actId="164"/>
          <ac:spMkLst>
            <pc:docMk/>
            <pc:sldMk cId="859132569" sldId="394"/>
            <ac:spMk id="29" creationId="{68AD6CF2-4FC6-B657-589D-F5384DBE1F79}"/>
          </ac:spMkLst>
        </pc:spChg>
        <pc:spChg chg="mod topLvl">
          <ac:chgData name="Mayu Ninagawa (蜷川 真優 GE)" userId="15d22be4-2d84-414d-ac66-ca09a50eae87" providerId="ADAL" clId="{2A43D1C7-C612-4547-BA11-3049DC01C97C}" dt="2026-01-22T02:36:30.520" v="3607" actId="164"/>
          <ac:spMkLst>
            <pc:docMk/>
            <pc:sldMk cId="859132569" sldId="394"/>
            <ac:spMk id="29" creationId="{D11C0921-D290-D423-0895-FE85FBD1F5DE}"/>
          </ac:spMkLst>
        </pc:spChg>
        <pc:spChg chg="mod">
          <ac:chgData name="Mayu Ninagawa (蜷川 真優 GE)" userId="15d22be4-2d84-414d-ac66-ca09a50eae87" providerId="ADAL" clId="{2A43D1C7-C612-4547-BA11-3049DC01C97C}" dt="2026-01-20T11:07:53.641" v="2940"/>
          <ac:spMkLst>
            <pc:docMk/>
            <pc:sldMk cId="859132569" sldId="394"/>
            <ac:spMk id="29" creationId="{D58054F9-4BC4-B821-BD79-CB1659207DB3}"/>
          </ac:spMkLst>
        </pc:spChg>
        <pc:spChg chg="mod">
          <ac:chgData name="Mayu Ninagawa (蜷川 真優 GE)" userId="15d22be4-2d84-414d-ac66-ca09a50eae87" providerId="ADAL" clId="{2A43D1C7-C612-4547-BA11-3049DC01C97C}" dt="2026-01-20T11:07:53.641" v="2940"/>
          <ac:spMkLst>
            <pc:docMk/>
            <pc:sldMk cId="859132569" sldId="394"/>
            <ac:spMk id="30" creationId="{7BF9AF9E-0D4B-CF2C-ADB5-F6C786922E6A}"/>
          </ac:spMkLst>
        </pc:spChg>
        <pc:spChg chg="mod">
          <ac:chgData name="Mayu Ninagawa (蜷川 真優 GE)" userId="15d22be4-2d84-414d-ac66-ca09a50eae87" providerId="ADAL" clId="{2A43D1C7-C612-4547-BA11-3049DC01C97C}" dt="2026-01-20T11:50:21.327" v="3276"/>
          <ac:spMkLst>
            <pc:docMk/>
            <pc:sldMk cId="859132569" sldId="394"/>
            <ac:spMk id="30" creationId="{8C4C767E-3108-8590-840C-42B734CA4EBC}"/>
          </ac:spMkLst>
        </pc:spChg>
        <pc:spChg chg="mod topLvl">
          <ac:chgData name="Mayu Ninagawa (蜷川 真優 GE)" userId="15d22be4-2d84-414d-ac66-ca09a50eae87" providerId="ADAL" clId="{2A43D1C7-C612-4547-BA11-3049DC01C97C}" dt="2026-01-22T02:36:30.520" v="3607" actId="164"/>
          <ac:spMkLst>
            <pc:docMk/>
            <pc:sldMk cId="859132569" sldId="394"/>
            <ac:spMk id="30" creationId="{B11537F5-CE14-FF9C-D4D2-4B9482DA1006}"/>
          </ac:spMkLst>
        </pc:spChg>
        <pc:spChg chg="mod topLvl">
          <ac:chgData name="Mayu Ninagawa (蜷川 真優 GE)" userId="15d22be4-2d84-414d-ac66-ca09a50eae87" providerId="ADAL" clId="{2A43D1C7-C612-4547-BA11-3049DC01C97C}" dt="2026-01-29T08:46:37.335" v="6756" actId="164"/>
          <ac:spMkLst>
            <pc:docMk/>
            <pc:sldMk cId="859132569" sldId="394"/>
            <ac:spMk id="30" creationId="{F21F5FC0-2BC3-1911-D237-0A638AAAC4FC}"/>
          </ac:spMkLst>
        </pc:spChg>
        <pc:spChg chg="mod topLvl">
          <ac:chgData name="Mayu Ninagawa (蜷川 真優 GE)" userId="15d22be4-2d84-414d-ac66-ca09a50eae87" providerId="ADAL" clId="{2A43D1C7-C612-4547-BA11-3049DC01C97C}" dt="2026-01-29T08:46:37.335" v="6756" actId="164"/>
          <ac:spMkLst>
            <pc:docMk/>
            <pc:sldMk cId="859132569" sldId="394"/>
            <ac:spMk id="31" creationId="{34CD5D73-8A14-12DB-0C55-4146D9CA95B6}"/>
          </ac:spMkLst>
        </pc:spChg>
        <pc:spChg chg="mod">
          <ac:chgData name="Mayu Ninagawa (蜷川 真優 GE)" userId="15d22be4-2d84-414d-ac66-ca09a50eae87" providerId="ADAL" clId="{2A43D1C7-C612-4547-BA11-3049DC01C97C}" dt="2026-01-20T11:07:53.641" v="2940"/>
          <ac:spMkLst>
            <pc:docMk/>
            <pc:sldMk cId="859132569" sldId="394"/>
            <ac:spMk id="31" creationId="{435856E7-8FD1-99F5-E7ED-B2E0E13ED193}"/>
          </ac:spMkLst>
        </pc:spChg>
        <pc:spChg chg="mod topLvl">
          <ac:chgData name="Mayu Ninagawa (蜷川 真優 GE)" userId="15d22be4-2d84-414d-ac66-ca09a50eae87" providerId="ADAL" clId="{2A43D1C7-C612-4547-BA11-3049DC01C97C}" dt="2026-01-22T02:36:30.520" v="3607" actId="164"/>
          <ac:spMkLst>
            <pc:docMk/>
            <pc:sldMk cId="859132569" sldId="394"/>
            <ac:spMk id="31" creationId="{56437564-6293-99F6-F9B0-275A35E7BC68}"/>
          </ac:spMkLst>
        </pc:spChg>
        <pc:spChg chg="mod">
          <ac:chgData name="Mayu Ninagawa (蜷川 真優 GE)" userId="15d22be4-2d84-414d-ac66-ca09a50eae87" providerId="ADAL" clId="{2A43D1C7-C612-4547-BA11-3049DC01C97C}" dt="2026-01-20T11:50:21.327" v="3276"/>
          <ac:spMkLst>
            <pc:docMk/>
            <pc:sldMk cId="859132569" sldId="394"/>
            <ac:spMk id="31" creationId="{C733C67C-9523-99ED-BBC8-AC7F76EE30DF}"/>
          </ac:spMkLst>
        </pc:spChg>
        <pc:spChg chg="mod">
          <ac:chgData name="Mayu Ninagawa (蜷川 真優 GE)" userId="15d22be4-2d84-414d-ac66-ca09a50eae87" providerId="ADAL" clId="{2A43D1C7-C612-4547-BA11-3049DC01C97C}" dt="2026-01-20T11:07:53.641" v="2940"/>
          <ac:spMkLst>
            <pc:docMk/>
            <pc:sldMk cId="859132569" sldId="394"/>
            <ac:spMk id="32" creationId="{2ACE6CA3-FA16-ED8A-A76B-F122B5F9DC1F}"/>
          </ac:spMkLst>
        </pc:spChg>
        <pc:spChg chg="mod">
          <ac:chgData name="Mayu Ninagawa (蜷川 真優 GE)" userId="15d22be4-2d84-414d-ac66-ca09a50eae87" providerId="ADAL" clId="{2A43D1C7-C612-4547-BA11-3049DC01C97C}" dt="2026-01-20T11:50:21.327" v="3276"/>
          <ac:spMkLst>
            <pc:docMk/>
            <pc:sldMk cId="859132569" sldId="394"/>
            <ac:spMk id="32" creationId="{4334BB72-C776-EC15-E527-593D84003EDA}"/>
          </ac:spMkLst>
        </pc:spChg>
        <pc:spChg chg="mod topLvl">
          <ac:chgData name="Mayu Ninagawa (蜷川 真優 GE)" userId="15d22be4-2d84-414d-ac66-ca09a50eae87" providerId="ADAL" clId="{2A43D1C7-C612-4547-BA11-3049DC01C97C}" dt="2026-01-29T08:46:37.335" v="6756" actId="164"/>
          <ac:spMkLst>
            <pc:docMk/>
            <pc:sldMk cId="859132569" sldId="394"/>
            <ac:spMk id="32" creationId="{8F236F13-2621-4696-C081-EF2A04BC578D}"/>
          </ac:spMkLst>
        </pc:spChg>
        <pc:spChg chg="mod topLvl">
          <ac:chgData name="Mayu Ninagawa (蜷川 真優 GE)" userId="15d22be4-2d84-414d-ac66-ca09a50eae87" providerId="ADAL" clId="{2A43D1C7-C612-4547-BA11-3049DC01C97C}" dt="2026-01-22T02:36:30.520" v="3607" actId="164"/>
          <ac:spMkLst>
            <pc:docMk/>
            <pc:sldMk cId="859132569" sldId="394"/>
            <ac:spMk id="32" creationId="{F9C4315E-CE36-BCC7-5E57-C11BA94540E7}"/>
          </ac:spMkLst>
        </pc:spChg>
        <pc:spChg chg="mod">
          <ac:chgData name="Mayu Ninagawa (蜷川 真優 GE)" userId="15d22be4-2d84-414d-ac66-ca09a50eae87" providerId="ADAL" clId="{2A43D1C7-C612-4547-BA11-3049DC01C97C}" dt="2026-01-20T11:50:21.327" v="3276"/>
          <ac:spMkLst>
            <pc:docMk/>
            <pc:sldMk cId="859132569" sldId="394"/>
            <ac:spMk id="33" creationId="{7C0E5C97-121D-ADFE-5DDF-8CCD79A646B2}"/>
          </ac:spMkLst>
        </pc:spChg>
        <pc:spChg chg="mod topLvl">
          <ac:chgData name="Mayu Ninagawa (蜷川 真優 GE)" userId="15d22be4-2d84-414d-ac66-ca09a50eae87" providerId="ADAL" clId="{2A43D1C7-C612-4547-BA11-3049DC01C97C}" dt="2026-01-29T08:46:37.335" v="6756" actId="164"/>
          <ac:spMkLst>
            <pc:docMk/>
            <pc:sldMk cId="859132569" sldId="394"/>
            <ac:spMk id="33" creationId="{9744649E-48B1-35F3-FB45-34322F9FE470}"/>
          </ac:spMkLst>
        </pc:spChg>
        <pc:spChg chg="mod">
          <ac:chgData name="Mayu Ninagawa (蜷川 真優 GE)" userId="15d22be4-2d84-414d-ac66-ca09a50eae87" providerId="ADAL" clId="{2A43D1C7-C612-4547-BA11-3049DC01C97C}" dt="2026-01-20T11:07:53.641" v="2940"/>
          <ac:spMkLst>
            <pc:docMk/>
            <pc:sldMk cId="859132569" sldId="394"/>
            <ac:spMk id="33" creationId="{BE024342-EE61-E5E2-1B61-735C12F0D1B8}"/>
          </ac:spMkLst>
        </pc:spChg>
        <pc:spChg chg="mod topLvl">
          <ac:chgData name="Mayu Ninagawa (蜷川 真優 GE)" userId="15d22be4-2d84-414d-ac66-ca09a50eae87" providerId="ADAL" clId="{2A43D1C7-C612-4547-BA11-3049DC01C97C}" dt="2026-01-22T02:36:30.520" v="3607" actId="164"/>
          <ac:spMkLst>
            <pc:docMk/>
            <pc:sldMk cId="859132569" sldId="394"/>
            <ac:spMk id="33" creationId="{E22C74A1-4616-299B-11CB-2AE6130606EB}"/>
          </ac:spMkLst>
        </pc:spChg>
        <pc:spChg chg="mod topLvl">
          <ac:chgData name="Mayu Ninagawa (蜷川 真優 GE)" userId="15d22be4-2d84-414d-ac66-ca09a50eae87" providerId="ADAL" clId="{2A43D1C7-C612-4547-BA11-3049DC01C97C}" dt="2026-01-22T02:36:30.520" v="3607" actId="164"/>
          <ac:spMkLst>
            <pc:docMk/>
            <pc:sldMk cId="859132569" sldId="394"/>
            <ac:spMk id="34" creationId="{61601029-10BE-0E2E-7C1B-A90ABC5693F9}"/>
          </ac:spMkLst>
        </pc:spChg>
        <pc:spChg chg="mod">
          <ac:chgData name="Mayu Ninagawa (蜷川 真優 GE)" userId="15d22be4-2d84-414d-ac66-ca09a50eae87" providerId="ADAL" clId="{2A43D1C7-C612-4547-BA11-3049DC01C97C}" dt="2026-01-20T11:50:21.327" v="3276"/>
          <ac:spMkLst>
            <pc:docMk/>
            <pc:sldMk cId="859132569" sldId="394"/>
            <ac:spMk id="34" creationId="{A6B54E37-C7F0-06E8-FAF5-4E3F639BA44A}"/>
          </ac:spMkLst>
        </pc:spChg>
        <pc:spChg chg="mod">
          <ac:chgData name="Mayu Ninagawa (蜷川 真優 GE)" userId="15d22be4-2d84-414d-ac66-ca09a50eae87" providerId="ADAL" clId="{2A43D1C7-C612-4547-BA11-3049DC01C97C}" dt="2026-01-20T11:07:53.641" v="2940"/>
          <ac:spMkLst>
            <pc:docMk/>
            <pc:sldMk cId="859132569" sldId="394"/>
            <ac:spMk id="34" creationId="{BFE9C621-A824-4A58-7B8C-6DEE91D797A3}"/>
          </ac:spMkLst>
        </pc:spChg>
        <pc:spChg chg="mod topLvl">
          <ac:chgData name="Mayu Ninagawa (蜷川 真優 GE)" userId="15d22be4-2d84-414d-ac66-ca09a50eae87" providerId="ADAL" clId="{2A43D1C7-C612-4547-BA11-3049DC01C97C}" dt="2026-01-29T08:46:37.335" v="6756" actId="164"/>
          <ac:spMkLst>
            <pc:docMk/>
            <pc:sldMk cId="859132569" sldId="394"/>
            <ac:spMk id="34" creationId="{CF28F333-9BE3-F95C-BCE9-0F0B0244B29B}"/>
          </ac:spMkLst>
        </pc:spChg>
        <pc:spChg chg="mod topLvl">
          <ac:chgData name="Mayu Ninagawa (蜷川 真優 GE)" userId="15d22be4-2d84-414d-ac66-ca09a50eae87" providerId="ADAL" clId="{2A43D1C7-C612-4547-BA11-3049DC01C97C}" dt="2026-01-29T08:46:37.335" v="6756" actId="164"/>
          <ac:spMkLst>
            <pc:docMk/>
            <pc:sldMk cId="859132569" sldId="394"/>
            <ac:spMk id="35" creationId="{3B720FFF-A36A-2132-BB52-37864B5CE4F3}"/>
          </ac:spMkLst>
        </pc:spChg>
        <pc:spChg chg="mod">
          <ac:chgData name="Mayu Ninagawa (蜷川 真優 GE)" userId="15d22be4-2d84-414d-ac66-ca09a50eae87" providerId="ADAL" clId="{2A43D1C7-C612-4547-BA11-3049DC01C97C}" dt="2026-01-20T11:07:53.641" v="2940"/>
          <ac:spMkLst>
            <pc:docMk/>
            <pc:sldMk cId="859132569" sldId="394"/>
            <ac:spMk id="35" creationId="{62A2DF85-F697-8560-96F3-5C70887E39FB}"/>
          </ac:spMkLst>
        </pc:spChg>
        <pc:spChg chg="mod">
          <ac:chgData name="Mayu Ninagawa (蜷川 真優 GE)" userId="15d22be4-2d84-414d-ac66-ca09a50eae87" providerId="ADAL" clId="{2A43D1C7-C612-4547-BA11-3049DC01C97C}" dt="2026-01-20T11:50:21.327" v="3276"/>
          <ac:spMkLst>
            <pc:docMk/>
            <pc:sldMk cId="859132569" sldId="394"/>
            <ac:spMk id="35" creationId="{9C194E85-ED0C-9304-DEB0-A5DCE7BF6917}"/>
          </ac:spMkLst>
        </pc:spChg>
        <pc:spChg chg="mod topLvl">
          <ac:chgData name="Mayu Ninagawa (蜷川 真優 GE)" userId="15d22be4-2d84-414d-ac66-ca09a50eae87" providerId="ADAL" clId="{2A43D1C7-C612-4547-BA11-3049DC01C97C}" dt="2026-01-22T02:36:30.520" v="3607" actId="164"/>
          <ac:spMkLst>
            <pc:docMk/>
            <pc:sldMk cId="859132569" sldId="394"/>
            <ac:spMk id="35" creationId="{F2AA0B93-CF2D-E4A1-DC67-8D228E9CB317}"/>
          </ac:spMkLst>
        </pc:spChg>
        <pc:spChg chg="mod topLvl">
          <ac:chgData name="Mayu Ninagawa (蜷川 真優 GE)" userId="15d22be4-2d84-414d-ac66-ca09a50eae87" providerId="ADAL" clId="{2A43D1C7-C612-4547-BA11-3049DC01C97C}" dt="2026-01-22T02:36:30.520" v="3607" actId="164"/>
          <ac:spMkLst>
            <pc:docMk/>
            <pc:sldMk cId="859132569" sldId="394"/>
            <ac:spMk id="36" creationId="{437329DD-BE90-7571-2774-90136E360B90}"/>
          </ac:spMkLst>
        </pc:spChg>
        <pc:spChg chg="mod">
          <ac:chgData name="Mayu Ninagawa (蜷川 真優 GE)" userId="15d22be4-2d84-414d-ac66-ca09a50eae87" providerId="ADAL" clId="{2A43D1C7-C612-4547-BA11-3049DC01C97C}" dt="2026-01-20T11:50:21.327" v="3276"/>
          <ac:spMkLst>
            <pc:docMk/>
            <pc:sldMk cId="859132569" sldId="394"/>
            <ac:spMk id="36" creationId="{EE657AFC-C83F-536B-ECD4-18ACD6326AA4}"/>
          </ac:spMkLst>
        </pc:spChg>
        <pc:spChg chg="mod">
          <ac:chgData name="Mayu Ninagawa (蜷川 真優 GE)" userId="15d22be4-2d84-414d-ac66-ca09a50eae87" providerId="ADAL" clId="{2A43D1C7-C612-4547-BA11-3049DC01C97C}" dt="2026-01-20T11:07:53.641" v="2940"/>
          <ac:spMkLst>
            <pc:docMk/>
            <pc:sldMk cId="859132569" sldId="394"/>
            <ac:spMk id="36" creationId="{F2FBB36C-F607-30C9-2317-DE8E9076BD2F}"/>
          </ac:spMkLst>
        </pc:spChg>
        <pc:spChg chg="mod topLvl">
          <ac:chgData name="Mayu Ninagawa (蜷川 真優 GE)" userId="15d22be4-2d84-414d-ac66-ca09a50eae87" providerId="ADAL" clId="{2A43D1C7-C612-4547-BA11-3049DC01C97C}" dt="2026-01-29T08:46:37.335" v="6756" actId="164"/>
          <ac:spMkLst>
            <pc:docMk/>
            <pc:sldMk cId="859132569" sldId="394"/>
            <ac:spMk id="36" creationId="{FC6F6464-6A6D-C1CE-4C7E-8D5A7C87678A}"/>
          </ac:spMkLst>
        </pc:spChg>
        <pc:spChg chg="mod topLvl">
          <ac:chgData name="Mayu Ninagawa (蜷川 真優 GE)" userId="15d22be4-2d84-414d-ac66-ca09a50eae87" providerId="ADAL" clId="{2A43D1C7-C612-4547-BA11-3049DC01C97C}" dt="2026-01-29T08:46:37.335" v="6756" actId="164"/>
          <ac:spMkLst>
            <pc:docMk/>
            <pc:sldMk cId="859132569" sldId="394"/>
            <ac:spMk id="37" creationId="{2DD160A4-8FB3-DF3A-9310-8B28ECCAA20A}"/>
          </ac:spMkLst>
        </pc:spChg>
        <pc:spChg chg="mod topLvl">
          <ac:chgData name="Mayu Ninagawa (蜷川 真優 GE)" userId="15d22be4-2d84-414d-ac66-ca09a50eae87" providerId="ADAL" clId="{2A43D1C7-C612-4547-BA11-3049DC01C97C}" dt="2026-01-22T02:36:30.520" v="3607" actId="164"/>
          <ac:spMkLst>
            <pc:docMk/>
            <pc:sldMk cId="859132569" sldId="394"/>
            <ac:spMk id="37" creationId="{492B9E18-F7BD-3B0D-05E3-E15B575D9D8E}"/>
          </ac:spMkLst>
        </pc:spChg>
        <pc:spChg chg="mod">
          <ac:chgData name="Mayu Ninagawa (蜷川 真優 GE)" userId="15d22be4-2d84-414d-ac66-ca09a50eae87" providerId="ADAL" clId="{2A43D1C7-C612-4547-BA11-3049DC01C97C}" dt="2026-01-20T11:07:53.641" v="2940"/>
          <ac:spMkLst>
            <pc:docMk/>
            <pc:sldMk cId="859132569" sldId="394"/>
            <ac:spMk id="37" creationId="{5C46FE68-C4E0-F059-AD62-275914166239}"/>
          </ac:spMkLst>
        </pc:spChg>
        <pc:spChg chg="mod">
          <ac:chgData name="Mayu Ninagawa (蜷川 真優 GE)" userId="15d22be4-2d84-414d-ac66-ca09a50eae87" providerId="ADAL" clId="{2A43D1C7-C612-4547-BA11-3049DC01C97C}" dt="2026-01-20T11:50:21.327" v="3276"/>
          <ac:spMkLst>
            <pc:docMk/>
            <pc:sldMk cId="859132569" sldId="394"/>
            <ac:spMk id="37" creationId="{AABE595B-0725-F293-779A-323AF59A82B7}"/>
          </ac:spMkLst>
        </pc:spChg>
        <pc:spChg chg="mod">
          <ac:chgData name="Mayu Ninagawa (蜷川 真優 GE)" userId="15d22be4-2d84-414d-ac66-ca09a50eae87" providerId="ADAL" clId="{2A43D1C7-C612-4547-BA11-3049DC01C97C}" dt="2026-01-20T11:50:21.327" v="3276"/>
          <ac:spMkLst>
            <pc:docMk/>
            <pc:sldMk cId="859132569" sldId="394"/>
            <ac:spMk id="38" creationId="{1CE3B300-713A-F26D-670B-1663547B14AE}"/>
          </ac:spMkLst>
        </pc:spChg>
        <pc:spChg chg="mod topLvl">
          <ac:chgData name="Mayu Ninagawa (蜷川 真優 GE)" userId="15d22be4-2d84-414d-ac66-ca09a50eae87" providerId="ADAL" clId="{2A43D1C7-C612-4547-BA11-3049DC01C97C}" dt="2026-01-29T08:46:37.335" v="6756" actId="164"/>
          <ac:spMkLst>
            <pc:docMk/>
            <pc:sldMk cId="859132569" sldId="394"/>
            <ac:spMk id="38" creationId="{29BF6C5A-94A6-E6B9-836B-2C9088C9B28A}"/>
          </ac:spMkLst>
        </pc:spChg>
        <pc:spChg chg="mod topLvl">
          <ac:chgData name="Mayu Ninagawa (蜷川 真優 GE)" userId="15d22be4-2d84-414d-ac66-ca09a50eae87" providerId="ADAL" clId="{2A43D1C7-C612-4547-BA11-3049DC01C97C}" dt="2026-01-22T02:36:30.520" v="3607" actId="164"/>
          <ac:spMkLst>
            <pc:docMk/>
            <pc:sldMk cId="859132569" sldId="394"/>
            <ac:spMk id="38" creationId="{95DCCFC1-AE3C-E5B5-DFEE-9BC9BB9AFE4A}"/>
          </ac:spMkLst>
        </pc:spChg>
        <pc:spChg chg="mod">
          <ac:chgData name="Mayu Ninagawa (蜷川 真優 GE)" userId="15d22be4-2d84-414d-ac66-ca09a50eae87" providerId="ADAL" clId="{2A43D1C7-C612-4547-BA11-3049DC01C97C}" dt="2026-01-20T11:07:53.641" v="2940"/>
          <ac:spMkLst>
            <pc:docMk/>
            <pc:sldMk cId="859132569" sldId="394"/>
            <ac:spMk id="38" creationId="{99709869-91C4-E72B-2AE6-547EBBC03EC9}"/>
          </ac:spMkLst>
        </pc:spChg>
        <pc:spChg chg="mod topLvl">
          <ac:chgData name="Mayu Ninagawa (蜷川 真優 GE)" userId="15d22be4-2d84-414d-ac66-ca09a50eae87" providerId="ADAL" clId="{2A43D1C7-C612-4547-BA11-3049DC01C97C}" dt="2026-01-29T08:46:37.335" v="6756" actId="164"/>
          <ac:spMkLst>
            <pc:docMk/>
            <pc:sldMk cId="859132569" sldId="394"/>
            <ac:spMk id="39" creationId="{4A680281-2B5C-726B-2CCA-CF5F380A549D}"/>
          </ac:spMkLst>
        </pc:spChg>
        <pc:spChg chg="mod">
          <ac:chgData name="Mayu Ninagawa (蜷川 真優 GE)" userId="15d22be4-2d84-414d-ac66-ca09a50eae87" providerId="ADAL" clId="{2A43D1C7-C612-4547-BA11-3049DC01C97C}" dt="2026-01-20T11:07:53.641" v="2940"/>
          <ac:spMkLst>
            <pc:docMk/>
            <pc:sldMk cId="859132569" sldId="394"/>
            <ac:spMk id="39" creationId="{742F9206-4C78-75E4-A00A-5B941A46225B}"/>
          </ac:spMkLst>
        </pc:spChg>
        <pc:spChg chg="mod">
          <ac:chgData name="Mayu Ninagawa (蜷川 真優 GE)" userId="15d22be4-2d84-414d-ac66-ca09a50eae87" providerId="ADAL" clId="{2A43D1C7-C612-4547-BA11-3049DC01C97C}" dt="2026-01-20T11:50:21.327" v="3276"/>
          <ac:spMkLst>
            <pc:docMk/>
            <pc:sldMk cId="859132569" sldId="394"/>
            <ac:spMk id="39" creationId="{C33C20BC-A7E2-0392-FAB0-8CF57F1DCAA4}"/>
          </ac:spMkLst>
        </pc:spChg>
        <pc:spChg chg="mod topLvl">
          <ac:chgData name="Mayu Ninagawa (蜷川 真優 GE)" userId="15d22be4-2d84-414d-ac66-ca09a50eae87" providerId="ADAL" clId="{2A43D1C7-C612-4547-BA11-3049DC01C97C}" dt="2026-01-22T02:36:30.520" v="3607" actId="164"/>
          <ac:spMkLst>
            <pc:docMk/>
            <pc:sldMk cId="859132569" sldId="394"/>
            <ac:spMk id="39" creationId="{DEA542B4-D81A-235B-92EA-9E7C2B2FC4D9}"/>
          </ac:spMkLst>
        </pc:spChg>
        <pc:spChg chg="mod topLvl">
          <ac:chgData name="Mayu Ninagawa (蜷川 真優 GE)" userId="15d22be4-2d84-414d-ac66-ca09a50eae87" providerId="ADAL" clId="{2A43D1C7-C612-4547-BA11-3049DC01C97C}" dt="2026-01-22T02:36:30.520" v="3607" actId="164"/>
          <ac:spMkLst>
            <pc:docMk/>
            <pc:sldMk cId="859132569" sldId="394"/>
            <ac:spMk id="40" creationId="{1207E9EB-886D-EB00-9B5D-ADF3ACE499CB}"/>
          </ac:spMkLst>
        </pc:spChg>
        <pc:spChg chg="mod">
          <ac:chgData name="Mayu Ninagawa (蜷川 真優 GE)" userId="15d22be4-2d84-414d-ac66-ca09a50eae87" providerId="ADAL" clId="{2A43D1C7-C612-4547-BA11-3049DC01C97C}" dt="2026-01-20T11:07:53.641" v="2940"/>
          <ac:spMkLst>
            <pc:docMk/>
            <pc:sldMk cId="859132569" sldId="394"/>
            <ac:spMk id="40" creationId="{2830B591-C7FB-8E2C-D820-40691B676F29}"/>
          </ac:spMkLst>
        </pc:spChg>
        <pc:spChg chg="mod">
          <ac:chgData name="Mayu Ninagawa (蜷川 真優 GE)" userId="15d22be4-2d84-414d-ac66-ca09a50eae87" providerId="ADAL" clId="{2A43D1C7-C612-4547-BA11-3049DC01C97C}" dt="2026-01-20T11:50:21.327" v="3276"/>
          <ac:spMkLst>
            <pc:docMk/>
            <pc:sldMk cId="859132569" sldId="394"/>
            <ac:spMk id="40" creationId="{B510663B-3CB3-B0CD-2FD8-D8037D8249FC}"/>
          </ac:spMkLst>
        </pc:spChg>
        <pc:spChg chg="mod topLvl">
          <ac:chgData name="Mayu Ninagawa (蜷川 真優 GE)" userId="15d22be4-2d84-414d-ac66-ca09a50eae87" providerId="ADAL" clId="{2A43D1C7-C612-4547-BA11-3049DC01C97C}" dt="2026-01-29T08:46:37.335" v="6756" actId="164"/>
          <ac:spMkLst>
            <pc:docMk/>
            <pc:sldMk cId="859132569" sldId="394"/>
            <ac:spMk id="40" creationId="{D5BC9831-8BC2-A5FB-0DA5-6E9B6098B471}"/>
          </ac:spMkLst>
        </pc:spChg>
        <pc:spChg chg="mod">
          <ac:chgData name="Mayu Ninagawa (蜷川 真優 GE)" userId="15d22be4-2d84-414d-ac66-ca09a50eae87" providerId="ADAL" clId="{2A43D1C7-C612-4547-BA11-3049DC01C97C}" dt="2026-01-20T11:07:53.641" v="2940"/>
          <ac:spMkLst>
            <pc:docMk/>
            <pc:sldMk cId="859132569" sldId="394"/>
            <ac:spMk id="41" creationId="{5E0F2D2C-19C4-E452-C831-40AAB6D98AE4}"/>
          </ac:spMkLst>
        </pc:spChg>
        <pc:spChg chg="mod topLvl">
          <ac:chgData name="Mayu Ninagawa (蜷川 真優 GE)" userId="15d22be4-2d84-414d-ac66-ca09a50eae87" providerId="ADAL" clId="{2A43D1C7-C612-4547-BA11-3049DC01C97C}" dt="2026-01-22T02:36:30.520" v="3607" actId="164"/>
          <ac:spMkLst>
            <pc:docMk/>
            <pc:sldMk cId="859132569" sldId="394"/>
            <ac:spMk id="41" creationId="{6012AA57-0F55-5F8C-7EAD-33EFD290F67C}"/>
          </ac:spMkLst>
        </pc:spChg>
        <pc:spChg chg="mod">
          <ac:chgData name="Mayu Ninagawa (蜷川 真優 GE)" userId="15d22be4-2d84-414d-ac66-ca09a50eae87" providerId="ADAL" clId="{2A43D1C7-C612-4547-BA11-3049DC01C97C}" dt="2026-01-20T11:50:21.327" v="3276"/>
          <ac:spMkLst>
            <pc:docMk/>
            <pc:sldMk cId="859132569" sldId="394"/>
            <ac:spMk id="41" creationId="{6B3578A7-2F1D-DF0A-2403-0B8638BF8773}"/>
          </ac:spMkLst>
        </pc:spChg>
        <pc:spChg chg="mod topLvl">
          <ac:chgData name="Mayu Ninagawa (蜷川 真優 GE)" userId="15d22be4-2d84-414d-ac66-ca09a50eae87" providerId="ADAL" clId="{2A43D1C7-C612-4547-BA11-3049DC01C97C}" dt="2026-01-29T08:46:37.335" v="6756" actId="164"/>
          <ac:spMkLst>
            <pc:docMk/>
            <pc:sldMk cId="859132569" sldId="394"/>
            <ac:spMk id="41" creationId="{F0614A70-3EA9-F882-8AA3-3858F1D85C17}"/>
          </ac:spMkLst>
        </pc:spChg>
        <pc:spChg chg="mod topLvl">
          <ac:chgData name="Mayu Ninagawa (蜷川 真優 GE)" userId="15d22be4-2d84-414d-ac66-ca09a50eae87" providerId="ADAL" clId="{2A43D1C7-C612-4547-BA11-3049DC01C97C}" dt="2026-01-22T02:36:30.520" v="3607" actId="164"/>
          <ac:spMkLst>
            <pc:docMk/>
            <pc:sldMk cId="859132569" sldId="394"/>
            <ac:spMk id="42" creationId="{03964520-4AEB-BC5A-5375-E0081243824B}"/>
          </ac:spMkLst>
        </pc:spChg>
        <pc:spChg chg="mod topLvl">
          <ac:chgData name="Mayu Ninagawa (蜷川 真優 GE)" userId="15d22be4-2d84-414d-ac66-ca09a50eae87" providerId="ADAL" clId="{2A43D1C7-C612-4547-BA11-3049DC01C97C}" dt="2026-01-29T08:46:37.335" v="6756" actId="164"/>
          <ac:spMkLst>
            <pc:docMk/>
            <pc:sldMk cId="859132569" sldId="394"/>
            <ac:spMk id="42" creationId="{17050B60-7096-7199-9C65-A95C932C6D6E}"/>
          </ac:spMkLst>
        </pc:spChg>
        <pc:spChg chg="mod">
          <ac:chgData name="Mayu Ninagawa (蜷川 真優 GE)" userId="15d22be4-2d84-414d-ac66-ca09a50eae87" providerId="ADAL" clId="{2A43D1C7-C612-4547-BA11-3049DC01C97C}" dt="2026-01-20T11:07:53.641" v="2940"/>
          <ac:spMkLst>
            <pc:docMk/>
            <pc:sldMk cId="859132569" sldId="394"/>
            <ac:spMk id="42" creationId="{253BD330-D4E6-26FF-8094-EE25276E698A}"/>
          </ac:spMkLst>
        </pc:spChg>
        <pc:spChg chg="mod">
          <ac:chgData name="Mayu Ninagawa (蜷川 真優 GE)" userId="15d22be4-2d84-414d-ac66-ca09a50eae87" providerId="ADAL" clId="{2A43D1C7-C612-4547-BA11-3049DC01C97C}" dt="2026-01-20T11:50:21.327" v="3276"/>
          <ac:spMkLst>
            <pc:docMk/>
            <pc:sldMk cId="859132569" sldId="394"/>
            <ac:spMk id="42" creationId="{F2A3A592-B9EE-D97C-CD5C-264E4D74E515}"/>
          </ac:spMkLst>
        </pc:spChg>
        <pc:spChg chg="mod topLvl">
          <ac:chgData name="Mayu Ninagawa (蜷川 真優 GE)" userId="15d22be4-2d84-414d-ac66-ca09a50eae87" providerId="ADAL" clId="{2A43D1C7-C612-4547-BA11-3049DC01C97C}" dt="2026-01-29T08:46:37.335" v="6756" actId="164"/>
          <ac:spMkLst>
            <pc:docMk/>
            <pc:sldMk cId="859132569" sldId="394"/>
            <ac:spMk id="43" creationId="{3097DA3B-7254-697B-05F2-CFAC5211C815}"/>
          </ac:spMkLst>
        </pc:spChg>
        <pc:spChg chg="mod">
          <ac:chgData name="Mayu Ninagawa (蜷川 真優 GE)" userId="15d22be4-2d84-414d-ac66-ca09a50eae87" providerId="ADAL" clId="{2A43D1C7-C612-4547-BA11-3049DC01C97C}" dt="2026-01-20T11:50:21.327" v="3276"/>
          <ac:spMkLst>
            <pc:docMk/>
            <pc:sldMk cId="859132569" sldId="394"/>
            <ac:spMk id="43" creationId="{461E5534-CB88-D1FB-5F14-D596F7E76ECA}"/>
          </ac:spMkLst>
        </pc:spChg>
        <pc:spChg chg="mod topLvl">
          <ac:chgData name="Mayu Ninagawa (蜷川 真優 GE)" userId="15d22be4-2d84-414d-ac66-ca09a50eae87" providerId="ADAL" clId="{2A43D1C7-C612-4547-BA11-3049DC01C97C}" dt="2026-01-22T02:36:30.520" v="3607" actId="164"/>
          <ac:spMkLst>
            <pc:docMk/>
            <pc:sldMk cId="859132569" sldId="394"/>
            <ac:spMk id="43" creationId="{559F8771-53FD-A744-DB1D-D4A8DBD2DD24}"/>
          </ac:spMkLst>
        </pc:spChg>
        <pc:spChg chg="mod">
          <ac:chgData name="Mayu Ninagawa (蜷川 真優 GE)" userId="15d22be4-2d84-414d-ac66-ca09a50eae87" providerId="ADAL" clId="{2A43D1C7-C612-4547-BA11-3049DC01C97C}" dt="2026-01-20T11:07:53.641" v="2940"/>
          <ac:spMkLst>
            <pc:docMk/>
            <pc:sldMk cId="859132569" sldId="394"/>
            <ac:spMk id="43" creationId="{845CD057-5AA7-2A20-D591-23C7D62415BC}"/>
          </ac:spMkLst>
        </pc:spChg>
        <pc:spChg chg="mod">
          <ac:chgData name="Mayu Ninagawa (蜷川 真優 GE)" userId="15d22be4-2d84-414d-ac66-ca09a50eae87" providerId="ADAL" clId="{2A43D1C7-C612-4547-BA11-3049DC01C97C}" dt="2026-01-20T11:50:21.327" v="3276"/>
          <ac:spMkLst>
            <pc:docMk/>
            <pc:sldMk cId="859132569" sldId="394"/>
            <ac:spMk id="44" creationId="{07989274-F2B0-B052-10A0-C3B957964E6C}"/>
          </ac:spMkLst>
        </pc:spChg>
        <pc:spChg chg="mod topLvl">
          <ac:chgData name="Mayu Ninagawa (蜷川 真優 GE)" userId="15d22be4-2d84-414d-ac66-ca09a50eae87" providerId="ADAL" clId="{2A43D1C7-C612-4547-BA11-3049DC01C97C}" dt="2026-01-29T08:46:37.335" v="6756" actId="164"/>
          <ac:spMkLst>
            <pc:docMk/>
            <pc:sldMk cId="859132569" sldId="394"/>
            <ac:spMk id="44" creationId="{1ECF7C5B-A4E7-BFE6-085D-F7FADEC0BCF3}"/>
          </ac:spMkLst>
        </pc:spChg>
        <pc:spChg chg="mod">
          <ac:chgData name="Mayu Ninagawa (蜷川 真優 GE)" userId="15d22be4-2d84-414d-ac66-ca09a50eae87" providerId="ADAL" clId="{2A43D1C7-C612-4547-BA11-3049DC01C97C}" dt="2026-01-20T11:07:53.641" v="2940"/>
          <ac:spMkLst>
            <pc:docMk/>
            <pc:sldMk cId="859132569" sldId="394"/>
            <ac:spMk id="44" creationId="{598D538A-A98F-7242-DD55-CB90389B40D0}"/>
          </ac:spMkLst>
        </pc:spChg>
        <pc:spChg chg="mod topLvl">
          <ac:chgData name="Mayu Ninagawa (蜷川 真優 GE)" userId="15d22be4-2d84-414d-ac66-ca09a50eae87" providerId="ADAL" clId="{2A43D1C7-C612-4547-BA11-3049DC01C97C}" dt="2026-01-22T02:36:30.520" v="3607" actId="164"/>
          <ac:spMkLst>
            <pc:docMk/>
            <pc:sldMk cId="859132569" sldId="394"/>
            <ac:spMk id="44" creationId="{EFBE5076-A7CF-BB88-6B4A-634135BD670F}"/>
          </ac:spMkLst>
        </pc:spChg>
        <pc:spChg chg="mod">
          <ac:chgData name="Mayu Ninagawa (蜷川 真優 GE)" userId="15d22be4-2d84-414d-ac66-ca09a50eae87" providerId="ADAL" clId="{2A43D1C7-C612-4547-BA11-3049DC01C97C}" dt="2026-01-20T11:07:53.641" v="2940"/>
          <ac:spMkLst>
            <pc:docMk/>
            <pc:sldMk cId="859132569" sldId="394"/>
            <ac:spMk id="45" creationId="{80D280EA-B307-E660-1AB0-EB7F01CC1F4D}"/>
          </ac:spMkLst>
        </pc:spChg>
        <pc:spChg chg="mod">
          <ac:chgData name="Mayu Ninagawa (蜷川 真優 GE)" userId="15d22be4-2d84-414d-ac66-ca09a50eae87" providerId="ADAL" clId="{2A43D1C7-C612-4547-BA11-3049DC01C97C}" dt="2026-01-20T11:50:21.327" v="3276"/>
          <ac:spMkLst>
            <pc:docMk/>
            <pc:sldMk cId="859132569" sldId="394"/>
            <ac:spMk id="45" creationId="{97B631C2-8A9B-4819-AFDA-0E1268A1679F}"/>
          </ac:spMkLst>
        </pc:spChg>
        <pc:spChg chg="mod topLvl">
          <ac:chgData name="Mayu Ninagawa (蜷川 真優 GE)" userId="15d22be4-2d84-414d-ac66-ca09a50eae87" providerId="ADAL" clId="{2A43D1C7-C612-4547-BA11-3049DC01C97C}" dt="2026-01-22T02:36:30.520" v="3607" actId="164"/>
          <ac:spMkLst>
            <pc:docMk/>
            <pc:sldMk cId="859132569" sldId="394"/>
            <ac:spMk id="45" creationId="{C79208D5-26DA-C021-DCBA-DF581C2D7125}"/>
          </ac:spMkLst>
        </pc:spChg>
        <pc:spChg chg="mod topLvl">
          <ac:chgData name="Mayu Ninagawa (蜷川 真優 GE)" userId="15d22be4-2d84-414d-ac66-ca09a50eae87" providerId="ADAL" clId="{2A43D1C7-C612-4547-BA11-3049DC01C97C}" dt="2026-01-29T08:47:36.073" v="6773" actId="20577"/>
          <ac:spMkLst>
            <pc:docMk/>
            <pc:sldMk cId="859132569" sldId="394"/>
            <ac:spMk id="45" creationId="{F4DD6992-F427-59F3-4E74-5FC34D81FE33}"/>
          </ac:spMkLst>
        </pc:spChg>
        <pc:spChg chg="mod topLvl">
          <ac:chgData name="Mayu Ninagawa (蜷川 真優 GE)" userId="15d22be4-2d84-414d-ac66-ca09a50eae87" providerId="ADAL" clId="{2A43D1C7-C612-4547-BA11-3049DC01C97C}" dt="2026-01-29T08:46:37.335" v="6756" actId="164"/>
          <ac:spMkLst>
            <pc:docMk/>
            <pc:sldMk cId="859132569" sldId="394"/>
            <ac:spMk id="46" creationId="{07BF2CCA-4D47-CB4E-8970-5E0DA89F3AEB}"/>
          </ac:spMkLst>
        </pc:spChg>
        <pc:spChg chg="mod">
          <ac:chgData name="Mayu Ninagawa (蜷川 真優 GE)" userId="15d22be4-2d84-414d-ac66-ca09a50eae87" providerId="ADAL" clId="{2A43D1C7-C612-4547-BA11-3049DC01C97C}" dt="2026-01-20T11:07:53.641" v="2940"/>
          <ac:spMkLst>
            <pc:docMk/>
            <pc:sldMk cId="859132569" sldId="394"/>
            <ac:spMk id="46" creationId="{7714F690-63A1-49CA-1ACA-60217FC60A1C}"/>
          </ac:spMkLst>
        </pc:spChg>
        <pc:spChg chg="mod topLvl">
          <ac:chgData name="Mayu Ninagawa (蜷川 真優 GE)" userId="15d22be4-2d84-414d-ac66-ca09a50eae87" providerId="ADAL" clId="{2A43D1C7-C612-4547-BA11-3049DC01C97C}" dt="2026-01-22T02:36:30.520" v="3607" actId="164"/>
          <ac:spMkLst>
            <pc:docMk/>
            <pc:sldMk cId="859132569" sldId="394"/>
            <ac:spMk id="46" creationId="{C3002DB5-A4E6-1050-F192-1F70DD68CDD4}"/>
          </ac:spMkLst>
        </pc:spChg>
        <pc:spChg chg="mod">
          <ac:chgData name="Mayu Ninagawa (蜷川 真優 GE)" userId="15d22be4-2d84-414d-ac66-ca09a50eae87" providerId="ADAL" clId="{2A43D1C7-C612-4547-BA11-3049DC01C97C}" dt="2026-01-20T11:50:21.327" v="3276"/>
          <ac:spMkLst>
            <pc:docMk/>
            <pc:sldMk cId="859132569" sldId="394"/>
            <ac:spMk id="46" creationId="{F7ABF2F8-6162-47DA-C4C1-237C54366F6A}"/>
          </ac:spMkLst>
        </pc:spChg>
        <pc:spChg chg="mod">
          <ac:chgData name="Mayu Ninagawa (蜷川 真優 GE)" userId="15d22be4-2d84-414d-ac66-ca09a50eae87" providerId="ADAL" clId="{2A43D1C7-C612-4547-BA11-3049DC01C97C}" dt="2026-01-20T11:50:21.327" v="3276"/>
          <ac:spMkLst>
            <pc:docMk/>
            <pc:sldMk cId="859132569" sldId="394"/>
            <ac:spMk id="47" creationId="{14F91E89-2B97-63CB-F8F5-DE793FFCBD24}"/>
          </ac:spMkLst>
        </pc:spChg>
        <pc:spChg chg="mod">
          <ac:chgData name="Mayu Ninagawa (蜷川 真優 GE)" userId="15d22be4-2d84-414d-ac66-ca09a50eae87" providerId="ADAL" clId="{2A43D1C7-C612-4547-BA11-3049DC01C97C}" dt="2026-01-20T11:07:53.641" v="2940"/>
          <ac:spMkLst>
            <pc:docMk/>
            <pc:sldMk cId="859132569" sldId="394"/>
            <ac:spMk id="47" creationId="{52BC2745-0911-388A-2AB2-DC5EACEAEEA4}"/>
          </ac:spMkLst>
        </pc:spChg>
        <pc:spChg chg="mod topLvl">
          <ac:chgData name="Mayu Ninagawa (蜷川 真優 GE)" userId="15d22be4-2d84-414d-ac66-ca09a50eae87" providerId="ADAL" clId="{2A43D1C7-C612-4547-BA11-3049DC01C97C}" dt="2026-01-22T02:36:30.520" v="3607" actId="164"/>
          <ac:spMkLst>
            <pc:docMk/>
            <pc:sldMk cId="859132569" sldId="394"/>
            <ac:spMk id="47" creationId="{A6F435EB-F0A1-3AA9-34D5-AA347F651091}"/>
          </ac:spMkLst>
        </pc:spChg>
        <pc:spChg chg="mod topLvl">
          <ac:chgData name="Mayu Ninagawa (蜷川 真優 GE)" userId="15d22be4-2d84-414d-ac66-ca09a50eae87" providerId="ADAL" clId="{2A43D1C7-C612-4547-BA11-3049DC01C97C}" dt="2026-01-29T08:46:37.335" v="6756" actId="164"/>
          <ac:spMkLst>
            <pc:docMk/>
            <pc:sldMk cId="859132569" sldId="394"/>
            <ac:spMk id="47" creationId="{F5A00C24-85C2-F377-5F73-DBC0645141F2}"/>
          </ac:spMkLst>
        </pc:spChg>
        <pc:spChg chg="mod">
          <ac:chgData name="Mayu Ninagawa (蜷川 真優 GE)" userId="15d22be4-2d84-414d-ac66-ca09a50eae87" providerId="ADAL" clId="{2A43D1C7-C612-4547-BA11-3049DC01C97C}" dt="2026-01-20T11:50:21.327" v="3276"/>
          <ac:spMkLst>
            <pc:docMk/>
            <pc:sldMk cId="859132569" sldId="394"/>
            <ac:spMk id="48" creationId="{065B1945-36E7-3DC2-F130-AC9DB247FFFD}"/>
          </ac:spMkLst>
        </pc:spChg>
        <pc:spChg chg="mod topLvl">
          <ac:chgData name="Mayu Ninagawa (蜷川 真優 GE)" userId="15d22be4-2d84-414d-ac66-ca09a50eae87" providerId="ADAL" clId="{2A43D1C7-C612-4547-BA11-3049DC01C97C}" dt="2026-01-29T08:46:37.335" v="6756" actId="164"/>
          <ac:spMkLst>
            <pc:docMk/>
            <pc:sldMk cId="859132569" sldId="394"/>
            <ac:spMk id="48" creationId="{0D2C3EDE-667C-BEDE-C578-4A16E6750E89}"/>
          </ac:spMkLst>
        </pc:spChg>
        <pc:spChg chg="mod topLvl">
          <ac:chgData name="Mayu Ninagawa (蜷川 真優 GE)" userId="15d22be4-2d84-414d-ac66-ca09a50eae87" providerId="ADAL" clId="{2A43D1C7-C612-4547-BA11-3049DC01C97C}" dt="2026-01-22T02:36:30.520" v="3607" actId="164"/>
          <ac:spMkLst>
            <pc:docMk/>
            <pc:sldMk cId="859132569" sldId="394"/>
            <ac:spMk id="48" creationId="{D2101EC8-3CB0-ED9B-8F6D-2D1CF0BB6F04}"/>
          </ac:spMkLst>
        </pc:spChg>
        <pc:spChg chg="mod">
          <ac:chgData name="Mayu Ninagawa (蜷川 真優 GE)" userId="15d22be4-2d84-414d-ac66-ca09a50eae87" providerId="ADAL" clId="{2A43D1C7-C612-4547-BA11-3049DC01C97C}" dt="2026-01-20T11:07:53.641" v="2940"/>
          <ac:spMkLst>
            <pc:docMk/>
            <pc:sldMk cId="859132569" sldId="394"/>
            <ac:spMk id="48" creationId="{DF8A1722-6F70-B83E-AC17-1DE5BB0EA32A}"/>
          </ac:spMkLst>
        </pc:spChg>
        <pc:spChg chg="mod topLvl">
          <ac:chgData name="Mayu Ninagawa (蜷川 真優 GE)" userId="15d22be4-2d84-414d-ac66-ca09a50eae87" providerId="ADAL" clId="{2A43D1C7-C612-4547-BA11-3049DC01C97C}" dt="2026-01-22T02:36:30.520" v="3607" actId="164"/>
          <ac:spMkLst>
            <pc:docMk/>
            <pc:sldMk cId="859132569" sldId="394"/>
            <ac:spMk id="49" creationId="{514D1869-7496-40F1-A348-882768D8F982}"/>
          </ac:spMkLst>
        </pc:spChg>
        <pc:spChg chg="mod topLvl">
          <ac:chgData name="Mayu Ninagawa (蜷川 真優 GE)" userId="15d22be4-2d84-414d-ac66-ca09a50eae87" providerId="ADAL" clId="{2A43D1C7-C612-4547-BA11-3049DC01C97C}" dt="2026-01-29T09:07:34.223" v="7357" actId="1076"/>
          <ac:spMkLst>
            <pc:docMk/>
            <pc:sldMk cId="859132569" sldId="394"/>
            <ac:spMk id="49" creationId="{844E0D7B-48DB-A3CE-CFA1-86B68CA56E1B}"/>
          </ac:spMkLst>
        </pc:spChg>
        <pc:spChg chg="mod">
          <ac:chgData name="Mayu Ninagawa (蜷川 真優 GE)" userId="15d22be4-2d84-414d-ac66-ca09a50eae87" providerId="ADAL" clId="{2A43D1C7-C612-4547-BA11-3049DC01C97C}" dt="2026-01-20T11:07:53.641" v="2940"/>
          <ac:spMkLst>
            <pc:docMk/>
            <pc:sldMk cId="859132569" sldId="394"/>
            <ac:spMk id="49" creationId="{94EFA9C3-A93D-D99B-A866-8F0AD33E229B}"/>
          </ac:spMkLst>
        </pc:spChg>
        <pc:spChg chg="mod">
          <ac:chgData name="Mayu Ninagawa (蜷川 真優 GE)" userId="15d22be4-2d84-414d-ac66-ca09a50eae87" providerId="ADAL" clId="{2A43D1C7-C612-4547-BA11-3049DC01C97C}" dt="2026-01-20T11:50:21.327" v="3276"/>
          <ac:spMkLst>
            <pc:docMk/>
            <pc:sldMk cId="859132569" sldId="394"/>
            <ac:spMk id="49" creationId="{B17121C6-1707-1FA6-1F73-1D2EF92A9C34}"/>
          </ac:spMkLst>
        </pc:spChg>
        <pc:spChg chg="mod topLvl">
          <ac:chgData name="Mayu Ninagawa (蜷川 真優 GE)" userId="15d22be4-2d84-414d-ac66-ca09a50eae87" providerId="ADAL" clId="{2A43D1C7-C612-4547-BA11-3049DC01C97C}" dt="2026-01-29T08:46:37.335" v="6756" actId="164"/>
          <ac:spMkLst>
            <pc:docMk/>
            <pc:sldMk cId="859132569" sldId="394"/>
            <ac:spMk id="50" creationId="{329D5944-5F60-529E-BB65-2BAB89F3F7EA}"/>
          </ac:spMkLst>
        </pc:spChg>
        <pc:spChg chg="mod">
          <ac:chgData name="Mayu Ninagawa (蜷川 真優 GE)" userId="15d22be4-2d84-414d-ac66-ca09a50eae87" providerId="ADAL" clId="{2A43D1C7-C612-4547-BA11-3049DC01C97C}" dt="2026-01-20T11:07:53.641" v="2940"/>
          <ac:spMkLst>
            <pc:docMk/>
            <pc:sldMk cId="859132569" sldId="394"/>
            <ac:spMk id="50" creationId="{34B3C967-2C52-B8F5-890B-1C715A1139B6}"/>
          </ac:spMkLst>
        </pc:spChg>
        <pc:spChg chg="mod">
          <ac:chgData name="Mayu Ninagawa (蜷川 真優 GE)" userId="15d22be4-2d84-414d-ac66-ca09a50eae87" providerId="ADAL" clId="{2A43D1C7-C612-4547-BA11-3049DC01C97C}" dt="2026-01-20T11:50:21.327" v="3276"/>
          <ac:spMkLst>
            <pc:docMk/>
            <pc:sldMk cId="859132569" sldId="394"/>
            <ac:spMk id="50" creationId="{B5DE80AC-7002-0317-0986-9D0B0379A609}"/>
          </ac:spMkLst>
        </pc:spChg>
        <pc:spChg chg="mod topLvl">
          <ac:chgData name="Mayu Ninagawa (蜷川 真優 GE)" userId="15d22be4-2d84-414d-ac66-ca09a50eae87" providerId="ADAL" clId="{2A43D1C7-C612-4547-BA11-3049DC01C97C}" dt="2026-01-22T02:36:30.520" v="3607" actId="164"/>
          <ac:spMkLst>
            <pc:docMk/>
            <pc:sldMk cId="859132569" sldId="394"/>
            <ac:spMk id="50" creationId="{E43EE6AA-4B24-2812-FA92-9F91AB83CD25}"/>
          </ac:spMkLst>
        </pc:spChg>
        <pc:spChg chg="mod topLvl">
          <ac:chgData name="Mayu Ninagawa (蜷川 真優 GE)" userId="15d22be4-2d84-414d-ac66-ca09a50eae87" providerId="ADAL" clId="{2A43D1C7-C612-4547-BA11-3049DC01C97C}" dt="2026-01-22T02:36:30.520" v="3607" actId="164"/>
          <ac:spMkLst>
            <pc:docMk/>
            <pc:sldMk cId="859132569" sldId="394"/>
            <ac:spMk id="51" creationId="{202550DA-84E6-3B8A-DF93-BA0B598623D8}"/>
          </ac:spMkLst>
        </pc:spChg>
        <pc:spChg chg="mod">
          <ac:chgData name="Mayu Ninagawa (蜷川 真優 GE)" userId="15d22be4-2d84-414d-ac66-ca09a50eae87" providerId="ADAL" clId="{2A43D1C7-C612-4547-BA11-3049DC01C97C}" dt="2026-01-20T11:50:21.327" v="3276"/>
          <ac:spMkLst>
            <pc:docMk/>
            <pc:sldMk cId="859132569" sldId="394"/>
            <ac:spMk id="51" creationId="{4C47FE47-BB5A-74B1-2408-7C27518A9EAC}"/>
          </ac:spMkLst>
        </pc:spChg>
        <pc:spChg chg="mod">
          <ac:chgData name="Mayu Ninagawa (蜷川 真優 GE)" userId="15d22be4-2d84-414d-ac66-ca09a50eae87" providerId="ADAL" clId="{2A43D1C7-C612-4547-BA11-3049DC01C97C}" dt="2026-01-20T11:07:53.641" v="2940"/>
          <ac:spMkLst>
            <pc:docMk/>
            <pc:sldMk cId="859132569" sldId="394"/>
            <ac:spMk id="51" creationId="{9AC82D4A-C14A-01B8-F4D8-8FF2F3816EC7}"/>
          </ac:spMkLst>
        </pc:spChg>
        <pc:spChg chg="mod topLvl">
          <ac:chgData name="Mayu Ninagawa (蜷川 真優 GE)" userId="15d22be4-2d84-414d-ac66-ca09a50eae87" providerId="ADAL" clId="{2A43D1C7-C612-4547-BA11-3049DC01C97C}" dt="2026-01-29T08:46:37.335" v="6756" actId="164"/>
          <ac:spMkLst>
            <pc:docMk/>
            <pc:sldMk cId="859132569" sldId="394"/>
            <ac:spMk id="51" creationId="{CCD67071-2688-0F8B-EB56-C9184AA674DD}"/>
          </ac:spMkLst>
        </pc:spChg>
        <pc:spChg chg="mod topLvl">
          <ac:chgData name="Mayu Ninagawa (蜷川 真優 GE)" userId="15d22be4-2d84-414d-ac66-ca09a50eae87" providerId="ADAL" clId="{2A43D1C7-C612-4547-BA11-3049DC01C97C}" dt="2026-01-22T02:36:30.520" v="3607" actId="164"/>
          <ac:spMkLst>
            <pc:docMk/>
            <pc:sldMk cId="859132569" sldId="394"/>
            <ac:spMk id="52" creationId="{0D8EED85-A359-ABF8-40A5-5BC8068E7A09}"/>
          </ac:spMkLst>
        </pc:spChg>
        <pc:spChg chg="mod">
          <ac:chgData name="Mayu Ninagawa (蜷川 真優 GE)" userId="15d22be4-2d84-414d-ac66-ca09a50eae87" providerId="ADAL" clId="{2A43D1C7-C612-4547-BA11-3049DC01C97C}" dt="2026-01-20T11:50:21.327" v="3276"/>
          <ac:spMkLst>
            <pc:docMk/>
            <pc:sldMk cId="859132569" sldId="394"/>
            <ac:spMk id="52" creationId="{518243C7-0BB2-A123-4FD3-ACE45BC05BC5}"/>
          </ac:spMkLst>
        </pc:spChg>
        <pc:spChg chg="mod topLvl">
          <ac:chgData name="Mayu Ninagawa (蜷川 真優 GE)" userId="15d22be4-2d84-414d-ac66-ca09a50eae87" providerId="ADAL" clId="{2A43D1C7-C612-4547-BA11-3049DC01C97C}" dt="2026-01-29T08:46:37.335" v="6756" actId="164"/>
          <ac:spMkLst>
            <pc:docMk/>
            <pc:sldMk cId="859132569" sldId="394"/>
            <ac:spMk id="52" creationId="{65BBC31F-AE36-CEF1-86CE-08F52F39737C}"/>
          </ac:spMkLst>
        </pc:spChg>
        <pc:spChg chg="mod">
          <ac:chgData name="Mayu Ninagawa (蜷川 真優 GE)" userId="15d22be4-2d84-414d-ac66-ca09a50eae87" providerId="ADAL" clId="{2A43D1C7-C612-4547-BA11-3049DC01C97C}" dt="2026-01-20T11:07:53.641" v="2940"/>
          <ac:spMkLst>
            <pc:docMk/>
            <pc:sldMk cId="859132569" sldId="394"/>
            <ac:spMk id="52" creationId="{E6913882-A8BB-395F-9D74-1868B80CD651}"/>
          </ac:spMkLst>
        </pc:spChg>
        <pc:spChg chg="mod">
          <ac:chgData name="Mayu Ninagawa (蜷川 真優 GE)" userId="15d22be4-2d84-414d-ac66-ca09a50eae87" providerId="ADAL" clId="{2A43D1C7-C612-4547-BA11-3049DC01C97C}" dt="2026-01-20T11:07:53.641" v="2940"/>
          <ac:spMkLst>
            <pc:docMk/>
            <pc:sldMk cId="859132569" sldId="394"/>
            <ac:spMk id="53" creationId="{00C2B9E2-22A6-29FC-9482-DD70F66D094B}"/>
          </ac:spMkLst>
        </pc:spChg>
        <pc:spChg chg="mod topLvl">
          <ac:chgData name="Mayu Ninagawa (蜷川 真優 GE)" userId="15d22be4-2d84-414d-ac66-ca09a50eae87" providerId="ADAL" clId="{2A43D1C7-C612-4547-BA11-3049DC01C97C}" dt="2026-01-22T02:36:30.520" v="3607" actId="164"/>
          <ac:spMkLst>
            <pc:docMk/>
            <pc:sldMk cId="859132569" sldId="394"/>
            <ac:spMk id="53" creationId="{24F9E2D8-EF45-E653-C427-9531D885D536}"/>
          </ac:spMkLst>
        </pc:spChg>
        <pc:spChg chg="mod topLvl">
          <ac:chgData name="Mayu Ninagawa (蜷川 真優 GE)" userId="15d22be4-2d84-414d-ac66-ca09a50eae87" providerId="ADAL" clId="{2A43D1C7-C612-4547-BA11-3049DC01C97C}" dt="2026-01-29T08:46:37.335" v="6756" actId="164"/>
          <ac:spMkLst>
            <pc:docMk/>
            <pc:sldMk cId="859132569" sldId="394"/>
            <ac:spMk id="53" creationId="{362EE7A0-9F5F-1EDE-A6FC-EA5E41D2D70F}"/>
          </ac:spMkLst>
        </pc:spChg>
        <pc:spChg chg="mod">
          <ac:chgData name="Mayu Ninagawa (蜷川 真優 GE)" userId="15d22be4-2d84-414d-ac66-ca09a50eae87" providerId="ADAL" clId="{2A43D1C7-C612-4547-BA11-3049DC01C97C}" dt="2026-01-20T11:50:21.327" v="3276"/>
          <ac:spMkLst>
            <pc:docMk/>
            <pc:sldMk cId="859132569" sldId="394"/>
            <ac:spMk id="53" creationId="{F31C0FD9-78E1-0D1A-E820-60F361C3A80D}"/>
          </ac:spMkLst>
        </pc:spChg>
        <pc:spChg chg="mod topLvl">
          <ac:chgData name="Mayu Ninagawa (蜷川 真優 GE)" userId="15d22be4-2d84-414d-ac66-ca09a50eae87" providerId="ADAL" clId="{2A43D1C7-C612-4547-BA11-3049DC01C97C}" dt="2026-01-29T08:46:37.335" v="6756" actId="164"/>
          <ac:spMkLst>
            <pc:docMk/>
            <pc:sldMk cId="859132569" sldId="394"/>
            <ac:spMk id="54" creationId="{32A4270B-EEE8-9EAC-F136-7A6E97429D6C}"/>
          </ac:spMkLst>
        </pc:spChg>
        <pc:spChg chg="mod">
          <ac:chgData name="Mayu Ninagawa (蜷川 真優 GE)" userId="15d22be4-2d84-414d-ac66-ca09a50eae87" providerId="ADAL" clId="{2A43D1C7-C612-4547-BA11-3049DC01C97C}" dt="2026-01-20T11:07:53.641" v="2940"/>
          <ac:spMkLst>
            <pc:docMk/>
            <pc:sldMk cId="859132569" sldId="394"/>
            <ac:spMk id="54" creationId="{762F7A53-B63E-3B08-EA0D-6E7D6665191C}"/>
          </ac:spMkLst>
        </pc:spChg>
        <pc:spChg chg="mod">
          <ac:chgData name="Mayu Ninagawa (蜷川 真優 GE)" userId="15d22be4-2d84-414d-ac66-ca09a50eae87" providerId="ADAL" clId="{2A43D1C7-C612-4547-BA11-3049DC01C97C}" dt="2026-01-20T11:50:21.327" v="3276"/>
          <ac:spMkLst>
            <pc:docMk/>
            <pc:sldMk cId="859132569" sldId="394"/>
            <ac:spMk id="54" creationId="{A0C2C03A-C998-9D1B-4A20-B63CECC11659}"/>
          </ac:spMkLst>
        </pc:spChg>
        <pc:spChg chg="mod topLvl">
          <ac:chgData name="Mayu Ninagawa (蜷川 真優 GE)" userId="15d22be4-2d84-414d-ac66-ca09a50eae87" providerId="ADAL" clId="{2A43D1C7-C612-4547-BA11-3049DC01C97C}" dt="2026-01-22T02:36:30.520" v="3607" actId="164"/>
          <ac:spMkLst>
            <pc:docMk/>
            <pc:sldMk cId="859132569" sldId="394"/>
            <ac:spMk id="54" creationId="{EDB261C6-6B20-3297-E2BA-E1AE4080B233}"/>
          </ac:spMkLst>
        </pc:spChg>
        <pc:spChg chg="mod">
          <ac:chgData name="Mayu Ninagawa (蜷川 真優 GE)" userId="15d22be4-2d84-414d-ac66-ca09a50eae87" providerId="ADAL" clId="{2A43D1C7-C612-4547-BA11-3049DC01C97C}" dt="2026-01-20T11:50:21.327" v="3276"/>
          <ac:spMkLst>
            <pc:docMk/>
            <pc:sldMk cId="859132569" sldId="394"/>
            <ac:spMk id="55" creationId="{50A503AC-76E2-8F0B-FF77-64DAD7B0525F}"/>
          </ac:spMkLst>
        </pc:spChg>
        <pc:spChg chg="mod">
          <ac:chgData name="Mayu Ninagawa (蜷川 真優 GE)" userId="15d22be4-2d84-414d-ac66-ca09a50eae87" providerId="ADAL" clId="{2A43D1C7-C612-4547-BA11-3049DC01C97C}" dt="2026-01-20T11:07:53.641" v="2940"/>
          <ac:spMkLst>
            <pc:docMk/>
            <pc:sldMk cId="859132569" sldId="394"/>
            <ac:spMk id="55" creationId="{67865CE0-734C-291F-6922-2F61E1288BD4}"/>
          </ac:spMkLst>
        </pc:spChg>
        <pc:spChg chg="mod topLvl">
          <ac:chgData name="Mayu Ninagawa (蜷川 真優 GE)" userId="15d22be4-2d84-414d-ac66-ca09a50eae87" providerId="ADAL" clId="{2A43D1C7-C612-4547-BA11-3049DC01C97C}" dt="2026-01-22T02:36:30.520" v="3607" actId="164"/>
          <ac:spMkLst>
            <pc:docMk/>
            <pc:sldMk cId="859132569" sldId="394"/>
            <ac:spMk id="55" creationId="{F12F0B48-52F2-FF40-BE69-1C8F3CA95D5C}"/>
          </ac:spMkLst>
        </pc:spChg>
        <pc:spChg chg="mod topLvl">
          <ac:chgData name="Mayu Ninagawa (蜷川 真優 GE)" userId="15d22be4-2d84-414d-ac66-ca09a50eae87" providerId="ADAL" clId="{2A43D1C7-C612-4547-BA11-3049DC01C97C}" dt="2026-01-29T08:46:37.335" v="6756" actId="164"/>
          <ac:spMkLst>
            <pc:docMk/>
            <pc:sldMk cId="859132569" sldId="394"/>
            <ac:spMk id="55" creationId="{F22EF5EC-07B2-56D7-F635-7F368B3390AA}"/>
          </ac:spMkLst>
        </pc:spChg>
        <pc:spChg chg="mod topLvl">
          <ac:chgData name="Mayu Ninagawa (蜷川 真優 GE)" userId="15d22be4-2d84-414d-ac66-ca09a50eae87" providerId="ADAL" clId="{2A43D1C7-C612-4547-BA11-3049DC01C97C}" dt="2026-01-29T08:46:37.335" v="6756" actId="164"/>
          <ac:spMkLst>
            <pc:docMk/>
            <pc:sldMk cId="859132569" sldId="394"/>
            <ac:spMk id="56" creationId="{76A2076B-FAD5-6CB7-A240-7F3CC178E128}"/>
          </ac:spMkLst>
        </pc:spChg>
        <pc:spChg chg="mod">
          <ac:chgData name="Mayu Ninagawa (蜷川 真優 GE)" userId="15d22be4-2d84-414d-ac66-ca09a50eae87" providerId="ADAL" clId="{2A43D1C7-C612-4547-BA11-3049DC01C97C}" dt="2026-01-20T11:50:21.327" v="3276"/>
          <ac:spMkLst>
            <pc:docMk/>
            <pc:sldMk cId="859132569" sldId="394"/>
            <ac:spMk id="56" creationId="{C69D3733-6CF4-05D5-FC19-BA049C45E946}"/>
          </ac:spMkLst>
        </pc:spChg>
        <pc:spChg chg="mod">
          <ac:chgData name="Mayu Ninagawa (蜷川 真優 GE)" userId="15d22be4-2d84-414d-ac66-ca09a50eae87" providerId="ADAL" clId="{2A43D1C7-C612-4547-BA11-3049DC01C97C}" dt="2026-01-20T11:07:53.641" v="2940"/>
          <ac:spMkLst>
            <pc:docMk/>
            <pc:sldMk cId="859132569" sldId="394"/>
            <ac:spMk id="56" creationId="{D2DB82FB-7755-6ADD-C449-EBFF2426D94E}"/>
          </ac:spMkLst>
        </pc:spChg>
        <pc:spChg chg="mod topLvl">
          <ac:chgData name="Mayu Ninagawa (蜷川 真優 GE)" userId="15d22be4-2d84-414d-ac66-ca09a50eae87" providerId="ADAL" clId="{2A43D1C7-C612-4547-BA11-3049DC01C97C}" dt="2026-01-22T02:36:30.520" v="3607" actId="164"/>
          <ac:spMkLst>
            <pc:docMk/>
            <pc:sldMk cId="859132569" sldId="394"/>
            <ac:spMk id="56" creationId="{DA030F0D-5410-B283-66A7-4CDBC64AEFC1}"/>
          </ac:spMkLst>
        </pc:spChg>
        <pc:spChg chg="mod topLvl">
          <ac:chgData name="Mayu Ninagawa (蜷川 真優 GE)" userId="15d22be4-2d84-414d-ac66-ca09a50eae87" providerId="ADAL" clId="{2A43D1C7-C612-4547-BA11-3049DC01C97C}" dt="2026-01-22T02:36:30.520" v="3607" actId="164"/>
          <ac:spMkLst>
            <pc:docMk/>
            <pc:sldMk cId="859132569" sldId="394"/>
            <ac:spMk id="57" creationId="{01E1E1DB-C34B-3ACC-A76F-DE7AE37B5250}"/>
          </ac:spMkLst>
        </pc:spChg>
        <pc:spChg chg="mod topLvl">
          <ac:chgData name="Mayu Ninagawa (蜷川 真優 GE)" userId="15d22be4-2d84-414d-ac66-ca09a50eae87" providerId="ADAL" clId="{2A43D1C7-C612-4547-BA11-3049DC01C97C}" dt="2026-01-29T08:46:37.335" v="6756" actId="164"/>
          <ac:spMkLst>
            <pc:docMk/>
            <pc:sldMk cId="859132569" sldId="394"/>
            <ac:spMk id="57" creationId="{35918930-D503-3D38-F90A-E772DC796E56}"/>
          </ac:spMkLst>
        </pc:spChg>
        <pc:spChg chg="mod">
          <ac:chgData name="Mayu Ninagawa (蜷川 真優 GE)" userId="15d22be4-2d84-414d-ac66-ca09a50eae87" providerId="ADAL" clId="{2A43D1C7-C612-4547-BA11-3049DC01C97C}" dt="2026-01-20T11:07:53.641" v="2940"/>
          <ac:spMkLst>
            <pc:docMk/>
            <pc:sldMk cId="859132569" sldId="394"/>
            <ac:spMk id="57" creationId="{5630CA61-6507-7EA3-E308-EC64F95A5E86}"/>
          </ac:spMkLst>
        </pc:spChg>
        <pc:spChg chg="mod">
          <ac:chgData name="Mayu Ninagawa (蜷川 真優 GE)" userId="15d22be4-2d84-414d-ac66-ca09a50eae87" providerId="ADAL" clId="{2A43D1C7-C612-4547-BA11-3049DC01C97C}" dt="2026-01-20T11:50:21.327" v="3276"/>
          <ac:spMkLst>
            <pc:docMk/>
            <pc:sldMk cId="859132569" sldId="394"/>
            <ac:spMk id="57" creationId="{C271BC1F-91DB-E670-9AC5-E4784080F43E}"/>
          </ac:spMkLst>
        </pc:spChg>
        <pc:spChg chg="mod">
          <ac:chgData name="Mayu Ninagawa (蜷川 真優 GE)" userId="15d22be4-2d84-414d-ac66-ca09a50eae87" providerId="ADAL" clId="{2A43D1C7-C612-4547-BA11-3049DC01C97C}" dt="2026-01-20T11:07:53.641" v="2940"/>
          <ac:spMkLst>
            <pc:docMk/>
            <pc:sldMk cId="859132569" sldId="394"/>
            <ac:spMk id="58" creationId="{420AE4C0-D4E9-270B-8857-A90CEFDCCF11}"/>
          </ac:spMkLst>
        </pc:spChg>
        <pc:spChg chg="mod">
          <ac:chgData name="Mayu Ninagawa (蜷川 真優 GE)" userId="15d22be4-2d84-414d-ac66-ca09a50eae87" providerId="ADAL" clId="{2A43D1C7-C612-4547-BA11-3049DC01C97C}" dt="2026-01-20T11:50:21.327" v="3276"/>
          <ac:spMkLst>
            <pc:docMk/>
            <pc:sldMk cId="859132569" sldId="394"/>
            <ac:spMk id="58" creationId="{5565A865-7BC7-3304-FC0A-B6F13B5D2796}"/>
          </ac:spMkLst>
        </pc:spChg>
        <pc:spChg chg="mod topLvl">
          <ac:chgData name="Mayu Ninagawa (蜷川 真優 GE)" userId="15d22be4-2d84-414d-ac66-ca09a50eae87" providerId="ADAL" clId="{2A43D1C7-C612-4547-BA11-3049DC01C97C}" dt="2026-01-29T08:46:37.335" v="6756" actId="164"/>
          <ac:spMkLst>
            <pc:docMk/>
            <pc:sldMk cId="859132569" sldId="394"/>
            <ac:spMk id="58" creationId="{859BBD76-F642-57C3-6A3E-B1056F76D010}"/>
          </ac:spMkLst>
        </pc:spChg>
        <pc:spChg chg="mod topLvl">
          <ac:chgData name="Mayu Ninagawa (蜷川 真優 GE)" userId="15d22be4-2d84-414d-ac66-ca09a50eae87" providerId="ADAL" clId="{2A43D1C7-C612-4547-BA11-3049DC01C97C}" dt="2026-01-22T02:36:30.520" v="3607" actId="164"/>
          <ac:spMkLst>
            <pc:docMk/>
            <pc:sldMk cId="859132569" sldId="394"/>
            <ac:spMk id="58" creationId="{AB3C2454-CD92-B84C-D4C3-90B1ED9E9D27}"/>
          </ac:spMkLst>
        </pc:spChg>
        <pc:spChg chg="mod">
          <ac:chgData name="Mayu Ninagawa (蜷川 真優 GE)" userId="15d22be4-2d84-414d-ac66-ca09a50eae87" providerId="ADAL" clId="{2A43D1C7-C612-4547-BA11-3049DC01C97C}" dt="2026-01-20T11:50:21.327" v="3276"/>
          <ac:spMkLst>
            <pc:docMk/>
            <pc:sldMk cId="859132569" sldId="394"/>
            <ac:spMk id="59" creationId="{0843925A-CBC7-905F-6481-85FE618D654B}"/>
          </ac:spMkLst>
        </pc:spChg>
        <pc:spChg chg="mod topLvl">
          <ac:chgData name="Mayu Ninagawa (蜷川 真優 GE)" userId="15d22be4-2d84-414d-ac66-ca09a50eae87" providerId="ADAL" clId="{2A43D1C7-C612-4547-BA11-3049DC01C97C}" dt="2026-01-22T02:36:30.520" v="3607" actId="164"/>
          <ac:spMkLst>
            <pc:docMk/>
            <pc:sldMk cId="859132569" sldId="394"/>
            <ac:spMk id="59" creationId="{18D15390-0665-2542-7E86-A0EE3963307C}"/>
          </ac:spMkLst>
        </pc:spChg>
        <pc:spChg chg="mod topLvl">
          <ac:chgData name="Mayu Ninagawa (蜷川 真優 GE)" userId="15d22be4-2d84-414d-ac66-ca09a50eae87" providerId="ADAL" clId="{2A43D1C7-C612-4547-BA11-3049DC01C97C}" dt="2026-01-29T08:46:37.335" v="6756" actId="164"/>
          <ac:spMkLst>
            <pc:docMk/>
            <pc:sldMk cId="859132569" sldId="394"/>
            <ac:spMk id="59" creationId="{47C476D8-0D95-C502-88AB-5D79625497AA}"/>
          </ac:spMkLst>
        </pc:spChg>
        <pc:spChg chg="mod">
          <ac:chgData name="Mayu Ninagawa (蜷川 真優 GE)" userId="15d22be4-2d84-414d-ac66-ca09a50eae87" providerId="ADAL" clId="{2A43D1C7-C612-4547-BA11-3049DC01C97C}" dt="2026-01-20T11:07:53.641" v="2940"/>
          <ac:spMkLst>
            <pc:docMk/>
            <pc:sldMk cId="859132569" sldId="394"/>
            <ac:spMk id="59" creationId="{FBCAC97C-0363-DF6A-8DC2-2655C5396141}"/>
          </ac:spMkLst>
        </pc:spChg>
        <pc:spChg chg="mod">
          <ac:chgData name="Mayu Ninagawa (蜷川 真優 GE)" userId="15d22be4-2d84-414d-ac66-ca09a50eae87" providerId="ADAL" clId="{2A43D1C7-C612-4547-BA11-3049DC01C97C}" dt="2026-01-20T11:07:53.641" v="2940"/>
          <ac:spMkLst>
            <pc:docMk/>
            <pc:sldMk cId="859132569" sldId="394"/>
            <ac:spMk id="60" creationId="{307E878D-06C1-E979-D232-5B2938F40BB0}"/>
          </ac:spMkLst>
        </pc:spChg>
        <pc:spChg chg="mod topLvl">
          <ac:chgData name="Mayu Ninagawa (蜷川 真優 GE)" userId="15d22be4-2d84-414d-ac66-ca09a50eae87" providerId="ADAL" clId="{2A43D1C7-C612-4547-BA11-3049DC01C97C}" dt="2026-01-29T08:46:37.335" v="6756" actId="164"/>
          <ac:spMkLst>
            <pc:docMk/>
            <pc:sldMk cId="859132569" sldId="394"/>
            <ac:spMk id="60" creationId="{BB97D40C-90F4-C663-34E1-ED919CD4761C}"/>
          </ac:spMkLst>
        </pc:spChg>
        <pc:spChg chg="mod">
          <ac:chgData name="Mayu Ninagawa (蜷川 真優 GE)" userId="15d22be4-2d84-414d-ac66-ca09a50eae87" providerId="ADAL" clId="{2A43D1C7-C612-4547-BA11-3049DC01C97C}" dt="2026-01-20T11:50:21.327" v="3276"/>
          <ac:spMkLst>
            <pc:docMk/>
            <pc:sldMk cId="859132569" sldId="394"/>
            <ac:spMk id="60" creationId="{C03A8E99-9A13-08FC-40FD-57489C944DBA}"/>
          </ac:spMkLst>
        </pc:spChg>
        <pc:spChg chg="mod topLvl">
          <ac:chgData name="Mayu Ninagawa (蜷川 真優 GE)" userId="15d22be4-2d84-414d-ac66-ca09a50eae87" providerId="ADAL" clId="{2A43D1C7-C612-4547-BA11-3049DC01C97C}" dt="2026-01-22T02:36:30.520" v="3607" actId="164"/>
          <ac:spMkLst>
            <pc:docMk/>
            <pc:sldMk cId="859132569" sldId="394"/>
            <ac:spMk id="60" creationId="{E582901F-225E-799A-9A08-7ED0BE954C9C}"/>
          </ac:spMkLst>
        </pc:spChg>
        <pc:spChg chg="mod topLvl">
          <ac:chgData name="Mayu Ninagawa (蜷川 真優 GE)" userId="15d22be4-2d84-414d-ac66-ca09a50eae87" providerId="ADAL" clId="{2A43D1C7-C612-4547-BA11-3049DC01C97C}" dt="2026-01-22T02:36:30.520" v="3607" actId="164"/>
          <ac:spMkLst>
            <pc:docMk/>
            <pc:sldMk cId="859132569" sldId="394"/>
            <ac:spMk id="61" creationId="{11B74668-0787-374C-CF22-590988FD69CD}"/>
          </ac:spMkLst>
        </pc:spChg>
        <pc:spChg chg="mod">
          <ac:chgData name="Mayu Ninagawa (蜷川 真優 GE)" userId="15d22be4-2d84-414d-ac66-ca09a50eae87" providerId="ADAL" clId="{2A43D1C7-C612-4547-BA11-3049DC01C97C}" dt="2026-01-20T11:50:21.327" v="3276"/>
          <ac:spMkLst>
            <pc:docMk/>
            <pc:sldMk cId="859132569" sldId="394"/>
            <ac:spMk id="61" creationId="{584F207F-B421-DED6-61BE-C0E016DD1CC2}"/>
          </ac:spMkLst>
        </pc:spChg>
        <pc:spChg chg="mod topLvl">
          <ac:chgData name="Mayu Ninagawa (蜷川 真優 GE)" userId="15d22be4-2d84-414d-ac66-ca09a50eae87" providerId="ADAL" clId="{2A43D1C7-C612-4547-BA11-3049DC01C97C}" dt="2026-01-29T08:46:37.335" v="6756" actId="164"/>
          <ac:spMkLst>
            <pc:docMk/>
            <pc:sldMk cId="859132569" sldId="394"/>
            <ac:spMk id="61" creationId="{A043B74A-F62D-E427-DA35-4F768E41EEEC}"/>
          </ac:spMkLst>
        </pc:spChg>
        <pc:spChg chg="mod">
          <ac:chgData name="Mayu Ninagawa (蜷川 真優 GE)" userId="15d22be4-2d84-414d-ac66-ca09a50eae87" providerId="ADAL" clId="{2A43D1C7-C612-4547-BA11-3049DC01C97C}" dt="2026-01-20T11:07:53.641" v="2940"/>
          <ac:spMkLst>
            <pc:docMk/>
            <pc:sldMk cId="859132569" sldId="394"/>
            <ac:spMk id="61" creationId="{A5C8BA77-A1D9-68ED-53C0-57B73282957D}"/>
          </ac:spMkLst>
        </pc:spChg>
        <pc:spChg chg="mod">
          <ac:chgData name="Mayu Ninagawa (蜷川 真優 GE)" userId="15d22be4-2d84-414d-ac66-ca09a50eae87" providerId="ADAL" clId="{2A43D1C7-C612-4547-BA11-3049DC01C97C}" dt="2026-01-20T11:07:53.641" v="2940"/>
          <ac:spMkLst>
            <pc:docMk/>
            <pc:sldMk cId="859132569" sldId="394"/>
            <ac:spMk id="62" creationId="{469E4723-77D9-44D4-C184-028630F30A53}"/>
          </ac:spMkLst>
        </pc:spChg>
        <pc:spChg chg="mod topLvl">
          <ac:chgData name="Mayu Ninagawa (蜷川 真優 GE)" userId="15d22be4-2d84-414d-ac66-ca09a50eae87" providerId="ADAL" clId="{2A43D1C7-C612-4547-BA11-3049DC01C97C}" dt="2026-01-29T08:46:37.335" v="6756" actId="164"/>
          <ac:spMkLst>
            <pc:docMk/>
            <pc:sldMk cId="859132569" sldId="394"/>
            <ac:spMk id="62" creationId="{637456FB-3E66-D037-5E44-8A67DBF8B3A3}"/>
          </ac:spMkLst>
        </pc:spChg>
        <pc:spChg chg="mod">
          <ac:chgData name="Mayu Ninagawa (蜷川 真優 GE)" userId="15d22be4-2d84-414d-ac66-ca09a50eae87" providerId="ADAL" clId="{2A43D1C7-C612-4547-BA11-3049DC01C97C}" dt="2026-01-20T11:50:21.327" v="3276"/>
          <ac:spMkLst>
            <pc:docMk/>
            <pc:sldMk cId="859132569" sldId="394"/>
            <ac:spMk id="62" creationId="{C32583A9-E7ED-C61C-BCC8-5A93CA138D82}"/>
          </ac:spMkLst>
        </pc:spChg>
        <pc:spChg chg="mod topLvl">
          <ac:chgData name="Mayu Ninagawa (蜷川 真優 GE)" userId="15d22be4-2d84-414d-ac66-ca09a50eae87" providerId="ADAL" clId="{2A43D1C7-C612-4547-BA11-3049DC01C97C}" dt="2026-01-22T02:36:30.520" v="3607" actId="164"/>
          <ac:spMkLst>
            <pc:docMk/>
            <pc:sldMk cId="859132569" sldId="394"/>
            <ac:spMk id="62" creationId="{E49CF1D9-D0F9-6750-69C4-B2B263E17C2F}"/>
          </ac:spMkLst>
        </pc:spChg>
        <pc:spChg chg="mod">
          <ac:chgData name="Mayu Ninagawa (蜷川 真優 GE)" userId="15d22be4-2d84-414d-ac66-ca09a50eae87" providerId="ADAL" clId="{2A43D1C7-C612-4547-BA11-3049DC01C97C}" dt="2026-01-20T11:07:53.641" v="2940"/>
          <ac:spMkLst>
            <pc:docMk/>
            <pc:sldMk cId="859132569" sldId="394"/>
            <ac:spMk id="63" creationId="{12B91672-C967-0FD6-5556-2AED51F3EE6D}"/>
          </ac:spMkLst>
        </pc:spChg>
        <pc:spChg chg="mod">
          <ac:chgData name="Mayu Ninagawa (蜷川 真優 GE)" userId="15d22be4-2d84-414d-ac66-ca09a50eae87" providerId="ADAL" clId="{2A43D1C7-C612-4547-BA11-3049DC01C97C}" dt="2026-01-20T11:07:53.641" v="2940"/>
          <ac:spMkLst>
            <pc:docMk/>
            <pc:sldMk cId="859132569" sldId="394"/>
            <ac:spMk id="64" creationId="{5EE6EF65-D892-E11B-EDFD-4DA2406A5DDF}"/>
          </ac:spMkLst>
        </pc:spChg>
        <pc:spChg chg="mod">
          <ac:chgData name="Mayu Ninagawa (蜷川 真優 GE)" userId="15d22be4-2d84-414d-ac66-ca09a50eae87" providerId="ADAL" clId="{2A43D1C7-C612-4547-BA11-3049DC01C97C}" dt="2026-01-20T11:07:53.641" v="2940"/>
          <ac:spMkLst>
            <pc:docMk/>
            <pc:sldMk cId="859132569" sldId="394"/>
            <ac:spMk id="65" creationId="{2BDC759E-B264-98D5-1D8B-BA24CB1C53B5}"/>
          </ac:spMkLst>
        </pc:spChg>
        <pc:spChg chg="mod">
          <ac:chgData name="Mayu Ninagawa (蜷川 真優 GE)" userId="15d22be4-2d84-414d-ac66-ca09a50eae87" providerId="ADAL" clId="{2A43D1C7-C612-4547-BA11-3049DC01C97C}" dt="2026-01-20T11:50:21.327" v="3276"/>
          <ac:spMkLst>
            <pc:docMk/>
            <pc:sldMk cId="859132569" sldId="394"/>
            <ac:spMk id="66" creationId="{9633D650-6CD7-CFD8-E281-3EB89EBB2288}"/>
          </ac:spMkLst>
        </pc:spChg>
        <pc:spChg chg="del mod topLvl">
          <ac:chgData name="Mayu Ninagawa (蜷川 真優 GE)" userId="15d22be4-2d84-414d-ac66-ca09a50eae87" providerId="ADAL" clId="{2A43D1C7-C612-4547-BA11-3049DC01C97C}" dt="2026-01-22T02:20:49.728" v="3447" actId="478"/>
          <ac:spMkLst>
            <pc:docMk/>
            <pc:sldMk cId="859132569" sldId="394"/>
            <ac:spMk id="66" creationId="{E00EF25C-D9FD-B0D2-4C4D-6654630D95BB}"/>
          </ac:spMkLst>
        </pc:spChg>
        <pc:spChg chg="mod topLvl">
          <ac:chgData name="Mayu Ninagawa (蜷川 真優 GE)" userId="15d22be4-2d84-414d-ac66-ca09a50eae87" providerId="ADAL" clId="{2A43D1C7-C612-4547-BA11-3049DC01C97C}" dt="2026-01-29T08:46:37.335" v="6756" actId="164"/>
          <ac:spMkLst>
            <pc:docMk/>
            <pc:sldMk cId="859132569" sldId="394"/>
            <ac:spMk id="66" creationId="{F78ECE0D-A51D-A758-B1FB-E8961C917C8E}"/>
          </ac:spMkLst>
        </pc:spChg>
        <pc:spChg chg="del mod topLvl">
          <ac:chgData name="Mayu Ninagawa (蜷川 真優 GE)" userId="15d22be4-2d84-414d-ac66-ca09a50eae87" providerId="ADAL" clId="{2A43D1C7-C612-4547-BA11-3049DC01C97C}" dt="2026-01-22T02:20:49.728" v="3447" actId="478"/>
          <ac:spMkLst>
            <pc:docMk/>
            <pc:sldMk cId="859132569" sldId="394"/>
            <ac:spMk id="67" creationId="{03FF69C2-D873-8892-7D7B-2DDB48A35BC2}"/>
          </ac:spMkLst>
        </pc:spChg>
        <pc:spChg chg="mod">
          <ac:chgData name="Mayu Ninagawa (蜷川 真優 GE)" userId="15d22be4-2d84-414d-ac66-ca09a50eae87" providerId="ADAL" clId="{2A43D1C7-C612-4547-BA11-3049DC01C97C}" dt="2026-01-20T11:50:21.327" v="3276"/>
          <ac:spMkLst>
            <pc:docMk/>
            <pc:sldMk cId="859132569" sldId="394"/>
            <ac:spMk id="67" creationId="{08DEF84F-DDFB-45B3-7AEC-A5FCDE698E85}"/>
          </ac:spMkLst>
        </pc:spChg>
        <pc:spChg chg="mod topLvl">
          <ac:chgData name="Mayu Ninagawa (蜷川 真優 GE)" userId="15d22be4-2d84-414d-ac66-ca09a50eae87" providerId="ADAL" clId="{2A43D1C7-C612-4547-BA11-3049DC01C97C}" dt="2026-01-29T08:46:37.335" v="6756" actId="164"/>
          <ac:spMkLst>
            <pc:docMk/>
            <pc:sldMk cId="859132569" sldId="394"/>
            <ac:spMk id="67" creationId="{B1D44B71-D4DD-AA2E-FE45-BC60F1EE0801}"/>
          </ac:spMkLst>
        </pc:spChg>
        <pc:spChg chg="mod topLvl">
          <ac:chgData name="Mayu Ninagawa (蜷川 真優 GE)" userId="15d22be4-2d84-414d-ac66-ca09a50eae87" providerId="ADAL" clId="{2A43D1C7-C612-4547-BA11-3049DC01C97C}" dt="2026-01-29T08:46:37.335" v="6756" actId="164"/>
          <ac:spMkLst>
            <pc:docMk/>
            <pc:sldMk cId="859132569" sldId="394"/>
            <ac:spMk id="68" creationId="{0A498A3C-91FD-824E-04F8-E87B73CD7A26}"/>
          </ac:spMkLst>
        </pc:spChg>
        <pc:spChg chg="mod">
          <ac:chgData name="Mayu Ninagawa (蜷川 真優 GE)" userId="15d22be4-2d84-414d-ac66-ca09a50eae87" providerId="ADAL" clId="{2A43D1C7-C612-4547-BA11-3049DC01C97C}" dt="2026-01-20T11:50:21.327" v="3276"/>
          <ac:spMkLst>
            <pc:docMk/>
            <pc:sldMk cId="859132569" sldId="394"/>
            <ac:spMk id="68" creationId="{54854F05-D858-6464-A7A8-7CC4FD5731FB}"/>
          </ac:spMkLst>
        </pc:spChg>
        <pc:spChg chg="del mod topLvl">
          <ac:chgData name="Mayu Ninagawa (蜷川 真優 GE)" userId="15d22be4-2d84-414d-ac66-ca09a50eae87" providerId="ADAL" clId="{2A43D1C7-C612-4547-BA11-3049DC01C97C}" dt="2026-01-22T02:20:49.728" v="3447" actId="478"/>
          <ac:spMkLst>
            <pc:docMk/>
            <pc:sldMk cId="859132569" sldId="394"/>
            <ac:spMk id="68" creationId="{921F5C8C-E05B-1C48-FFA4-6A17DC179DFC}"/>
          </ac:spMkLst>
        </pc:spChg>
        <pc:spChg chg="del mod topLvl">
          <ac:chgData name="Mayu Ninagawa (蜷川 真優 GE)" userId="15d22be4-2d84-414d-ac66-ca09a50eae87" providerId="ADAL" clId="{2A43D1C7-C612-4547-BA11-3049DC01C97C}" dt="2026-01-22T02:20:49.728" v="3447" actId="478"/>
          <ac:spMkLst>
            <pc:docMk/>
            <pc:sldMk cId="859132569" sldId="394"/>
            <ac:spMk id="69" creationId="{05413B2B-B270-91FB-16B5-22440C64CE66}"/>
          </ac:spMkLst>
        </pc:spChg>
        <pc:spChg chg="mod">
          <ac:chgData name="Mayu Ninagawa (蜷川 真優 GE)" userId="15d22be4-2d84-414d-ac66-ca09a50eae87" providerId="ADAL" clId="{2A43D1C7-C612-4547-BA11-3049DC01C97C}" dt="2026-01-20T11:07:53.641" v="2940"/>
          <ac:spMkLst>
            <pc:docMk/>
            <pc:sldMk cId="859132569" sldId="394"/>
            <ac:spMk id="69" creationId="{2A089457-7F34-5C44-AA0A-B60ED1180BD4}"/>
          </ac:spMkLst>
        </pc:spChg>
        <pc:spChg chg="mod">
          <ac:chgData name="Mayu Ninagawa (蜷川 真優 GE)" userId="15d22be4-2d84-414d-ac66-ca09a50eae87" providerId="ADAL" clId="{2A43D1C7-C612-4547-BA11-3049DC01C97C}" dt="2026-01-20T11:50:21.327" v="3276"/>
          <ac:spMkLst>
            <pc:docMk/>
            <pc:sldMk cId="859132569" sldId="394"/>
            <ac:spMk id="69" creationId="{2B38E9D1-D8A3-ADF3-D22B-AEC3CF901909}"/>
          </ac:spMkLst>
        </pc:spChg>
        <pc:spChg chg="mod topLvl">
          <ac:chgData name="Mayu Ninagawa (蜷川 真優 GE)" userId="15d22be4-2d84-414d-ac66-ca09a50eae87" providerId="ADAL" clId="{2A43D1C7-C612-4547-BA11-3049DC01C97C}" dt="2026-01-29T08:46:37.335" v="6756" actId="164"/>
          <ac:spMkLst>
            <pc:docMk/>
            <pc:sldMk cId="859132569" sldId="394"/>
            <ac:spMk id="69" creationId="{C4BD3177-C287-743F-67D3-774A137CB8FE}"/>
          </ac:spMkLst>
        </pc:spChg>
        <pc:spChg chg="mod">
          <ac:chgData name="Mayu Ninagawa (蜷川 真優 GE)" userId="15d22be4-2d84-414d-ac66-ca09a50eae87" providerId="ADAL" clId="{2A43D1C7-C612-4547-BA11-3049DC01C97C}" dt="2026-01-20T11:07:53.641" v="2940"/>
          <ac:spMkLst>
            <pc:docMk/>
            <pc:sldMk cId="859132569" sldId="394"/>
            <ac:spMk id="70" creationId="{44DE9FE8-F461-D802-5592-B0D85281C590}"/>
          </ac:spMkLst>
        </pc:spChg>
        <pc:spChg chg="mod">
          <ac:chgData name="Mayu Ninagawa (蜷川 真優 GE)" userId="15d22be4-2d84-414d-ac66-ca09a50eae87" providerId="ADAL" clId="{2A43D1C7-C612-4547-BA11-3049DC01C97C}" dt="2026-01-20T11:50:21.327" v="3276"/>
          <ac:spMkLst>
            <pc:docMk/>
            <pc:sldMk cId="859132569" sldId="394"/>
            <ac:spMk id="70" creationId="{467A04A7-1FA5-DB0A-34E8-EA40569183CE}"/>
          </ac:spMkLst>
        </pc:spChg>
        <pc:spChg chg="mod topLvl">
          <ac:chgData name="Mayu Ninagawa (蜷川 真優 GE)" userId="15d22be4-2d84-414d-ac66-ca09a50eae87" providerId="ADAL" clId="{2A43D1C7-C612-4547-BA11-3049DC01C97C}" dt="2026-01-29T08:46:37.335" v="6756" actId="164"/>
          <ac:spMkLst>
            <pc:docMk/>
            <pc:sldMk cId="859132569" sldId="394"/>
            <ac:spMk id="70" creationId="{9A116C2F-FFC9-1352-868B-5D02BE5C5F75}"/>
          </ac:spMkLst>
        </pc:spChg>
        <pc:spChg chg="del mod topLvl">
          <ac:chgData name="Mayu Ninagawa (蜷川 真優 GE)" userId="15d22be4-2d84-414d-ac66-ca09a50eae87" providerId="ADAL" clId="{2A43D1C7-C612-4547-BA11-3049DC01C97C}" dt="2026-01-22T02:20:49.728" v="3447" actId="478"/>
          <ac:spMkLst>
            <pc:docMk/>
            <pc:sldMk cId="859132569" sldId="394"/>
            <ac:spMk id="70" creationId="{AFAC10CD-4B34-0560-31F4-19247A692BF4}"/>
          </ac:spMkLst>
        </pc:spChg>
        <pc:spChg chg="del mod topLvl">
          <ac:chgData name="Mayu Ninagawa (蜷川 真優 GE)" userId="15d22be4-2d84-414d-ac66-ca09a50eae87" providerId="ADAL" clId="{2A43D1C7-C612-4547-BA11-3049DC01C97C}" dt="2026-01-22T02:20:52.473" v="3448" actId="478"/>
          <ac:spMkLst>
            <pc:docMk/>
            <pc:sldMk cId="859132569" sldId="394"/>
            <ac:spMk id="71" creationId="{016698EC-27EF-124C-A6A3-5258F423B7EB}"/>
          </ac:spMkLst>
        </pc:spChg>
        <pc:spChg chg="mod">
          <ac:chgData name="Mayu Ninagawa (蜷川 真優 GE)" userId="15d22be4-2d84-414d-ac66-ca09a50eae87" providerId="ADAL" clId="{2A43D1C7-C612-4547-BA11-3049DC01C97C}" dt="2026-01-20T11:07:53.641" v="2940"/>
          <ac:spMkLst>
            <pc:docMk/>
            <pc:sldMk cId="859132569" sldId="394"/>
            <ac:spMk id="71" creationId="{9A38C9FA-A8D7-E753-3600-F502ED1EFFDD}"/>
          </ac:spMkLst>
        </pc:spChg>
        <pc:spChg chg="mod">
          <ac:chgData name="Mayu Ninagawa (蜷川 真優 GE)" userId="15d22be4-2d84-414d-ac66-ca09a50eae87" providerId="ADAL" clId="{2A43D1C7-C612-4547-BA11-3049DC01C97C}" dt="2026-01-20T11:50:21.327" v="3276"/>
          <ac:spMkLst>
            <pc:docMk/>
            <pc:sldMk cId="859132569" sldId="394"/>
            <ac:spMk id="71" creationId="{B75671AA-A8E9-5991-BCBE-D5493ECA0465}"/>
          </ac:spMkLst>
        </pc:spChg>
        <pc:spChg chg="mod topLvl">
          <ac:chgData name="Mayu Ninagawa (蜷川 真優 GE)" userId="15d22be4-2d84-414d-ac66-ca09a50eae87" providerId="ADAL" clId="{2A43D1C7-C612-4547-BA11-3049DC01C97C}" dt="2026-01-29T08:46:37.335" v="6756" actId="164"/>
          <ac:spMkLst>
            <pc:docMk/>
            <pc:sldMk cId="859132569" sldId="394"/>
            <ac:spMk id="71" creationId="{DB8D3CE7-D227-38C1-63A9-84479EC8967F}"/>
          </ac:spMkLst>
        </pc:spChg>
        <pc:spChg chg="mod topLvl">
          <ac:chgData name="Mayu Ninagawa (蜷川 真優 GE)" userId="15d22be4-2d84-414d-ac66-ca09a50eae87" providerId="ADAL" clId="{2A43D1C7-C612-4547-BA11-3049DC01C97C}" dt="2026-01-29T08:46:37.335" v="6756" actId="164"/>
          <ac:spMkLst>
            <pc:docMk/>
            <pc:sldMk cId="859132569" sldId="394"/>
            <ac:spMk id="72" creationId="{21E24170-5FAB-51F4-026C-E044D1E64043}"/>
          </ac:spMkLst>
        </pc:spChg>
        <pc:spChg chg="mod">
          <ac:chgData name="Mayu Ninagawa (蜷川 真優 GE)" userId="15d22be4-2d84-414d-ac66-ca09a50eae87" providerId="ADAL" clId="{2A43D1C7-C612-4547-BA11-3049DC01C97C}" dt="2026-01-20T11:07:53.641" v="2940"/>
          <ac:spMkLst>
            <pc:docMk/>
            <pc:sldMk cId="859132569" sldId="394"/>
            <ac:spMk id="72" creationId="{B7D51A98-F036-2215-06D8-3D0FF773E39B}"/>
          </ac:spMkLst>
        </pc:spChg>
        <pc:spChg chg="del mod topLvl">
          <ac:chgData name="Mayu Ninagawa (蜷川 真優 GE)" userId="15d22be4-2d84-414d-ac66-ca09a50eae87" providerId="ADAL" clId="{2A43D1C7-C612-4547-BA11-3049DC01C97C}" dt="2026-01-22T02:20:52.473" v="3448" actId="478"/>
          <ac:spMkLst>
            <pc:docMk/>
            <pc:sldMk cId="859132569" sldId="394"/>
            <ac:spMk id="72" creationId="{BB7B6B8B-96F7-15A5-4D33-7CFB1641C6D3}"/>
          </ac:spMkLst>
        </pc:spChg>
        <pc:spChg chg="mod">
          <ac:chgData name="Mayu Ninagawa (蜷川 真優 GE)" userId="15d22be4-2d84-414d-ac66-ca09a50eae87" providerId="ADAL" clId="{2A43D1C7-C612-4547-BA11-3049DC01C97C}" dt="2026-01-20T11:50:21.327" v="3276"/>
          <ac:spMkLst>
            <pc:docMk/>
            <pc:sldMk cId="859132569" sldId="394"/>
            <ac:spMk id="72" creationId="{F4FFB9C1-536A-0385-8C12-294CF1FF7236}"/>
          </ac:spMkLst>
        </pc:spChg>
        <pc:spChg chg="del mod topLvl">
          <ac:chgData name="Mayu Ninagawa (蜷川 真優 GE)" userId="15d22be4-2d84-414d-ac66-ca09a50eae87" providerId="ADAL" clId="{2A43D1C7-C612-4547-BA11-3049DC01C97C}" dt="2026-01-22T02:20:49.728" v="3447" actId="478"/>
          <ac:spMkLst>
            <pc:docMk/>
            <pc:sldMk cId="859132569" sldId="394"/>
            <ac:spMk id="73" creationId="{4FBCBA90-B4A3-BBB6-944D-5CACF17DEF04}"/>
          </ac:spMkLst>
        </pc:spChg>
        <pc:spChg chg="mod topLvl">
          <ac:chgData name="Mayu Ninagawa (蜷川 真優 GE)" userId="15d22be4-2d84-414d-ac66-ca09a50eae87" providerId="ADAL" clId="{2A43D1C7-C612-4547-BA11-3049DC01C97C}" dt="2026-01-29T08:46:37.335" v="6756" actId="164"/>
          <ac:spMkLst>
            <pc:docMk/>
            <pc:sldMk cId="859132569" sldId="394"/>
            <ac:spMk id="73" creationId="{CEC849AD-4E1F-0F6C-5AB8-A501B4F3111D}"/>
          </ac:spMkLst>
        </pc:spChg>
        <pc:spChg chg="mod">
          <ac:chgData name="Mayu Ninagawa (蜷川 真優 GE)" userId="15d22be4-2d84-414d-ac66-ca09a50eae87" providerId="ADAL" clId="{2A43D1C7-C612-4547-BA11-3049DC01C97C}" dt="2026-01-20T11:50:21.327" v="3276"/>
          <ac:spMkLst>
            <pc:docMk/>
            <pc:sldMk cId="859132569" sldId="394"/>
            <ac:spMk id="73" creationId="{E283DB64-AB72-A384-4490-9201F7E27AE7}"/>
          </ac:spMkLst>
        </pc:spChg>
        <pc:spChg chg="mod">
          <ac:chgData name="Mayu Ninagawa (蜷川 真優 GE)" userId="15d22be4-2d84-414d-ac66-ca09a50eae87" providerId="ADAL" clId="{2A43D1C7-C612-4547-BA11-3049DC01C97C}" dt="2026-01-20T11:08:12.593" v="2942"/>
          <ac:spMkLst>
            <pc:docMk/>
            <pc:sldMk cId="859132569" sldId="394"/>
            <ac:spMk id="74" creationId="{4D932EF8-615D-B05C-4ECC-E479803C8E23}"/>
          </ac:spMkLst>
        </pc:spChg>
        <pc:spChg chg="mod topLvl">
          <ac:chgData name="Mayu Ninagawa (蜷川 真優 GE)" userId="15d22be4-2d84-414d-ac66-ca09a50eae87" providerId="ADAL" clId="{2A43D1C7-C612-4547-BA11-3049DC01C97C}" dt="2026-01-29T08:46:37.335" v="6756" actId="164"/>
          <ac:spMkLst>
            <pc:docMk/>
            <pc:sldMk cId="859132569" sldId="394"/>
            <ac:spMk id="74" creationId="{8EC9C077-5C40-3D80-04F4-3B77581EABA8}"/>
          </ac:spMkLst>
        </pc:spChg>
        <pc:spChg chg="add mod">
          <ac:chgData name="Mayu Ninagawa (蜷川 真優 GE)" userId="15d22be4-2d84-414d-ac66-ca09a50eae87" providerId="ADAL" clId="{2A43D1C7-C612-4547-BA11-3049DC01C97C}" dt="2026-01-22T02:36:30.520" v="3607" actId="164"/>
          <ac:spMkLst>
            <pc:docMk/>
            <pc:sldMk cId="859132569" sldId="394"/>
            <ac:spMk id="74" creationId="{F98742F6-ABEA-7CFE-62A5-93737A9AC244}"/>
          </ac:spMkLst>
        </pc:spChg>
        <pc:spChg chg="mod">
          <ac:chgData name="Mayu Ninagawa (蜷川 真優 GE)" userId="15d22be4-2d84-414d-ac66-ca09a50eae87" providerId="ADAL" clId="{2A43D1C7-C612-4547-BA11-3049DC01C97C}" dt="2026-01-20T11:50:42.628" v="3282"/>
          <ac:spMkLst>
            <pc:docMk/>
            <pc:sldMk cId="859132569" sldId="394"/>
            <ac:spMk id="75" creationId="{095FE2FA-0130-499D-35E0-50E7E6C8A8C6}"/>
          </ac:spMkLst>
        </pc:spChg>
        <pc:spChg chg="mod topLvl">
          <ac:chgData name="Mayu Ninagawa (蜷川 真優 GE)" userId="15d22be4-2d84-414d-ac66-ca09a50eae87" providerId="ADAL" clId="{2A43D1C7-C612-4547-BA11-3049DC01C97C}" dt="2026-01-29T08:46:45.008" v="6757" actId="1076"/>
          <ac:spMkLst>
            <pc:docMk/>
            <pc:sldMk cId="859132569" sldId="394"/>
            <ac:spMk id="75" creationId="{6F9FC526-C74A-B9C6-0708-DAE78F5EA54E}"/>
          </ac:spMkLst>
        </pc:spChg>
        <pc:spChg chg="mod">
          <ac:chgData name="Mayu Ninagawa (蜷川 真優 GE)" userId="15d22be4-2d84-414d-ac66-ca09a50eae87" providerId="ADAL" clId="{2A43D1C7-C612-4547-BA11-3049DC01C97C}" dt="2026-01-20T11:08:12.593" v="2942"/>
          <ac:spMkLst>
            <pc:docMk/>
            <pc:sldMk cId="859132569" sldId="394"/>
            <ac:spMk id="75" creationId="{9683BECC-AF28-8A7E-DDC1-613B08CC4E45}"/>
          </ac:spMkLst>
        </pc:spChg>
        <pc:spChg chg="mod">
          <ac:chgData name="Mayu Ninagawa (蜷川 真優 GE)" userId="15d22be4-2d84-414d-ac66-ca09a50eae87" providerId="ADAL" clId="{2A43D1C7-C612-4547-BA11-3049DC01C97C}" dt="2026-01-20T11:08:12.593" v="2942"/>
          <ac:spMkLst>
            <pc:docMk/>
            <pc:sldMk cId="859132569" sldId="394"/>
            <ac:spMk id="76" creationId="{155D904D-E276-A35A-5701-4D104AB18204}"/>
          </ac:spMkLst>
        </pc:spChg>
        <pc:spChg chg="mod">
          <ac:chgData name="Mayu Ninagawa (蜷川 真優 GE)" userId="15d22be4-2d84-414d-ac66-ca09a50eae87" providerId="ADAL" clId="{2A43D1C7-C612-4547-BA11-3049DC01C97C}" dt="2026-01-22T02:20:36.705" v="3444"/>
          <ac:spMkLst>
            <pc:docMk/>
            <pc:sldMk cId="859132569" sldId="394"/>
            <ac:spMk id="76" creationId="{1E0F025D-52E6-6BD7-F1A8-D5FF308254DB}"/>
          </ac:spMkLst>
        </pc:spChg>
        <pc:spChg chg="mod">
          <ac:chgData name="Mayu Ninagawa (蜷川 真優 GE)" userId="15d22be4-2d84-414d-ac66-ca09a50eae87" providerId="ADAL" clId="{2A43D1C7-C612-4547-BA11-3049DC01C97C}" dt="2026-01-20T11:50:42.628" v="3282"/>
          <ac:spMkLst>
            <pc:docMk/>
            <pc:sldMk cId="859132569" sldId="394"/>
            <ac:spMk id="76" creationId="{473AE528-EB4D-FC53-02CE-B37E9FCDF899}"/>
          </ac:spMkLst>
        </pc:spChg>
        <pc:spChg chg="mod topLvl">
          <ac:chgData name="Mayu Ninagawa (蜷川 真優 GE)" userId="15d22be4-2d84-414d-ac66-ca09a50eae87" providerId="ADAL" clId="{2A43D1C7-C612-4547-BA11-3049DC01C97C}" dt="2026-01-29T08:46:37.335" v="6756" actId="164"/>
          <ac:spMkLst>
            <pc:docMk/>
            <pc:sldMk cId="859132569" sldId="394"/>
            <ac:spMk id="76" creationId="{8AC1578F-82EB-5AD8-D259-C8D0B8AEA2C7}"/>
          </ac:spMkLst>
        </pc:spChg>
        <pc:spChg chg="mod">
          <ac:chgData name="Mayu Ninagawa (蜷川 真優 GE)" userId="15d22be4-2d84-414d-ac66-ca09a50eae87" providerId="ADAL" clId="{2A43D1C7-C612-4547-BA11-3049DC01C97C}" dt="2026-01-20T11:08:12.593" v="2942"/>
          <ac:spMkLst>
            <pc:docMk/>
            <pc:sldMk cId="859132569" sldId="394"/>
            <ac:spMk id="77" creationId="{5AAFDD02-22EC-F84F-30E8-F2E6EB9E1935}"/>
          </ac:spMkLst>
        </pc:spChg>
        <pc:spChg chg="mod">
          <ac:chgData name="Mayu Ninagawa (蜷川 真優 GE)" userId="15d22be4-2d84-414d-ac66-ca09a50eae87" providerId="ADAL" clId="{2A43D1C7-C612-4547-BA11-3049DC01C97C}" dt="2026-01-22T02:20:36.705" v="3444"/>
          <ac:spMkLst>
            <pc:docMk/>
            <pc:sldMk cId="859132569" sldId="394"/>
            <ac:spMk id="77" creationId="{91D5C61C-5731-DC00-5F27-8171A5F53675}"/>
          </ac:spMkLst>
        </pc:spChg>
        <pc:spChg chg="mod">
          <ac:chgData name="Mayu Ninagawa (蜷川 真優 GE)" userId="15d22be4-2d84-414d-ac66-ca09a50eae87" providerId="ADAL" clId="{2A43D1C7-C612-4547-BA11-3049DC01C97C}" dt="2026-01-20T11:50:42.628" v="3282"/>
          <ac:spMkLst>
            <pc:docMk/>
            <pc:sldMk cId="859132569" sldId="394"/>
            <ac:spMk id="77" creationId="{CB81FB7F-C308-9895-2EAA-087EC886C4CA}"/>
          </ac:spMkLst>
        </pc:spChg>
        <pc:spChg chg="mod topLvl">
          <ac:chgData name="Mayu Ninagawa (蜷川 真優 GE)" userId="15d22be4-2d84-414d-ac66-ca09a50eae87" providerId="ADAL" clId="{2A43D1C7-C612-4547-BA11-3049DC01C97C}" dt="2026-01-29T08:47:32.462" v="6771" actId="20577"/>
          <ac:spMkLst>
            <pc:docMk/>
            <pc:sldMk cId="859132569" sldId="394"/>
            <ac:spMk id="77" creationId="{EEED28CC-03C2-0DAB-066E-90BE7B53411E}"/>
          </ac:spMkLst>
        </pc:spChg>
        <pc:spChg chg="mod">
          <ac:chgData name="Mayu Ninagawa (蜷川 真優 GE)" userId="15d22be4-2d84-414d-ac66-ca09a50eae87" providerId="ADAL" clId="{2A43D1C7-C612-4547-BA11-3049DC01C97C}" dt="2026-01-20T11:50:42.628" v="3282"/>
          <ac:spMkLst>
            <pc:docMk/>
            <pc:sldMk cId="859132569" sldId="394"/>
            <ac:spMk id="78" creationId="{110F94F9-865C-06E8-0702-C9FEA42337D4}"/>
          </ac:spMkLst>
        </pc:spChg>
        <pc:spChg chg="mod topLvl">
          <ac:chgData name="Mayu Ninagawa (蜷川 真優 GE)" userId="15d22be4-2d84-414d-ac66-ca09a50eae87" providerId="ADAL" clId="{2A43D1C7-C612-4547-BA11-3049DC01C97C}" dt="2026-01-29T08:46:37.335" v="6756" actId="164"/>
          <ac:spMkLst>
            <pc:docMk/>
            <pc:sldMk cId="859132569" sldId="394"/>
            <ac:spMk id="78" creationId="{3F1ED76C-50DF-8F77-1B92-9A8B05152F75}"/>
          </ac:spMkLst>
        </pc:spChg>
        <pc:spChg chg="mod">
          <ac:chgData name="Mayu Ninagawa (蜷川 真優 GE)" userId="15d22be4-2d84-414d-ac66-ca09a50eae87" providerId="ADAL" clId="{2A43D1C7-C612-4547-BA11-3049DC01C97C}" dt="2026-01-22T02:20:36.705" v="3444"/>
          <ac:spMkLst>
            <pc:docMk/>
            <pc:sldMk cId="859132569" sldId="394"/>
            <ac:spMk id="78" creationId="{A73C1C5C-E67F-15AF-5C84-4265DD6BF1F4}"/>
          </ac:spMkLst>
        </pc:spChg>
        <pc:spChg chg="mod">
          <ac:chgData name="Mayu Ninagawa (蜷川 真優 GE)" userId="15d22be4-2d84-414d-ac66-ca09a50eae87" providerId="ADAL" clId="{2A43D1C7-C612-4547-BA11-3049DC01C97C}" dt="2026-01-20T11:08:12.593" v="2942"/>
          <ac:spMkLst>
            <pc:docMk/>
            <pc:sldMk cId="859132569" sldId="394"/>
            <ac:spMk id="78" creationId="{D9BA7540-A716-63B1-716D-EBFD5CD328FB}"/>
          </ac:spMkLst>
        </pc:spChg>
        <pc:spChg chg="mod topLvl">
          <ac:chgData name="Mayu Ninagawa (蜷川 真優 GE)" userId="15d22be4-2d84-414d-ac66-ca09a50eae87" providerId="ADAL" clId="{2A43D1C7-C612-4547-BA11-3049DC01C97C}" dt="2026-01-29T08:46:37.335" v="6756" actId="164"/>
          <ac:spMkLst>
            <pc:docMk/>
            <pc:sldMk cId="859132569" sldId="394"/>
            <ac:spMk id="79" creationId="{7CD78DF4-748E-7E13-0371-01AC9E240978}"/>
          </ac:spMkLst>
        </pc:spChg>
        <pc:spChg chg="mod">
          <ac:chgData name="Mayu Ninagawa (蜷川 真優 GE)" userId="15d22be4-2d84-414d-ac66-ca09a50eae87" providerId="ADAL" clId="{2A43D1C7-C612-4547-BA11-3049DC01C97C}" dt="2026-01-22T02:20:36.705" v="3444"/>
          <ac:spMkLst>
            <pc:docMk/>
            <pc:sldMk cId="859132569" sldId="394"/>
            <ac:spMk id="79" creationId="{BAADDED7-854B-F8E8-D687-F099DED1DB05}"/>
          </ac:spMkLst>
        </pc:spChg>
        <pc:spChg chg="mod">
          <ac:chgData name="Mayu Ninagawa (蜷川 真優 GE)" userId="15d22be4-2d84-414d-ac66-ca09a50eae87" providerId="ADAL" clId="{2A43D1C7-C612-4547-BA11-3049DC01C97C}" dt="2026-01-20T11:50:42.628" v="3282"/>
          <ac:spMkLst>
            <pc:docMk/>
            <pc:sldMk cId="859132569" sldId="394"/>
            <ac:spMk id="79" creationId="{C847C9E4-51EE-0402-F8B5-24843349E1E9}"/>
          </ac:spMkLst>
        </pc:spChg>
        <pc:spChg chg="mod">
          <ac:chgData name="Mayu Ninagawa (蜷川 真優 GE)" userId="15d22be4-2d84-414d-ac66-ca09a50eae87" providerId="ADAL" clId="{2A43D1C7-C612-4547-BA11-3049DC01C97C}" dt="2026-01-20T11:08:12.593" v="2942"/>
          <ac:spMkLst>
            <pc:docMk/>
            <pc:sldMk cId="859132569" sldId="394"/>
            <ac:spMk id="79" creationId="{DAB0078A-AD2B-CD2B-7BB9-09739E369BF8}"/>
          </ac:spMkLst>
        </pc:spChg>
        <pc:spChg chg="mod">
          <ac:chgData name="Mayu Ninagawa (蜷川 真優 GE)" userId="15d22be4-2d84-414d-ac66-ca09a50eae87" providerId="ADAL" clId="{2A43D1C7-C612-4547-BA11-3049DC01C97C}" dt="2026-01-22T02:20:36.705" v="3444"/>
          <ac:spMkLst>
            <pc:docMk/>
            <pc:sldMk cId="859132569" sldId="394"/>
            <ac:spMk id="80" creationId="{80AEF7B2-161D-40CF-501D-FC074EC63DCC}"/>
          </ac:spMkLst>
        </pc:spChg>
        <pc:spChg chg="mod">
          <ac:chgData name="Mayu Ninagawa (蜷川 真優 GE)" userId="15d22be4-2d84-414d-ac66-ca09a50eae87" providerId="ADAL" clId="{2A43D1C7-C612-4547-BA11-3049DC01C97C}" dt="2026-01-20T11:08:12.593" v="2942"/>
          <ac:spMkLst>
            <pc:docMk/>
            <pc:sldMk cId="859132569" sldId="394"/>
            <ac:spMk id="80" creationId="{B040389F-C778-4CA0-488D-58672A0F4AE4}"/>
          </ac:spMkLst>
        </pc:spChg>
        <pc:spChg chg="mod">
          <ac:chgData name="Mayu Ninagawa (蜷川 真優 GE)" userId="15d22be4-2d84-414d-ac66-ca09a50eae87" providerId="ADAL" clId="{2A43D1C7-C612-4547-BA11-3049DC01C97C}" dt="2026-01-20T11:50:42.628" v="3282"/>
          <ac:spMkLst>
            <pc:docMk/>
            <pc:sldMk cId="859132569" sldId="394"/>
            <ac:spMk id="80" creationId="{B161DCB8-5ED4-22F8-26FE-F8196DA340E1}"/>
          </ac:spMkLst>
        </pc:spChg>
        <pc:spChg chg="mod">
          <ac:chgData name="Mayu Ninagawa (蜷川 真優 GE)" userId="15d22be4-2d84-414d-ac66-ca09a50eae87" providerId="ADAL" clId="{2A43D1C7-C612-4547-BA11-3049DC01C97C}" dt="2026-01-20T11:08:12.593" v="2942"/>
          <ac:spMkLst>
            <pc:docMk/>
            <pc:sldMk cId="859132569" sldId="394"/>
            <ac:spMk id="81" creationId="{3DDCBC3B-FC55-26B1-89A4-30770B05CF0F}"/>
          </ac:spMkLst>
        </pc:spChg>
        <pc:spChg chg="mod">
          <ac:chgData name="Mayu Ninagawa (蜷川 真優 GE)" userId="15d22be4-2d84-414d-ac66-ca09a50eae87" providerId="ADAL" clId="{2A43D1C7-C612-4547-BA11-3049DC01C97C}" dt="2026-01-22T02:20:36.705" v="3444"/>
          <ac:spMkLst>
            <pc:docMk/>
            <pc:sldMk cId="859132569" sldId="394"/>
            <ac:spMk id="81" creationId="{4C13A139-1EB2-C378-F329-9A878B6E0DCA}"/>
          </ac:spMkLst>
        </pc:spChg>
        <pc:spChg chg="mod">
          <ac:chgData name="Mayu Ninagawa (蜷川 真優 GE)" userId="15d22be4-2d84-414d-ac66-ca09a50eae87" providerId="ADAL" clId="{2A43D1C7-C612-4547-BA11-3049DC01C97C}" dt="2026-01-20T11:50:42.628" v="3282"/>
          <ac:spMkLst>
            <pc:docMk/>
            <pc:sldMk cId="859132569" sldId="394"/>
            <ac:spMk id="81" creationId="{4C13A420-41FA-E5BD-BFE3-2EE954DBC7FC}"/>
          </ac:spMkLst>
        </pc:spChg>
        <pc:spChg chg="mod">
          <ac:chgData name="Mayu Ninagawa (蜷川 真優 GE)" userId="15d22be4-2d84-414d-ac66-ca09a50eae87" providerId="ADAL" clId="{2A43D1C7-C612-4547-BA11-3049DC01C97C}" dt="2026-01-22T02:20:36.705" v="3444"/>
          <ac:spMkLst>
            <pc:docMk/>
            <pc:sldMk cId="859132569" sldId="394"/>
            <ac:spMk id="82" creationId="{07633358-9222-35F8-893C-DC057D1F77E9}"/>
          </ac:spMkLst>
        </pc:spChg>
        <pc:spChg chg="mod">
          <ac:chgData name="Mayu Ninagawa (蜷川 真優 GE)" userId="15d22be4-2d84-414d-ac66-ca09a50eae87" providerId="ADAL" clId="{2A43D1C7-C612-4547-BA11-3049DC01C97C}" dt="2026-01-20T11:50:42.628" v="3282"/>
          <ac:spMkLst>
            <pc:docMk/>
            <pc:sldMk cId="859132569" sldId="394"/>
            <ac:spMk id="82" creationId="{A145F976-1A3B-0137-4484-417D7A5CC899}"/>
          </ac:spMkLst>
        </pc:spChg>
        <pc:spChg chg="mod">
          <ac:chgData name="Mayu Ninagawa (蜷川 真優 GE)" userId="15d22be4-2d84-414d-ac66-ca09a50eae87" providerId="ADAL" clId="{2A43D1C7-C612-4547-BA11-3049DC01C97C}" dt="2026-01-20T11:08:12.593" v="2942"/>
          <ac:spMkLst>
            <pc:docMk/>
            <pc:sldMk cId="859132569" sldId="394"/>
            <ac:spMk id="82" creationId="{B1E3B5E8-23BB-CBEF-0C6D-D9A4B74D90B5}"/>
          </ac:spMkLst>
        </pc:spChg>
        <pc:spChg chg="mod">
          <ac:chgData name="Mayu Ninagawa (蜷川 真優 GE)" userId="15d22be4-2d84-414d-ac66-ca09a50eae87" providerId="ADAL" clId="{2A43D1C7-C612-4547-BA11-3049DC01C97C}" dt="2026-01-20T11:50:42.628" v="3282"/>
          <ac:spMkLst>
            <pc:docMk/>
            <pc:sldMk cId="859132569" sldId="394"/>
            <ac:spMk id="83" creationId="{1C62180F-499C-33B9-6449-B2792F7A7875}"/>
          </ac:spMkLst>
        </pc:spChg>
        <pc:spChg chg="mod">
          <ac:chgData name="Mayu Ninagawa (蜷川 真優 GE)" userId="15d22be4-2d84-414d-ac66-ca09a50eae87" providerId="ADAL" clId="{2A43D1C7-C612-4547-BA11-3049DC01C97C}" dt="2026-01-20T11:08:12.593" v="2942"/>
          <ac:spMkLst>
            <pc:docMk/>
            <pc:sldMk cId="859132569" sldId="394"/>
            <ac:spMk id="83" creationId="{3D403AAA-CB8D-4360-DA84-45327BFF06D5}"/>
          </ac:spMkLst>
        </pc:spChg>
        <pc:spChg chg="mod topLvl">
          <ac:chgData name="Mayu Ninagawa (蜷川 真優 GE)" userId="15d22be4-2d84-414d-ac66-ca09a50eae87" providerId="ADAL" clId="{2A43D1C7-C612-4547-BA11-3049DC01C97C}" dt="2026-01-29T08:46:37.335" v="6756" actId="164"/>
          <ac:spMkLst>
            <pc:docMk/>
            <pc:sldMk cId="859132569" sldId="394"/>
            <ac:spMk id="83" creationId="{69098401-EBCA-DC68-D9DD-530470A1E146}"/>
          </ac:spMkLst>
        </pc:spChg>
        <pc:spChg chg="mod">
          <ac:chgData name="Mayu Ninagawa (蜷川 真優 GE)" userId="15d22be4-2d84-414d-ac66-ca09a50eae87" providerId="ADAL" clId="{2A43D1C7-C612-4547-BA11-3049DC01C97C}" dt="2026-01-22T02:20:36.705" v="3444"/>
          <ac:spMkLst>
            <pc:docMk/>
            <pc:sldMk cId="859132569" sldId="394"/>
            <ac:spMk id="83" creationId="{AF4A9845-6FFF-4DF9-7EAE-082C02D79B32}"/>
          </ac:spMkLst>
        </pc:spChg>
        <pc:spChg chg="mod">
          <ac:chgData name="Mayu Ninagawa (蜷川 真優 GE)" userId="15d22be4-2d84-414d-ac66-ca09a50eae87" providerId="ADAL" clId="{2A43D1C7-C612-4547-BA11-3049DC01C97C}" dt="2026-01-20T11:08:12.593" v="2942"/>
          <ac:spMkLst>
            <pc:docMk/>
            <pc:sldMk cId="859132569" sldId="394"/>
            <ac:spMk id="84" creationId="{333F961C-A879-72C5-6D55-F5B06A4803F2}"/>
          </ac:spMkLst>
        </pc:spChg>
        <pc:spChg chg="mod topLvl">
          <ac:chgData name="Mayu Ninagawa (蜷川 真優 GE)" userId="15d22be4-2d84-414d-ac66-ca09a50eae87" providerId="ADAL" clId="{2A43D1C7-C612-4547-BA11-3049DC01C97C}" dt="2026-01-29T08:46:37.335" v="6756" actId="164"/>
          <ac:spMkLst>
            <pc:docMk/>
            <pc:sldMk cId="859132569" sldId="394"/>
            <ac:spMk id="84" creationId="{42AF48AF-C86F-A7C3-A80D-F287D2F9EB61}"/>
          </ac:spMkLst>
        </pc:spChg>
        <pc:spChg chg="mod">
          <ac:chgData name="Mayu Ninagawa (蜷川 真優 GE)" userId="15d22be4-2d84-414d-ac66-ca09a50eae87" providerId="ADAL" clId="{2A43D1C7-C612-4547-BA11-3049DC01C97C}" dt="2026-01-20T11:50:42.628" v="3282"/>
          <ac:spMkLst>
            <pc:docMk/>
            <pc:sldMk cId="859132569" sldId="394"/>
            <ac:spMk id="84" creationId="{992051EF-9D18-E026-F8FA-828E5E95979E}"/>
          </ac:spMkLst>
        </pc:spChg>
        <pc:spChg chg="mod">
          <ac:chgData name="Mayu Ninagawa (蜷川 真優 GE)" userId="15d22be4-2d84-414d-ac66-ca09a50eae87" providerId="ADAL" clId="{2A43D1C7-C612-4547-BA11-3049DC01C97C}" dt="2026-01-22T02:20:36.705" v="3444"/>
          <ac:spMkLst>
            <pc:docMk/>
            <pc:sldMk cId="859132569" sldId="394"/>
            <ac:spMk id="84" creationId="{FC878584-E39F-6968-17C1-23EF93C7B005}"/>
          </ac:spMkLst>
        </pc:spChg>
        <pc:spChg chg="mod">
          <ac:chgData name="Mayu Ninagawa (蜷川 真優 GE)" userId="15d22be4-2d84-414d-ac66-ca09a50eae87" providerId="ADAL" clId="{2A43D1C7-C612-4547-BA11-3049DC01C97C}" dt="2026-01-20T11:08:12.593" v="2942"/>
          <ac:spMkLst>
            <pc:docMk/>
            <pc:sldMk cId="859132569" sldId="394"/>
            <ac:spMk id="85" creationId="{3B96DACB-F9C6-8E6A-4CF0-4A40ED081C39}"/>
          </ac:spMkLst>
        </pc:spChg>
        <pc:spChg chg="mod">
          <ac:chgData name="Mayu Ninagawa (蜷川 真優 GE)" userId="15d22be4-2d84-414d-ac66-ca09a50eae87" providerId="ADAL" clId="{2A43D1C7-C612-4547-BA11-3049DC01C97C}" dt="2026-01-22T02:20:36.705" v="3444"/>
          <ac:spMkLst>
            <pc:docMk/>
            <pc:sldMk cId="859132569" sldId="394"/>
            <ac:spMk id="85" creationId="{5780A3F9-5E33-F6BB-5C14-B4ACDFD67A85}"/>
          </ac:spMkLst>
        </pc:spChg>
        <pc:spChg chg="mod topLvl">
          <ac:chgData name="Mayu Ninagawa (蜷川 真優 GE)" userId="15d22be4-2d84-414d-ac66-ca09a50eae87" providerId="ADAL" clId="{2A43D1C7-C612-4547-BA11-3049DC01C97C}" dt="2026-01-29T08:46:37.335" v="6756" actId="164"/>
          <ac:spMkLst>
            <pc:docMk/>
            <pc:sldMk cId="859132569" sldId="394"/>
            <ac:spMk id="85" creationId="{794B0272-E49D-63F7-ECD3-E4E918E02554}"/>
          </ac:spMkLst>
        </pc:spChg>
        <pc:spChg chg="mod">
          <ac:chgData name="Mayu Ninagawa (蜷川 真優 GE)" userId="15d22be4-2d84-414d-ac66-ca09a50eae87" providerId="ADAL" clId="{2A43D1C7-C612-4547-BA11-3049DC01C97C}" dt="2026-01-20T11:50:42.628" v="3282"/>
          <ac:spMkLst>
            <pc:docMk/>
            <pc:sldMk cId="859132569" sldId="394"/>
            <ac:spMk id="85" creationId="{9FA479BB-5EC2-04CB-8A52-9D0D704BDD2F}"/>
          </ac:spMkLst>
        </pc:spChg>
        <pc:spChg chg="mod topLvl">
          <ac:chgData name="Mayu Ninagawa (蜷川 真優 GE)" userId="15d22be4-2d84-414d-ac66-ca09a50eae87" providerId="ADAL" clId="{2A43D1C7-C612-4547-BA11-3049DC01C97C}" dt="2026-01-29T08:46:37.335" v="6756" actId="164"/>
          <ac:spMkLst>
            <pc:docMk/>
            <pc:sldMk cId="859132569" sldId="394"/>
            <ac:spMk id="86" creationId="{15F34828-DC4C-D16F-3AA5-5D3BDAF65095}"/>
          </ac:spMkLst>
        </pc:spChg>
        <pc:spChg chg="mod">
          <ac:chgData name="Mayu Ninagawa (蜷川 真優 GE)" userId="15d22be4-2d84-414d-ac66-ca09a50eae87" providerId="ADAL" clId="{2A43D1C7-C612-4547-BA11-3049DC01C97C}" dt="2026-01-22T02:20:36.705" v="3444"/>
          <ac:spMkLst>
            <pc:docMk/>
            <pc:sldMk cId="859132569" sldId="394"/>
            <ac:spMk id="86" creationId="{34F4DA5A-6846-5CB4-02AC-165A491B8C76}"/>
          </ac:spMkLst>
        </pc:spChg>
        <pc:spChg chg="mod">
          <ac:chgData name="Mayu Ninagawa (蜷川 真優 GE)" userId="15d22be4-2d84-414d-ac66-ca09a50eae87" providerId="ADAL" clId="{2A43D1C7-C612-4547-BA11-3049DC01C97C}" dt="2026-01-20T11:50:42.628" v="3282"/>
          <ac:spMkLst>
            <pc:docMk/>
            <pc:sldMk cId="859132569" sldId="394"/>
            <ac:spMk id="86" creationId="{DE39B09D-8BF6-6558-A571-A08A63D41848}"/>
          </ac:spMkLst>
        </pc:spChg>
        <pc:spChg chg="mod">
          <ac:chgData name="Mayu Ninagawa (蜷川 真優 GE)" userId="15d22be4-2d84-414d-ac66-ca09a50eae87" providerId="ADAL" clId="{2A43D1C7-C612-4547-BA11-3049DC01C97C}" dt="2026-01-20T11:08:12.593" v="2942"/>
          <ac:spMkLst>
            <pc:docMk/>
            <pc:sldMk cId="859132569" sldId="394"/>
            <ac:spMk id="86" creationId="{E399C3FD-038D-C3D4-46B2-32287C12DF68}"/>
          </ac:spMkLst>
        </pc:spChg>
        <pc:spChg chg="mod">
          <ac:chgData name="Mayu Ninagawa (蜷川 真優 GE)" userId="15d22be4-2d84-414d-ac66-ca09a50eae87" providerId="ADAL" clId="{2A43D1C7-C612-4547-BA11-3049DC01C97C}" dt="2026-01-20T11:50:42.628" v="3282"/>
          <ac:spMkLst>
            <pc:docMk/>
            <pc:sldMk cId="859132569" sldId="394"/>
            <ac:spMk id="87" creationId="{2079C8CE-D609-9D27-FC9D-6E2830ED235E}"/>
          </ac:spMkLst>
        </pc:spChg>
        <pc:spChg chg="mod">
          <ac:chgData name="Mayu Ninagawa (蜷川 真優 GE)" userId="15d22be4-2d84-414d-ac66-ca09a50eae87" providerId="ADAL" clId="{2A43D1C7-C612-4547-BA11-3049DC01C97C}" dt="2026-01-22T02:20:36.705" v="3444"/>
          <ac:spMkLst>
            <pc:docMk/>
            <pc:sldMk cId="859132569" sldId="394"/>
            <ac:spMk id="87" creationId="{3269EE54-1C26-CFFA-3530-DDD0BF5CB794}"/>
          </ac:spMkLst>
        </pc:spChg>
        <pc:spChg chg="mod topLvl">
          <ac:chgData name="Mayu Ninagawa (蜷川 真優 GE)" userId="15d22be4-2d84-414d-ac66-ca09a50eae87" providerId="ADAL" clId="{2A43D1C7-C612-4547-BA11-3049DC01C97C}" dt="2026-01-29T08:46:37.335" v="6756" actId="164"/>
          <ac:spMkLst>
            <pc:docMk/>
            <pc:sldMk cId="859132569" sldId="394"/>
            <ac:spMk id="87" creationId="{34D5D5B6-9B96-DB75-1EC2-FA83BE780A93}"/>
          </ac:spMkLst>
        </pc:spChg>
        <pc:spChg chg="mod">
          <ac:chgData name="Mayu Ninagawa (蜷川 真優 GE)" userId="15d22be4-2d84-414d-ac66-ca09a50eae87" providerId="ADAL" clId="{2A43D1C7-C612-4547-BA11-3049DC01C97C}" dt="2026-01-20T11:08:12.593" v="2942"/>
          <ac:spMkLst>
            <pc:docMk/>
            <pc:sldMk cId="859132569" sldId="394"/>
            <ac:spMk id="87" creationId="{89E82AC4-F532-B5E1-FFE2-08B04CA77629}"/>
          </ac:spMkLst>
        </pc:spChg>
        <pc:spChg chg="mod">
          <ac:chgData name="Mayu Ninagawa (蜷川 真優 GE)" userId="15d22be4-2d84-414d-ac66-ca09a50eae87" providerId="ADAL" clId="{2A43D1C7-C612-4547-BA11-3049DC01C97C}" dt="2026-01-20T11:08:12.593" v="2942"/>
          <ac:spMkLst>
            <pc:docMk/>
            <pc:sldMk cId="859132569" sldId="394"/>
            <ac:spMk id="88" creationId="{0DBFAC35-F2D1-C869-840F-537E8320D997}"/>
          </ac:spMkLst>
        </pc:spChg>
        <pc:spChg chg="mod">
          <ac:chgData name="Mayu Ninagawa (蜷川 真優 GE)" userId="15d22be4-2d84-414d-ac66-ca09a50eae87" providerId="ADAL" clId="{2A43D1C7-C612-4547-BA11-3049DC01C97C}" dt="2026-01-22T02:20:36.705" v="3444"/>
          <ac:spMkLst>
            <pc:docMk/>
            <pc:sldMk cId="859132569" sldId="394"/>
            <ac:spMk id="88" creationId="{12DA725B-6CB6-CD45-5CCC-DA37D86EF5A8}"/>
          </ac:spMkLst>
        </pc:spChg>
        <pc:spChg chg="mod topLvl">
          <ac:chgData name="Mayu Ninagawa (蜷川 真優 GE)" userId="15d22be4-2d84-414d-ac66-ca09a50eae87" providerId="ADAL" clId="{2A43D1C7-C612-4547-BA11-3049DC01C97C}" dt="2026-01-29T08:46:37.335" v="6756" actId="164"/>
          <ac:spMkLst>
            <pc:docMk/>
            <pc:sldMk cId="859132569" sldId="394"/>
            <ac:spMk id="88" creationId="{DD79F487-EE07-A32D-C7E7-C1A23CAC7AE9}"/>
          </ac:spMkLst>
        </pc:spChg>
        <pc:spChg chg="mod">
          <ac:chgData name="Mayu Ninagawa (蜷川 真優 GE)" userId="15d22be4-2d84-414d-ac66-ca09a50eae87" providerId="ADAL" clId="{2A43D1C7-C612-4547-BA11-3049DC01C97C}" dt="2026-01-20T11:50:42.628" v="3282"/>
          <ac:spMkLst>
            <pc:docMk/>
            <pc:sldMk cId="859132569" sldId="394"/>
            <ac:spMk id="88" creationId="{DE0497C6-CB84-BAAA-4783-C95036C8A2CC}"/>
          </ac:spMkLst>
        </pc:spChg>
        <pc:spChg chg="mod">
          <ac:chgData name="Mayu Ninagawa (蜷川 真優 GE)" userId="15d22be4-2d84-414d-ac66-ca09a50eae87" providerId="ADAL" clId="{2A43D1C7-C612-4547-BA11-3049DC01C97C}" dt="2026-01-20T11:08:12.593" v="2942"/>
          <ac:spMkLst>
            <pc:docMk/>
            <pc:sldMk cId="859132569" sldId="394"/>
            <ac:spMk id="89" creationId="{3A6A9402-6D4F-808F-C747-C8C410DAE7AD}"/>
          </ac:spMkLst>
        </pc:spChg>
        <pc:spChg chg="mod ord topLvl">
          <ac:chgData name="Mayu Ninagawa (蜷川 真優 GE)" userId="15d22be4-2d84-414d-ac66-ca09a50eae87" providerId="ADAL" clId="{2A43D1C7-C612-4547-BA11-3049DC01C97C}" dt="2026-01-29T08:46:37.335" v="6756" actId="164"/>
          <ac:spMkLst>
            <pc:docMk/>
            <pc:sldMk cId="859132569" sldId="394"/>
            <ac:spMk id="89" creationId="{4081FA40-3893-3668-C835-49BA704CC089}"/>
          </ac:spMkLst>
        </pc:spChg>
        <pc:spChg chg="mod">
          <ac:chgData name="Mayu Ninagawa (蜷川 真優 GE)" userId="15d22be4-2d84-414d-ac66-ca09a50eae87" providerId="ADAL" clId="{2A43D1C7-C612-4547-BA11-3049DC01C97C}" dt="2026-01-22T02:20:36.705" v="3444"/>
          <ac:spMkLst>
            <pc:docMk/>
            <pc:sldMk cId="859132569" sldId="394"/>
            <ac:spMk id="89" creationId="{49C3FF24-7203-4708-C8CC-57CEC945FF5B}"/>
          </ac:spMkLst>
        </pc:spChg>
        <pc:spChg chg="mod">
          <ac:chgData name="Mayu Ninagawa (蜷川 真優 GE)" userId="15d22be4-2d84-414d-ac66-ca09a50eae87" providerId="ADAL" clId="{2A43D1C7-C612-4547-BA11-3049DC01C97C}" dt="2026-01-20T11:50:42.628" v="3282"/>
          <ac:spMkLst>
            <pc:docMk/>
            <pc:sldMk cId="859132569" sldId="394"/>
            <ac:spMk id="89" creationId="{A64C296F-CF03-6A02-8E5D-094AD7EDD445}"/>
          </ac:spMkLst>
        </pc:spChg>
        <pc:spChg chg="mod">
          <ac:chgData name="Mayu Ninagawa (蜷川 真優 GE)" userId="15d22be4-2d84-414d-ac66-ca09a50eae87" providerId="ADAL" clId="{2A43D1C7-C612-4547-BA11-3049DC01C97C}" dt="2026-01-22T02:20:36.705" v="3444"/>
          <ac:spMkLst>
            <pc:docMk/>
            <pc:sldMk cId="859132569" sldId="394"/>
            <ac:spMk id="90" creationId="{301B80BF-8FD6-A1AC-F609-AE9450C1EEDE}"/>
          </ac:spMkLst>
        </pc:spChg>
        <pc:spChg chg="mod">
          <ac:chgData name="Mayu Ninagawa (蜷川 真優 GE)" userId="15d22be4-2d84-414d-ac66-ca09a50eae87" providerId="ADAL" clId="{2A43D1C7-C612-4547-BA11-3049DC01C97C}" dt="2026-01-20T11:08:12.593" v="2942"/>
          <ac:spMkLst>
            <pc:docMk/>
            <pc:sldMk cId="859132569" sldId="394"/>
            <ac:spMk id="90" creationId="{9C1ED7A1-0C57-6E41-E6D6-C99089C18A8D}"/>
          </ac:spMkLst>
        </pc:spChg>
        <pc:spChg chg="mod ord topLvl">
          <ac:chgData name="Mayu Ninagawa (蜷川 真優 GE)" userId="15d22be4-2d84-414d-ac66-ca09a50eae87" providerId="ADAL" clId="{2A43D1C7-C612-4547-BA11-3049DC01C97C}" dt="2026-01-29T08:46:37.335" v="6756" actId="164"/>
          <ac:spMkLst>
            <pc:docMk/>
            <pc:sldMk cId="859132569" sldId="394"/>
            <ac:spMk id="90" creationId="{9E5C48C9-DF91-391F-494C-0CE0382F7A30}"/>
          </ac:spMkLst>
        </pc:spChg>
        <pc:spChg chg="mod">
          <ac:chgData name="Mayu Ninagawa (蜷川 真優 GE)" userId="15d22be4-2d84-414d-ac66-ca09a50eae87" providerId="ADAL" clId="{2A43D1C7-C612-4547-BA11-3049DC01C97C}" dt="2026-01-20T11:50:42.628" v="3282"/>
          <ac:spMkLst>
            <pc:docMk/>
            <pc:sldMk cId="859132569" sldId="394"/>
            <ac:spMk id="90" creationId="{BE7855E6-A05E-49E8-7C0A-94F6FC7CBAF7}"/>
          </ac:spMkLst>
        </pc:spChg>
        <pc:spChg chg="mod">
          <ac:chgData name="Mayu Ninagawa (蜷川 真優 GE)" userId="15d22be4-2d84-414d-ac66-ca09a50eae87" providerId="ADAL" clId="{2A43D1C7-C612-4547-BA11-3049DC01C97C}" dt="2026-01-20T11:08:12.593" v="2942"/>
          <ac:spMkLst>
            <pc:docMk/>
            <pc:sldMk cId="859132569" sldId="394"/>
            <ac:spMk id="91" creationId="{86CAAA9A-9553-77D5-987E-0314CA592913}"/>
          </ac:spMkLst>
        </pc:spChg>
        <pc:spChg chg="mod">
          <ac:chgData name="Mayu Ninagawa (蜷川 真優 GE)" userId="15d22be4-2d84-414d-ac66-ca09a50eae87" providerId="ADAL" clId="{2A43D1C7-C612-4547-BA11-3049DC01C97C}" dt="2026-01-20T11:50:42.628" v="3282"/>
          <ac:spMkLst>
            <pc:docMk/>
            <pc:sldMk cId="859132569" sldId="394"/>
            <ac:spMk id="91" creationId="{8A571977-664E-5C4F-88D2-54D735616FC8}"/>
          </ac:spMkLst>
        </pc:spChg>
        <pc:spChg chg="mod">
          <ac:chgData name="Mayu Ninagawa (蜷川 真優 GE)" userId="15d22be4-2d84-414d-ac66-ca09a50eae87" providerId="ADAL" clId="{2A43D1C7-C612-4547-BA11-3049DC01C97C}" dt="2026-01-22T02:20:36.705" v="3444"/>
          <ac:spMkLst>
            <pc:docMk/>
            <pc:sldMk cId="859132569" sldId="394"/>
            <ac:spMk id="91" creationId="{A0D6C96A-3B57-96A5-40F7-5F321749F857}"/>
          </ac:spMkLst>
        </pc:spChg>
        <pc:spChg chg="mod">
          <ac:chgData name="Mayu Ninagawa (蜷川 真優 GE)" userId="15d22be4-2d84-414d-ac66-ca09a50eae87" providerId="ADAL" clId="{2A43D1C7-C612-4547-BA11-3049DC01C97C}" dt="2026-01-22T02:20:36.705" v="3444"/>
          <ac:spMkLst>
            <pc:docMk/>
            <pc:sldMk cId="859132569" sldId="394"/>
            <ac:spMk id="92" creationId="{06AAEAEC-3585-DB1E-D47C-1EF4E0C15BAF}"/>
          </ac:spMkLst>
        </pc:spChg>
        <pc:spChg chg="mod">
          <ac:chgData name="Mayu Ninagawa (蜷川 真優 GE)" userId="15d22be4-2d84-414d-ac66-ca09a50eae87" providerId="ADAL" clId="{2A43D1C7-C612-4547-BA11-3049DC01C97C}" dt="2026-01-20T11:08:12.593" v="2942"/>
          <ac:spMkLst>
            <pc:docMk/>
            <pc:sldMk cId="859132569" sldId="394"/>
            <ac:spMk id="92" creationId="{74A27F60-E77F-9303-8B69-F0E16D5F80D2}"/>
          </ac:spMkLst>
        </pc:spChg>
        <pc:spChg chg="mod">
          <ac:chgData name="Mayu Ninagawa (蜷川 真優 GE)" userId="15d22be4-2d84-414d-ac66-ca09a50eae87" providerId="ADAL" clId="{2A43D1C7-C612-4547-BA11-3049DC01C97C}" dt="2026-01-20T11:50:42.628" v="3282"/>
          <ac:spMkLst>
            <pc:docMk/>
            <pc:sldMk cId="859132569" sldId="394"/>
            <ac:spMk id="92" creationId="{CB74826D-BA8A-57B3-22D0-DFB2B68395B3}"/>
          </ac:spMkLst>
        </pc:spChg>
        <pc:spChg chg="mod">
          <ac:chgData name="Mayu Ninagawa (蜷川 真優 GE)" userId="15d22be4-2d84-414d-ac66-ca09a50eae87" providerId="ADAL" clId="{2A43D1C7-C612-4547-BA11-3049DC01C97C}" dt="2026-01-20T11:50:42.628" v="3282"/>
          <ac:spMkLst>
            <pc:docMk/>
            <pc:sldMk cId="859132569" sldId="394"/>
            <ac:spMk id="93" creationId="{15134368-0B04-FED1-244F-81C05BE55263}"/>
          </ac:spMkLst>
        </pc:spChg>
        <pc:spChg chg="mod">
          <ac:chgData name="Mayu Ninagawa (蜷川 真優 GE)" userId="15d22be4-2d84-414d-ac66-ca09a50eae87" providerId="ADAL" clId="{2A43D1C7-C612-4547-BA11-3049DC01C97C}" dt="2026-01-22T02:20:36.705" v="3444"/>
          <ac:spMkLst>
            <pc:docMk/>
            <pc:sldMk cId="859132569" sldId="394"/>
            <ac:spMk id="93" creationId="{4DF3E2D5-524B-C56F-9AB2-8D3F4165AEDA}"/>
          </ac:spMkLst>
        </pc:spChg>
        <pc:spChg chg="mod">
          <ac:chgData name="Mayu Ninagawa (蜷川 真優 GE)" userId="15d22be4-2d84-414d-ac66-ca09a50eae87" providerId="ADAL" clId="{2A43D1C7-C612-4547-BA11-3049DC01C97C}" dt="2026-01-20T11:08:12.593" v="2942"/>
          <ac:spMkLst>
            <pc:docMk/>
            <pc:sldMk cId="859132569" sldId="394"/>
            <ac:spMk id="93" creationId="{4FADC466-3048-2CA9-0730-B748FB63DCD9}"/>
          </ac:spMkLst>
        </pc:spChg>
        <pc:spChg chg="mod">
          <ac:chgData name="Mayu Ninagawa (蜷川 真優 GE)" userId="15d22be4-2d84-414d-ac66-ca09a50eae87" providerId="ADAL" clId="{2A43D1C7-C612-4547-BA11-3049DC01C97C}" dt="2026-01-20T11:08:12.593" v="2942"/>
          <ac:spMkLst>
            <pc:docMk/>
            <pc:sldMk cId="859132569" sldId="394"/>
            <ac:spMk id="94" creationId="{50A94DB8-23AE-4F9C-241F-993011D7B055}"/>
          </ac:spMkLst>
        </pc:spChg>
        <pc:spChg chg="mod">
          <ac:chgData name="Mayu Ninagawa (蜷川 真優 GE)" userId="15d22be4-2d84-414d-ac66-ca09a50eae87" providerId="ADAL" clId="{2A43D1C7-C612-4547-BA11-3049DC01C97C}" dt="2026-01-22T02:20:36.705" v="3444"/>
          <ac:spMkLst>
            <pc:docMk/>
            <pc:sldMk cId="859132569" sldId="394"/>
            <ac:spMk id="94" creationId="{85D2D830-B8EE-D720-B9FA-B67489706AC8}"/>
          </ac:spMkLst>
        </pc:spChg>
        <pc:spChg chg="mod">
          <ac:chgData name="Mayu Ninagawa (蜷川 真優 GE)" userId="15d22be4-2d84-414d-ac66-ca09a50eae87" providerId="ADAL" clId="{2A43D1C7-C612-4547-BA11-3049DC01C97C}" dt="2026-01-20T11:50:42.628" v="3282"/>
          <ac:spMkLst>
            <pc:docMk/>
            <pc:sldMk cId="859132569" sldId="394"/>
            <ac:spMk id="94" creationId="{C5F39F65-7876-3FE7-2899-E4822A030C8B}"/>
          </ac:spMkLst>
        </pc:spChg>
        <pc:spChg chg="mod">
          <ac:chgData name="Mayu Ninagawa (蜷川 真優 GE)" userId="15d22be4-2d84-414d-ac66-ca09a50eae87" providerId="ADAL" clId="{2A43D1C7-C612-4547-BA11-3049DC01C97C}" dt="2026-01-22T02:20:36.705" v="3444"/>
          <ac:spMkLst>
            <pc:docMk/>
            <pc:sldMk cId="859132569" sldId="394"/>
            <ac:spMk id="95" creationId="{25FFB3CD-1D3B-FEFF-0F0B-B38C97467B2D}"/>
          </ac:spMkLst>
        </pc:spChg>
        <pc:spChg chg="mod">
          <ac:chgData name="Mayu Ninagawa (蜷川 真優 GE)" userId="15d22be4-2d84-414d-ac66-ca09a50eae87" providerId="ADAL" clId="{2A43D1C7-C612-4547-BA11-3049DC01C97C}" dt="2026-01-20T11:08:12.593" v="2942"/>
          <ac:spMkLst>
            <pc:docMk/>
            <pc:sldMk cId="859132569" sldId="394"/>
            <ac:spMk id="95" creationId="{723B6F93-7E28-426F-4397-C0E542959485}"/>
          </ac:spMkLst>
        </pc:spChg>
        <pc:spChg chg="mod">
          <ac:chgData name="Mayu Ninagawa (蜷川 真優 GE)" userId="15d22be4-2d84-414d-ac66-ca09a50eae87" providerId="ADAL" clId="{2A43D1C7-C612-4547-BA11-3049DC01C97C}" dt="2026-01-20T11:50:42.628" v="3282"/>
          <ac:spMkLst>
            <pc:docMk/>
            <pc:sldMk cId="859132569" sldId="394"/>
            <ac:spMk id="95" creationId="{F58C3375-EB27-7391-7975-240CA007BEE4}"/>
          </ac:spMkLst>
        </pc:spChg>
        <pc:spChg chg="add mod topLvl">
          <ac:chgData name="Mayu Ninagawa (蜷川 真優 GE)" userId="15d22be4-2d84-414d-ac66-ca09a50eae87" providerId="ADAL" clId="{2A43D1C7-C612-4547-BA11-3049DC01C97C}" dt="2026-01-29T08:46:37.335" v="6756" actId="164"/>
          <ac:spMkLst>
            <pc:docMk/>
            <pc:sldMk cId="859132569" sldId="394"/>
            <ac:spMk id="96" creationId="{379F8884-D330-45F1-1C1C-470AB6A9438D}"/>
          </ac:spMkLst>
        </pc:spChg>
        <pc:spChg chg="mod">
          <ac:chgData name="Mayu Ninagawa (蜷川 真優 GE)" userId="15d22be4-2d84-414d-ac66-ca09a50eae87" providerId="ADAL" clId="{2A43D1C7-C612-4547-BA11-3049DC01C97C}" dt="2026-01-22T02:20:36.705" v="3444"/>
          <ac:spMkLst>
            <pc:docMk/>
            <pc:sldMk cId="859132569" sldId="394"/>
            <ac:spMk id="96" creationId="{48BC0DFA-1E5E-7E0C-A02F-664AF38F48E9}"/>
          </ac:spMkLst>
        </pc:spChg>
        <pc:spChg chg="mod">
          <ac:chgData name="Mayu Ninagawa (蜷川 真優 GE)" userId="15d22be4-2d84-414d-ac66-ca09a50eae87" providerId="ADAL" clId="{2A43D1C7-C612-4547-BA11-3049DC01C97C}" dt="2026-01-20T11:50:42.628" v="3282"/>
          <ac:spMkLst>
            <pc:docMk/>
            <pc:sldMk cId="859132569" sldId="394"/>
            <ac:spMk id="96" creationId="{5D0DBC02-2112-DA95-A2CD-44E85525DDC1}"/>
          </ac:spMkLst>
        </pc:spChg>
        <pc:spChg chg="mod">
          <ac:chgData name="Mayu Ninagawa (蜷川 真優 GE)" userId="15d22be4-2d84-414d-ac66-ca09a50eae87" providerId="ADAL" clId="{2A43D1C7-C612-4547-BA11-3049DC01C97C}" dt="2026-01-20T11:08:12.593" v="2942"/>
          <ac:spMkLst>
            <pc:docMk/>
            <pc:sldMk cId="859132569" sldId="394"/>
            <ac:spMk id="96" creationId="{A6C9F08D-B4D1-613C-B90A-868B63FF777D}"/>
          </ac:spMkLst>
        </pc:spChg>
        <pc:spChg chg="add mod topLvl">
          <ac:chgData name="Mayu Ninagawa (蜷川 真優 GE)" userId="15d22be4-2d84-414d-ac66-ca09a50eae87" providerId="ADAL" clId="{2A43D1C7-C612-4547-BA11-3049DC01C97C}" dt="2026-01-29T08:46:37.335" v="6756" actId="164"/>
          <ac:spMkLst>
            <pc:docMk/>
            <pc:sldMk cId="859132569" sldId="394"/>
            <ac:spMk id="97" creationId="{4DCDAB76-3D1F-7788-763D-68BA68508B42}"/>
          </ac:spMkLst>
        </pc:spChg>
        <pc:spChg chg="mod">
          <ac:chgData name="Mayu Ninagawa (蜷川 真優 GE)" userId="15d22be4-2d84-414d-ac66-ca09a50eae87" providerId="ADAL" clId="{2A43D1C7-C612-4547-BA11-3049DC01C97C}" dt="2026-01-20T11:08:12.593" v="2942"/>
          <ac:spMkLst>
            <pc:docMk/>
            <pc:sldMk cId="859132569" sldId="394"/>
            <ac:spMk id="97" creationId="{A81DCB69-0E4D-750C-8181-7EE8ED85C614}"/>
          </ac:spMkLst>
        </pc:spChg>
        <pc:spChg chg="mod">
          <ac:chgData name="Mayu Ninagawa (蜷川 真優 GE)" userId="15d22be4-2d84-414d-ac66-ca09a50eae87" providerId="ADAL" clId="{2A43D1C7-C612-4547-BA11-3049DC01C97C}" dt="2026-01-20T11:50:42.628" v="3282"/>
          <ac:spMkLst>
            <pc:docMk/>
            <pc:sldMk cId="859132569" sldId="394"/>
            <ac:spMk id="97" creationId="{C14262AB-7EE3-1EB1-489C-0B429DF06AAB}"/>
          </ac:spMkLst>
        </pc:spChg>
        <pc:spChg chg="mod">
          <ac:chgData name="Mayu Ninagawa (蜷川 真優 GE)" userId="15d22be4-2d84-414d-ac66-ca09a50eae87" providerId="ADAL" clId="{2A43D1C7-C612-4547-BA11-3049DC01C97C}" dt="2026-01-22T02:20:36.705" v="3444"/>
          <ac:spMkLst>
            <pc:docMk/>
            <pc:sldMk cId="859132569" sldId="394"/>
            <ac:spMk id="97" creationId="{E1D09C6C-65F5-E84D-313F-2C7CBF2B84D0}"/>
          </ac:spMkLst>
        </pc:spChg>
        <pc:spChg chg="mod">
          <ac:chgData name="Mayu Ninagawa (蜷川 真優 GE)" userId="15d22be4-2d84-414d-ac66-ca09a50eae87" providerId="ADAL" clId="{2A43D1C7-C612-4547-BA11-3049DC01C97C}" dt="2026-01-20T11:50:42.628" v="3282"/>
          <ac:spMkLst>
            <pc:docMk/>
            <pc:sldMk cId="859132569" sldId="394"/>
            <ac:spMk id="98" creationId="{08258BF0-03AF-CAA5-BDF6-5269028095DD}"/>
          </ac:spMkLst>
        </pc:spChg>
        <pc:spChg chg="mod">
          <ac:chgData name="Mayu Ninagawa (蜷川 真優 GE)" userId="15d22be4-2d84-414d-ac66-ca09a50eae87" providerId="ADAL" clId="{2A43D1C7-C612-4547-BA11-3049DC01C97C}" dt="2026-01-20T11:08:12.593" v="2942"/>
          <ac:spMkLst>
            <pc:docMk/>
            <pc:sldMk cId="859132569" sldId="394"/>
            <ac:spMk id="98" creationId="{9A387389-4345-DB9E-5105-F04A6ADD85F3}"/>
          </ac:spMkLst>
        </pc:spChg>
        <pc:spChg chg="add mod">
          <ac:chgData name="Mayu Ninagawa (蜷川 真優 GE)" userId="15d22be4-2d84-414d-ac66-ca09a50eae87" providerId="ADAL" clId="{2A43D1C7-C612-4547-BA11-3049DC01C97C}" dt="2026-01-22T03:17:56.426" v="4421" actId="1076"/>
          <ac:spMkLst>
            <pc:docMk/>
            <pc:sldMk cId="859132569" sldId="394"/>
            <ac:spMk id="98" creationId="{C397A8C7-8681-C95E-6A1C-ADB67E6E27A8}"/>
          </ac:spMkLst>
        </pc:spChg>
        <pc:spChg chg="mod">
          <ac:chgData name="Mayu Ninagawa (蜷川 真優 GE)" userId="15d22be4-2d84-414d-ac66-ca09a50eae87" providerId="ADAL" clId="{2A43D1C7-C612-4547-BA11-3049DC01C97C}" dt="2026-01-20T11:08:12.593" v="2942"/>
          <ac:spMkLst>
            <pc:docMk/>
            <pc:sldMk cId="859132569" sldId="394"/>
            <ac:spMk id="99" creationId="{25CD2D2F-F9A5-8E3F-9E63-85588884DEAC}"/>
          </ac:spMkLst>
        </pc:spChg>
        <pc:spChg chg="mod">
          <ac:chgData name="Mayu Ninagawa (蜷川 真優 GE)" userId="15d22be4-2d84-414d-ac66-ca09a50eae87" providerId="ADAL" clId="{2A43D1C7-C612-4547-BA11-3049DC01C97C}" dt="2026-01-20T11:50:42.628" v="3282"/>
          <ac:spMkLst>
            <pc:docMk/>
            <pc:sldMk cId="859132569" sldId="394"/>
            <ac:spMk id="99" creationId="{3F41F2D4-244C-F534-E95C-9F4C7066B491}"/>
          </ac:spMkLst>
        </pc:spChg>
        <pc:spChg chg="add mod">
          <ac:chgData name="Mayu Ninagawa (蜷川 真優 GE)" userId="15d22be4-2d84-414d-ac66-ca09a50eae87" providerId="ADAL" clId="{2A43D1C7-C612-4547-BA11-3049DC01C97C}" dt="2026-01-29T06:28:13.265" v="6010" actId="14100"/>
          <ac:spMkLst>
            <pc:docMk/>
            <pc:sldMk cId="859132569" sldId="394"/>
            <ac:spMk id="99" creationId="{D1FFC872-3FA8-74F9-968F-65A06522D4E3}"/>
          </ac:spMkLst>
        </pc:spChg>
        <pc:spChg chg="add mod topLvl">
          <ac:chgData name="Mayu Ninagawa (蜷川 真優 GE)" userId="15d22be4-2d84-414d-ac66-ca09a50eae87" providerId="ADAL" clId="{2A43D1C7-C612-4547-BA11-3049DC01C97C}" dt="2026-01-29T08:47:24.024" v="6767" actId="14100"/>
          <ac:spMkLst>
            <pc:docMk/>
            <pc:sldMk cId="859132569" sldId="394"/>
            <ac:spMk id="100" creationId="{1040B988-7A28-AEC3-6747-80D5FE9E0B5F}"/>
          </ac:spMkLst>
        </pc:spChg>
        <pc:spChg chg="mod">
          <ac:chgData name="Mayu Ninagawa (蜷川 真優 GE)" userId="15d22be4-2d84-414d-ac66-ca09a50eae87" providerId="ADAL" clId="{2A43D1C7-C612-4547-BA11-3049DC01C97C}" dt="2026-01-20T11:08:12.593" v="2942"/>
          <ac:spMkLst>
            <pc:docMk/>
            <pc:sldMk cId="859132569" sldId="394"/>
            <ac:spMk id="100" creationId="{192D1029-5ABA-74E2-72C7-DEA048D1F3CE}"/>
          </ac:spMkLst>
        </pc:spChg>
        <pc:spChg chg="add del mod">
          <ac:chgData name="Mayu Ninagawa (蜷川 真優 GE)" userId="15d22be4-2d84-414d-ac66-ca09a50eae87" providerId="ADAL" clId="{2A43D1C7-C612-4547-BA11-3049DC01C97C}" dt="2026-01-22T03:19:00.516" v="4426" actId="478"/>
          <ac:spMkLst>
            <pc:docMk/>
            <pc:sldMk cId="859132569" sldId="394"/>
            <ac:spMk id="100" creationId="{6C2B2F9E-5232-6143-7B61-9683799979AC}"/>
          </ac:spMkLst>
        </pc:spChg>
        <pc:spChg chg="mod">
          <ac:chgData name="Mayu Ninagawa (蜷川 真優 GE)" userId="15d22be4-2d84-414d-ac66-ca09a50eae87" providerId="ADAL" clId="{2A43D1C7-C612-4547-BA11-3049DC01C97C}" dt="2026-01-20T11:50:42.628" v="3282"/>
          <ac:spMkLst>
            <pc:docMk/>
            <pc:sldMk cId="859132569" sldId="394"/>
            <ac:spMk id="100" creationId="{D96E731F-2B5C-3D72-0ECA-CE3DB705A2B0}"/>
          </ac:spMkLst>
        </pc:spChg>
        <pc:spChg chg="mod">
          <ac:chgData name="Mayu Ninagawa (蜷川 真優 GE)" userId="15d22be4-2d84-414d-ac66-ca09a50eae87" providerId="ADAL" clId="{2A43D1C7-C612-4547-BA11-3049DC01C97C}" dt="2026-01-20T11:08:12.593" v="2942"/>
          <ac:spMkLst>
            <pc:docMk/>
            <pc:sldMk cId="859132569" sldId="394"/>
            <ac:spMk id="101" creationId="{20ED40B4-D544-296E-BE0F-AF8B58BD7396}"/>
          </ac:spMkLst>
        </pc:spChg>
        <pc:spChg chg="mod">
          <ac:chgData name="Mayu Ninagawa (蜷川 真優 GE)" userId="15d22be4-2d84-414d-ac66-ca09a50eae87" providerId="ADAL" clId="{2A43D1C7-C612-4547-BA11-3049DC01C97C}" dt="2026-01-20T11:50:42.628" v="3282"/>
          <ac:spMkLst>
            <pc:docMk/>
            <pc:sldMk cId="859132569" sldId="394"/>
            <ac:spMk id="101" creationId="{911B3401-6BDB-5182-A16F-401C25498405}"/>
          </ac:spMkLst>
        </pc:spChg>
        <pc:spChg chg="mod topLvl">
          <ac:chgData name="Mayu Ninagawa (蜷川 真優 GE)" userId="15d22be4-2d84-414d-ac66-ca09a50eae87" providerId="ADAL" clId="{2A43D1C7-C612-4547-BA11-3049DC01C97C}" dt="2026-01-29T08:54:18.027" v="6850" actId="113"/>
          <ac:spMkLst>
            <pc:docMk/>
            <pc:sldMk cId="859132569" sldId="394"/>
            <ac:spMk id="102" creationId="{4C5A8364-83FF-14FB-CA37-ABC7EC4D5329}"/>
          </ac:spMkLst>
        </pc:spChg>
        <pc:spChg chg="mod">
          <ac:chgData name="Mayu Ninagawa (蜷川 真優 GE)" userId="15d22be4-2d84-414d-ac66-ca09a50eae87" providerId="ADAL" clId="{2A43D1C7-C612-4547-BA11-3049DC01C97C}" dt="2026-01-20T11:50:42.628" v="3282"/>
          <ac:spMkLst>
            <pc:docMk/>
            <pc:sldMk cId="859132569" sldId="394"/>
            <ac:spMk id="102" creationId="{5C1AE17D-E4B0-8FB1-C688-1CB935E12727}"/>
          </ac:spMkLst>
        </pc:spChg>
        <pc:spChg chg="mod">
          <ac:chgData name="Mayu Ninagawa (蜷川 真優 GE)" userId="15d22be4-2d84-414d-ac66-ca09a50eae87" providerId="ADAL" clId="{2A43D1C7-C612-4547-BA11-3049DC01C97C}" dt="2026-01-20T11:08:12.593" v="2942"/>
          <ac:spMkLst>
            <pc:docMk/>
            <pc:sldMk cId="859132569" sldId="394"/>
            <ac:spMk id="102" creationId="{6E83E4B3-F862-DFD1-3073-B6756F9733D3}"/>
          </ac:spMkLst>
        </pc:spChg>
        <pc:spChg chg="mod">
          <ac:chgData name="Mayu Ninagawa (蜷川 真優 GE)" userId="15d22be4-2d84-414d-ac66-ca09a50eae87" providerId="ADAL" clId="{2A43D1C7-C612-4547-BA11-3049DC01C97C}" dt="2026-01-20T11:08:12.593" v="2942"/>
          <ac:spMkLst>
            <pc:docMk/>
            <pc:sldMk cId="859132569" sldId="394"/>
            <ac:spMk id="103" creationId="{1AF5ED2B-A617-1FB8-AC67-FFEFE96AB833}"/>
          </ac:spMkLst>
        </pc:spChg>
        <pc:spChg chg="mod topLvl">
          <ac:chgData name="Mayu Ninagawa (蜷川 真優 GE)" userId="15d22be4-2d84-414d-ac66-ca09a50eae87" providerId="ADAL" clId="{2A43D1C7-C612-4547-BA11-3049DC01C97C}" dt="2026-01-29T08:54:18.027" v="6850" actId="113"/>
          <ac:spMkLst>
            <pc:docMk/>
            <pc:sldMk cId="859132569" sldId="394"/>
            <ac:spMk id="103" creationId="{966A7161-AB15-DC25-9F98-CA7B0AD151FF}"/>
          </ac:spMkLst>
        </pc:spChg>
        <pc:spChg chg="mod">
          <ac:chgData name="Mayu Ninagawa (蜷川 真優 GE)" userId="15d22be4-2d84-414d-ac66-ca09a50eae87" providerId="ADAL" clId="{2A43D1C7-C612-4547-BA11-3049DC01C97C}" dt="2026-01-20T11:50:42.628" v="3282"/>
          <ac:spMkLst>
            <pc:docMk/>
            <pc:sldMk cId="859132569" sldId="394"/>
            <ac:spMk id="103" creationId="{A0250BAE-14E0-7517-D76F-0AAC32D9CDE3}"/>
          </ac:spMkLst>
        </pc:spChg>
        <pc:spChg chg="mod">
          <ac:chgData name="Mayu Ninagawa (蜷川 真優 GE)" userId="15d22be4-2d84-414d-ac66-ca09a50eae87" providerId="ADAL" clId="{2A43D1C7-C612-4547-BA11-3049DC01C97C}" dt="2026-01-20T11:50:42.628" v="3282"/>
          <ac:spMkLst>
            <pc:docMk/>
            <pc:sldMk cId="859132569" sldId="394"/>
            <ac:spMk id="104" creationId="{A3DE7143-CC3D-98BE-2E10-650179510725}"/>
          </ac:spMkLst>
        </pc:spChg>
        <pc:spChg chg="mod topLvl">
          <ac:chgData name="Mayu Ninagawa (蜷川 真優 GE)" userId="15d22be4-2d84-414d-ac66-ca09a50eae87" providerId="ADAL" clId="{2A43D1C7-C612-4547-BA11-3049DC01C97C}" dt="2026-01-29T08:54:18.027" v="6850" actId="113"/>
          <ac:spMkLst>
            <pc:docMk/>
            <pc:sldMk cId="859132569" sldId="394"/>
            <ac:spMk id="104" creationId="{B7821119-C007-7CE4-1462-7C3EC323B221}"/>
          </ac:spMkLst>
        </pc:spChg>
        <pc:spChg chg="mod">
          <ac:chgData name="Mayu Ninagawa (蜷川 真優 GE)" userId="15d22be4-2d84-414d-ac66-ca09a50eae87" providerId="ADAL" clId="{2A43D1C7-C612-4547-BA11-3049DC01C97C}" dt="2026-01-20T11:08:12.593" v="2942"/>
          <ac:spMkLst>
            <pc:docMk/>
            <pc:sldMk cId="859132569" sldId="394"/>
            <ac:spMk id="104" creationId="{E2691E39-51A0-4123-B88A-962E0EBE1746}"/>
          </ac:spMkLst>
        </pc:spChg>
        <pc:spChg chg="mod">
          <ac:chgData name="Mayu Ninagawa (蜷川 真優 GE)" userId="15d22be4-2d84-414d-ac66-ca09a50eae87" providerId="ADAL" clId="{2A43D1C7-C612-4547-BA11-3049DC01C97C}" dt="2026-01-20T11:50:42.628" v="3282"/>
          <ac:spMkLst>
            <pc:docMk/>
            <pc:sldMk cId="859132569" sldId="394"/>
            <ac:spMk id="105" creationId="{3366D70B-5744-526E-2F4E-BD1C63269A2F}"/>
          </ac:spMkLst>
        </pc:spChg>
        <pc:spChg chg="mod topLvl">
          <ac:chgData name="Mayu Ninagawa (蜷川 真優 GE)" userId="15d22be4-2d84-414d-ac66-ca09a50eae87" providerId="ADAL" clId="{2A43D1C7-C612-4547-BA11-3049DC01C97C}" dt="2026-01-29T08:54:18.027" v="6850" actId="113"/>
          <ac:spMkLst>
            <pc:docMk/>
            <pc:sldMk cId="859132569" sldId="394"/>
            <ac:spMk id="105" creationId="{488142C5-4629-E1A1-55EF-4ED291B47737}"/>
          </ac:spMkLst>
        </pc:spChg>
        <pc:spChg chg="mod">
          <ac:chgData name="Mayu Ninagawa (蜷川 真優 GE)" userId="15d22be4-2d84-414d-ac66-ca09a50eae87" providerId="ADAL" clId="{2A43D1C7-C612-4547-BA11-3049DC01C97C}" dt="2026-01-20T11:08:12.593" v="2942"/>
          <ac:spMkLst>
            <pc:docMk/>
            <pc:sldMk cId="859132569" sldId="394"/>
            <ac:spMk id="105" creationId="{F22B2557-3D9F-06F7-729D-A2F8AA13EC84}"/>
          </ac:spMkLst>
        </pc:spChg>
        <pc:spChg chg="mod topLvl">
          <ac:chgData name="Mayu Ninagawa (蜷川 真優 GE)" userId="15d22be4-2d84-414d-ac66-ca09a50eae87" providerId="ADAL" clId="{2A43D1C7-C612-4547-BA11-3049DC01C97C}" dt="2026-01-29T08:54:18.027" v="6850" actId="113"/>
          <ac:spMkLst>
            <pc:docMk/>
            <pc:sldMk cId="859132569" sldId="394"/>
            <ac:spMk id="106" creationId="{07CDB6D8-ACCF-9D1C-693F-1E8986B064A5}"/>
          </ac:spMkLst>
        </pc:spChg>
        <pc:spChg chg="mod">
          <ac:chgData name="Mayu Ninagawa (蜷川 真優 GE)" userId="15d22be4-2d84-414d-ac66-ca09a50eae87" providerId="ADAL" clId="{2A43D1C7-C612-4547-BA11-3049DC01C97C}" dt="2026-01-20T11:08:12.593" v="2942"/>
          <ac:spMkLst>
            <pc:docMk/>
            <pc:sldMk cId="859132569" sldId="394"/>
            <ac:spMk id="106" creationId="{3C7C23C9-982E-7AA2-C328-67B573DA2CDA}"/>
          </ac:spMkLst>
        </pc:spChg>
        <pc:spChg chg="mod">
          <ac:chgData name="Mayu Ninagawa (蜷川 真優 GE)" userId="15d22be4-2d84-414d-ac66-ca09a50eae87" providerId="ADAL" clId="{2A43D1C7-C612-4547-BA11-3049DC01C97C}" dt="2026-01-20T11:50:42.628" v="3282"/>
          <ac:spMkLst>
            <pc:docMk/>
            <pc:sldMk cId="859132569" sldId="394"/>
            <ac:spMk id="106" creationId="{B6F7441B-B774-A69B-C138-DC89BEE2BA3C}"/>
          </ac:spMkLst>
        </pc:spChg>
        <pc:spChg chg="mod">
          <ac:chgData name="Mayu Ninagawa (蜷川 真優 GE)" userId="15d22be4-2d84-414d-ac66-ca09a50eae87" providerId="ADAL" clId="{2A43D1C7-C612-4547-BA11-3049DC01C97C}" dt="2026-01-20T11:50:42.628" v="3282"/>
          <ac:spMkLst>
            <pc:docMk/>
            <pc:sldMk cId="859132569" sldId="394"/>
            <ac:spMk id="107" creationId="{3F5D8FB6-B9C4-A8D0-5578-4DE729E9AE8D}"/>
          </ac:spMkLst>
        </pc:spChg>
        <pc:spChg chg="mod">
          <ac:chgData name="Mayu Ninagawa (蜷川 真優 GE)" userId="15d22be4-2d84-414d-ac66-ca09a50eae87" providerId="ADAL" clId="{2A43D1C7-C612-4547-BA11-3049DC01C97C}" dt="2026-01-20T11:08:12.593" v="2942"/>
          <ac:spMkLst>
            <pc:docMk/>
            <pc:sldMk cId="859132569" sldId="394"/>
            <ac:spMk id="107" creationId="{63286B0E-693F-72A2-57C8-4063AFDBB3FE}"/>
          </ac:spMkLst>
        </pc:spChg>
        <pc:spChg chg="mod topLvl">
          <ac:chgData name="Mayu Ninagawa (蜷川 真優 GE)" userId="15d22be4-2d84-414d-ac66-ca09a50eae87" providerId="ADAL" clId="{2A43D1C7-C612-4547-BA11-3049DC01C97C}" dt="2026-01-29T08:54:18.027" v="6850" actId="113"/>
          <ac:spMkLst>
            <pc:docMk/>
            <pc:sldMk cId="859132569" sldId="394"/>
            <ac:spMk id="107" creationId="{8E1BF497-4313-A195-3B68-F757684D1F41}"/>
          </ac:spMkLst>
        </pc:spChg>
        <pc:spChg chg="mod">
          <ac:chgData name="Mayu Ninagawa (蜷川 真優 GE)" userId="15d22be4-2d84-414d-ac66-ca09a50eae87" providerId="ADAL" clId="{2A43D1C7-C612-4547-BA11-3049DC01C97C}" dt="2026-01-20T11:08:12.593" v="2942"/>
          <ac:spMkLst>
            <pc:docMk/>
            <pc:sldMk cId="859132569" sldId="394"/>
            <ac:spMk id="108" creationId="{B466BFF9-95F3-C25A-D8D9-3FB955E6D027}"/>
          </ac:spMkLst>
        </pc:spChg>
        <pc:spChg chg="mod">
          <ac:chgData name="Mayu Ninagawa (蜷川 真優 GE)" userId="15d22be4-2d84-414d-ac66-ca09a50eae87" providerId="ADAL" clId="{2A43D1C7-C612-4547-BA11-3049DC01C97C}" dt="2026-01-20T11:50:42.628" v="3282"/>
          <ac:spMkLst>
            <pc:docMk/>
            <pc:sldMk cId="859132569" sldId="394"/>
            <ac:spMk id="108" creationId="{D5B8E389-9291-E83C-A7D6-21994FED821F}"/>
          </ac:spMkLst>
        </pc:spChg>
        <pc:spChg chg="mod topLvl">
          <ac:chgData name="Mayu Ninagawa (蜷川 真優 GE)" userId="15d22be4-2d84-414d-ac66-ca09a50eae87" providerId="ADAL" clId="{2A43D1C7-C612-4547-BA11-3049DC01C97C}" dt="2026-01-29T08:54:18.027" v="6850" actId="113"/>
          <ac:spMkLst>
            <pc:docMk/>
            <pc:sldMk cId="859132569" sldId="394"/>
            <ac:spMk id="108" creationId="{FFEEC1A0-169A-DAD5-454F-2FC3417075B5}"/>
          </ac:spMkLst>
        </pc:spChg>
        <pc:spChg chg="mod topLvl">
          <ac:chgData name="Mayu Ninagawa (蜷川 真優 GE)" userId="15d22be4-2d84-414d-ac66-ca09a50eae87" providerId="ADAL" clId="{2A43D1C7-C612-4547-BA11-3049DC01C97C}" dt="2026-01-29T08:54:18.027" v="6850" actId="113"/>
          <ac:spMkLst>
            <pc:docMk/>
            <pc:sldMk cId="859132569" sldId="394"/>
            <ac:spMk id="109" creationId="{30E3F299-C9DA-D9D2-FAA0-BECF3752633B}"/>
          </ac:spMkLst>
        </pc:spChg>
        <pc:spChg chg="mod">
          <ac:chgData name="Mayu Ninagawa (蜷川 真優 GE)" userId="15d22be4-2d84-414d-ac66-ca09a50eae87" providerId="ADAL" clId="{2A43D1C7-C612-4547-BA11-3049DC01C97C}" dt="2026-01-20T11:50:42.628" v="3282"/>
          <ac:spMkLst>
            <pc:docMk/>
            <pc:sldMk cId="859132569" sldId="394"/>
            <ac:spMk id="109" creationId="{8B229CAD-A1C0-C262-FBAF-66DB4BFB5AAF}"/>
          </ac:spMkLst>
        </pc:spChg>
        <pc:spChg chg="mod">
          <ac:chgData name="Mayu Ninagawa (蜷川 真優 GE)" userId="15d22be4-2d84-414d-ac66-ca09a50eae87" providerId="ADAL" clId="{2A43D1C7-C612-4547-BA11-3049DC01C97C}" dt="2026-01-20T11:08:12.593" v="2942"/>
          <ac:spMkLst>
            <pc:docMk/>
            <pc:sldMk cId="859132569" sldId="394"/>
            <ac:spMk id="109" creationId="{B6ADBBD4-E50D-DA02-1206-D87EA427607B}"/>
          </ac:spMkLst>
        </pc:spChg>
        <pc:spChg chg="mod">
          <ac:chgData name="Mayu Ninagawa (蜷川 真優 GE)" userId="15d22be4-2d84-414d-ac66-ca09a50eae87" providerId="ADAL" clId="{2A43D1C7-C612-4547-BA11-3049DC01C97C}" dt="2026-01-22T02:36:37.556" v="3609"/>
          <ac:spMkLst>
            <pc:docMk/>
            <pc:sldMk cId="859132569" sldId="394"/>
            <ac:spMk id="109" creationId="{FA4B9101-1216-9933-FAC2-61B38D694F4E}"/>
          </ac:spMkLst>
        </pc:spChg>
        <pc:spChg chg="mod">
          <ac:chgData name="Mayu Ninagawa (蜷川 真優 GE)" userId="15d22be4-2d84-414d-ac66-ca09a50eae87" providerId="ADAL" clId="{2A43D1C7-C612-4547-BA11-3049DC01C97C}" dt="2026-01-22T02:36:37.556" v="3609"/>
          <ac:spMkLst>
            <pc:docMk/>
            <pc:sldMk cId="859132569" sldId="394"/>
            <ac:spMk id="110" creationId="{037ED7D6-99F9-9441-B48A-0C9E5DA86B65}"/>
          </ac:spMkLst>
        </pc:spChg>
        <pc:spChg chg="mod">
          <ac:chgData name="Mayu Ninagawa (蜷川 真優 GE)" userId="15d22be4-2d84-414d-ac66-ca09a50eae87" providerId="ADAL" clId="{2A43D1C7-C612-4547-BA11-3049DC01C97C}" dt="2026-01-20T11:50:42.628" v="3282"/>
          <ac:spMkLst>
            <pc:docMk/>
            <pc:sldMk cId="859132569" sldId="394"/>
            <ac:spMk id="110" creationId="{865EE1A4-84DE-DAE2-68DD-12DBE29D2FCA}"/>
          </ac:spMkLst>
        </pc:spChg>
        <pc:spChg chg="mod">
          <ac:chgData name="Mayu Ninagawa (蜷川 真優 GE)" userId="15d22be4-2d84-414d-ac66-ca09a50eae87" providerId="ADAL" clId="{2A43D1C7-C612-4547-BA11-3049DC01C97C}" dt="2026-01-20T11:08:12.593" v="2942"/>
          <ac:spMkLst>
            <pc:docMk/>
            <pc:sldMk cId="859132569" sldId="394"/>
            <ac:spMk id="110" creationId="{A9909313-D1D6-C346-1FDD-4D937B7C674C}"/>
          </ac:spMkLst>
        </pc:spChg>
        <pc:spChg chg="mod topLvl">
          <ac:chgData name="Mayu Ninagawa (蜷川 真優 GE)" userId="15d22be4-2d84-414d-ac66-ca09a50eae87" providerId="ADAL" clId="{2A43D1C7-C612-4547-BA11-3049DC01C97C}" dt="2026-01-29T08:54:18.027" v="6850" actId="113"/>
          <ac:spMkLst>
            <pc:docMk/>
            <pc:sldMk cId="859132569" sldId="394"/>
            <ac:spMk id="110" creationId="{F400108A-20FE-7EE7-C6B7-415B4678F9BD}"/>
          </ac:spMkLst>
        </pc:spChg>
        <pc:spChg chg="del mod topLvl">
          <ac:chgData name="Mayu Ninagawa (蜷川 真優 GE)" userId="15d22be4-2d84-414d-ac66-ca09a50eae87" providerId="ADAL" clId="{2A43D1C7-C612-4547-BA11-3049DC01C97C}" dt="2026-01-29T08:49:10.066" v="6786" actId="478"/>
          <ac:spMkLst>
            <pc:docMk/>
            <pc:sldMk cId="859132569" sldId="394"/>
            <ac:spMk id="111" creationId="{246C2556-2DA0-EB1E-AA0C-83696589466F}"/>
          </ac:spMkLst>
        </pc:spChg>
        <pc:spChg chg="mod">
          <ac:chgData name="Mayu Ninagawa (蜷川 真優 GE)" userId="15d22be4-2d84-414d-ac66-ca09a50eae87" providerId="ADAL" clId="{2A43D1C7-C612-4547-BA11-3049DC01C97C}" dt="2026-01-20T11:50:42.628" v="3282"/>
          <ac:spMkLst>
            <pc:docMk/>
            <pc:sldMk cId="859132569" sldId="394"/>
            <ac:spMk id="111" creationId="{4E6013D5-B9C7-39BE-A1D3-FA6AD41F7E46}"/>
          </ac:spMkLst>
        </pc:spChg>
        <pc:spChg chg="mod">
          <ac:chgData name="Mayu Ninagawa (蜷川 真優 GE)" userId="15d22be4-2d84-414d-ac66-ca09a50eae87" providerId="ADAL" clId="{2A43D1C7-C612-4547-BA11-3049DC01C97C}" dt="2026-01-20T11:08:12.593" v="2942"/>
          <ac:spMkLst>
            <pc:docMk/>
            <pc:sldMk cId="859132569" sldId="394"/>
            <ac:spMk id="111" creationId="{5F7C7E78-1FEC-F775-50C3-0C92968139B3}"/>
          </ac:spMkLst>
        </pc:spChg>
        <pc:spChg chg="mod">
          <ac:chgData name="Mayu Ninagawa (蜷川 真優 GE)" userId="15d22be4-2d84-414d-ac66-ca09a50eae87" providerId="ADAL" clId="{2A43D1C7-C612-4547-BA11-3049DC01C97C}" dt="2026-01-22T02:36:37.556" v="3609"/>
          <ac:spMkLst>
            <pc:docMk/>
            <pc:sldMk cId="859132569" sldId="394"/>
            <ac:spMk id="111" creationId="{83E8DBDF-7AC5-3DC5-407E-BCB889D64BE0}"/>
          </ac:spMkLst>
        </pc:spChg>
        <pc:spChg chg="mod topLvl">
          <ac:chgData name="Mayu Ninagawa (蜷川 真優 GE)" userId="15d22be4-2d84-414d-ac66-ca09a50eae87" providerId="ADAL" clId="{2A43D1C7-C612-4547-BA11-3049DC01C97C}" dt="2026-01-29T08:54:18.027" v="6850" actId="113"/>
          <ac:spMkLst>
            <pc:docMk/>
            <pc:sldMk cId="859132569" sldId="394"/>
            <ac:spMk id="112" creationId="{3CE23969-FCCA-B374-74AB-DAEE4E696965}"/>
          </ac:spMkLst>
        </pc:spChg>
        <pc:spChg chg="mod">
          <ac:chgData name="Mayu Ninagawa (蜷川 真優 GE)" userId="15d22be4-2d84-414d-ac66-ca09a50eae87" providerId="ADAL" clId="{2A43D1C7-C612-4547-BA11-3049DC01C97C}" dt="2026-01-20T11:08:12.593" v="2942"/>
          <ac:spMkLst>
            <pc:docMk/>
            <pc:sldMk cId="859132569" sldId="394"/>
            <ac:spMk id="112" creationId="{9701E358-FB8B-4FDC-A8BE-6C8A764322BE}"/>
          </ac:spMkLst>
        </pc:spChg>
        <pc:spChg chg="mod">
          <ac:chgData name="Mayu Ninagawa (蜷川 真優 GE)" userId="15d22be4-2d84-414d-ac66-ca09a50eae87" providerId="ADAL" clId="{2A43D1C7-C612-4547-BA11-3049DC01C97C}" dt="2026-01-20T11:50:42.628" v="3282"/>
          <ac:spMkLst>
            <pc:docMk/>
            <pc:sldMk cId="859132569" sldId="394"/>
            <ac:spMk id="112" creationId="{ED560EB5-5754-8096-1497-38010C6C5D50}"/>
          </ac:spMkLst>
        </pc:spChg>
        <pc:spChg chg="mod">
          <ac:chgData name="Mayu Ninagawa (蜷川 真優 GE)" userId="15d22be4-2d84-414d-ac66-ca09a50eae87" providerId="ADAL" clId="{2A43D1C7-C612-4547-BA11-3049DC01C97C}" dt="2026-01-22T02:36:37.556" v="3609"/>
          <ac:spMkLst>
            <pc:docMk/>
            <pc:sldMk cId="859132569" sldId="394"/>
            <ac:spMk id="112" creationId="{F7CE3E5F-C5DC-D6A0-9D89-17D684D17C5F}"/>
          </ac:spMkLst>
        </pc:spChg>
        <pc:spChg chg="mod topLvl">
          <ac:chgData name="Mayu Ninagawa (蜷川 真優 GE)" userId="15d22be4-2d84-414d-ac66-ca09a50eae87" providerId="ADAL" clId="{2A43D1C7-C612-4547-BA11-3049DC01C97C}" dt="2026-01-29T08:54:18.027" v="6850" actId="113"/>
          <ac:spMkLst>
            <pc:docMk/>
            <pc:sldMk cId="859132569" sldId="394"/>
            <ac:spMk id="113" creationId="{22FF80C9-B5FC-09C9-B34B-1C2BA6E43FAF}"/>
          </ac:spMkLst>
        </pc:spChg>
        <pc:spChg chg="mod">
          <ac:chgData name="Mayu Ninagawa (蜷川 真優 GE)" userId="15d22be4-2d84-414d-ac66-ca09a50eae87" providerId="ADAL" clId="{2A43D1C7-C612-4547-BA11-3049DC01C97C}" dt="2026-01-22T02:36:37.556" v="3609"/>
          <ac:spMkLst>
            <pc:docMk/>
            <pc:sldMk cId="859132569" sldId="394"/>
            <ac:spMk id="113" creationId="{3FB4FDF7-6716-F4B6-3503-3AB4AEEA5852}"/>
          </ac:spMkLst>
        </pc:spChg>
        <pc:spChg chg="mod">
          <ac:chgData name="Mayu Ninagawa (蜷川 真優 GE)" userId="15d22be4-2d84-414d-ac66-ca09a50eae87" providerId="ADAL" clId="{2A43D1C7-C612-4547-BA11-3049DC01C97C}" dt="2026-01-20T11:08:12.593" v="2942"/>
          <ac:spMkLst>
            <pc:docMk/>
            <pc:sldMk cId="859132569" sldId="394"/>
            <ac:spMk id="113" creationId="{79F6910F-6953-15EB-21CC-37AEE3F273CA}"/>
          </ac:spMkLst>
        </pc:spChg>
        <pc:spChg chg="mod">
          <ac:chgData name="Mayu Ninagawa (蜷川 真優 GE)" userId="15d22be4-2d84-414d-ac66-ca09a50eae87" providerId="ADAL" clId="{2A43D1C7-C612-4547-BA11-3049DC01C97C}" dt="2026-01-20T11:50:42.628" v="3282"/>
          <ac:spMkLst>
            <pc:docMk/>
            <pc:sldMk cId="859132569" sldId="394"/>
            <ac:spMk id="113" creationId="{A243537B-0EB2-8FD0-AB19-A68A9088F36E}"/>
          </ac:spMkLst>
        </pc:spChg>
        <pc:spChg chg="mod topLvl">
          <ac:chgData name="Mayu Ninagawa (蜷川 真優 GE)" userId="15d22be4-2d84-414d-ac66-ca09a50eae87" providerId="ADAL" clId="{2A43D1C7-C612-4547-BA11-3049DC01C97C}" dt="2026-01-29T08:54:18.027" v="6850" actId="113"/>
          <ac:spMkLst>
            <pc:docMk/>
            <pc:sldMk cId="859132569" sldId="394"/>
            <ac:spMk id="114" creationId="{0121A5AB-A80E-3734-3BE0-9D2014D16F8A}"/>
          </ac:spMkLst>
        </pc:spChg>
        <pc:spChg chg="mod">
          <ac:chgData name="Mayu Ninagawa (蜷川 真優 GE)" userId="15d22be4-2d84-414d-ac66-ca09a50eae87" providerId="ADAL" clId="{2A43D1C7-C612-4547-BA11-3049DC01C97C}" dt="2026-01-22T02:36:37.556" v="3609"/>
          <ac:spMkLst>
            <pc:docMk/>
            <pc:sldMk cId="859132569" sldId="394"/>
            <ac:spMk id="114" creationId="{526B8FDF-94F8-50A5-FE52-ED1B2DC77E1D}"/>
          </ac:spMkLst>
        </pc:spChg>
        <pc:spChg chg="mod">
          <ac:chgData name="Mayu Ninagawa (蜷川 真優 GE)" userId="15d22be4-2d84-414d-ac66-ca09a50eae87" providerId="ADAL" clId="{2A43D1C7-C612-4547-BA11-3049DC01C97C}" dt="2026-01-20T11:08:12.593" v="2942"/>
          <ac:spMkLst>
            <pc:docMk/>
            <pc:sldMk cId="859132569" sldId="394"/>
            <ac:spMk id="114" creationId="{73333EC5-7F86-92E8-6CCB-93968F9926BC}"/>
          </ac:spMkLst>
        </pc:spChg>
        <pc:spChg chg="mod">
          <ac:chgData name="Mayu Ninagawa (蜷川 真優 GE)" userId="15d22be4-2d84-414d-ac66-ca09a50eae87" providerId="ADAL" clId="{2A43D1C7-C612-4547-BA11-3049DC01C97C}" dt="2026-01-20T11:50:42.628" v="3282"/>
          <ac:spMkLst>
            <pc:docMk/>
            <pc:sldMk cId="859132569" sldId="394"/>
            <ac:spMk id="114" creationId="{C70EDFE2-11EA-7EA8-11B2-2A5BC21475D0}"/>
          </ac:spMkLst>
        </pc:spChg>
        <pc:spChg chg="mod">
          <ac:chgData name="Mayu Ninagawa (蜷川 真優 GE)" userId="15d22be4-2d84-414d-ac66-ca09a50eae87" providerId="ADAL" clId="{2A43D1C7-C612-4547-BA11-3049DC01C97C}" dt="2026-01-22T02:36:37.556" v="3609"/>
          <ac:spMkLst>
            <pc:docMk/>
            <pc:sldMk cId="859132569" sldId="394"/>
            <ac:spMk id="115" creationId="{38AB6EDC-E6BF-83F3-6BBE-9A5ED0C04818}"/>
          </ac:spMkLst>
        </pc:spChg>
        <pc:spChg chg="mod">
          <ac:chgData name="Mayu Ninagawa (蜷川 真優 GE)" userId="15d22be4-2d84-414d-ac66-ca09a50eae87" providerId="ADAL" clId="{2A43D1C7-C612-4547-BA11-3049DC01C97C}" dt="2026-01-20T11:08:12.593" v="2942"/>
          <ac:spMkLst>
            <pc:docMk/>
            <pc:sldMk cId="859132569" sldId="394"/>
            <ac:spMk id="115" creationId="{66F7D571-09AC-FC35-6378-8081492691AD}"/>
          </ac:spMkLst>
        </pc:spChg>
        <pc:spChg chg="mod">
          <ac:chgData name="Mayu Ninagawa (蜷川 真優 GE)" userId="15d22be4-2d84-414d-ac66-ca09a50eae87" providerId="ADAL" clId="{2A43D1C7-C612-4547-BA11-3049DC01C97C}" dt="2026-01-20T11:50:42.628" v="3282"/>
          <ac:spMkLst>
            <pc:docMk/>
            <pc:sldMk cId="859132569" sldId="394"/>
            <ac:spMk id="115" creationId="{C8CEF500-F042-0B66-F03B-8D7B64E4878F}"/>
          </ac:spMkLst>
        </pc:spChg>
        <pc:spChg chg="mod topLvl">
          <ac:chgData name="Mayu Ninagawa (蜷川 真優 GE)" userId="15d22be4-2d84-414d-ac66-ca09a50eae87" providerId="ADAL" clId="{2A43D1C7-C612-4547-BA11-3049DC01C97C}" dt="2026-01-29T08:54:18.027" v="6850" actId="113"/>
          <ac:spMkLst>
            <pc:docMk/>
            <pc:sldMk cId="859132569" sldId="394"/>
            <ac:spMk id="115" creationId="{D6831C53-51BD-3B7E-CC54-767AE2EF2976}"/>
          </ac:spMkLst>
        </pc:spChg>
        <pc:spChg chg="mod">
          <ac:chgData name="Mayu Ninagawa (蜷川 真優 GE)" userId="15d22be4-2d84-414d-ac66-ca09a50eae87" providerId="ADAL" clId="{2A43D1C7-C612-4547-BA11-3049DC01C97C}" dt="2026-01-22T02:36:37.556" v="3609"/>
          <ac:spMkLst>
            <pc:docMk/>
            <pc:sldMk cId="859132569" sldId="394"/>
            <ac:spMk id="116" creationId="{49F695EE-0DAB-F73C-637C-54B5253CBBCB}"/>
          </ac:spMkLst>
        </pc:spChg>
        <pc:spChg chg="mod topLvl">
          <ac:chgData name="Mayu Ninagawa (蜷川 真優 GE)" userId="15d22be4-2d84-414d-ac66-ca09a50eae87" providerId="ADAL" clId="{2A43D1C7-C612-4547-BA11-3049DC01C97C}" dt="2026-01-29T08:54:18.027" v="6850" actId="113"/>
          <ac:spMkLst>
            <pc:docMk/>
            <pc:sldMk cId="859132569" sldId="394"/>
            <ac:spMk id="116" creationId="{5F311BA5-C1A4-A1AC-8981-FA6F0DF8FFF2}"/>
          </ac:spMkLst>
        </pc:spChg>
        <pc:spChg chg="mod">
          <ac:chgData name="Mayu Ninagawa (蜷川 真優 GE)" userId="15d22be4-2d84-414d-ac66-ca09a50eae87" providerId="ADAL" clId="{2A43D1C7-C612-4547-BA11-3049DC01C97C}" dt="2026-01-20T11:08:12.593" v="2942"/>
          <ac:spMkLst>
            <pc:docMk/>
            <pc:sldMk cId="859132569" sldId="394"/>
            <ac:spMk id="116" creationId="{631B8C7F-0C5D-E48A-8740-B2546039239D}"/>
          </ac:spMkLst>
        </pc:spChg>
        <pc:spChg chg="mod">
          <ac:chgData name="Mayu Ninagawa (蜷川 真優 GE)" userId="15d22be4-2d84-414d-ac66-ca09a50eae87" providerId="ADAL" clId="{2A43D1C7-C612-4547-BA11-3049DC01C97C}" dt="2026-01-20T11:50:42.628" v="3282"/>
          <ac:spMkLst>
            <pc:docMk/>
            <pc:sldMk cId="859132569" sldId="394"/>
            <ac:spMk id="116" creationId="{A12DC991-AB30-4070-5D18-797345C8119A}"/>
          </ac:spMkLst>
        </pc:spChg>
        <pc:spChg chg="mod">
          <ac:chgData name="Mayu Ninagawa (蜷川 真優 GE)" userId="15d22be4-2d84-414d-ac66-ca09a50eae87" providerId="ADAL" clId="{2A43D1C7-C612-4547-BA11-3049DC01C97C}" dt="2026-01-20T11:08:12.593" v="2942"/>
          <ac:spMkLst>
            <pc:docMk/>
            <pc:sldMk cId="859132569" sldId="394"/>
            <ac:spMk id="117" creationId="{2229509E-9B19-4A07-13A8-07D9F98B147E}"/>
          </ac:spMkLst>
        </pc:spChg>
        <pc:spChg chg="mod topLvl">
          <ac:chgData name="Mayu Ninagawa (蜷川 真優 GE)" userId="15d22be4-2d84-414d-ac66-ca09a50eae87" providerId="ADAL" clId="{2A43D1C7-C612-4547-BA11-3049DC01C97C}" dt="2026-01-29T08:54:18.027" v="6850" actId="113"/>
          <ac:spMkLst>
            <pc:docMk/>
            <pc:sldMk cId="859132569" sldId="394"/>
            <ac:spMk id="117" creationId="{3D01049E-DD97-D989-66AB-15494872F6A6}"/>
          </ac:spMkLst>
        </pc:spChg>
        <pc:spChg chg="mod">
          <ac:chgData name="Mayu Ninagawa (蜷川 真優 GE)" userId="15d22be4-2d84-414d-ac66-ca09a50eae87" providerId="ADAL" clId="{2A43D1C7-C612-4547-BA11-3049DC01C97C}" dt="2026-01-20T11:50:42.628" v="3282"/>
          <ac:spMkLst>
            <pc:docMk/>
            <pc:sldMk cId="859132569" sldId="394"/>
            <ac:spMk id="117" creationId="{68C038EA-272C-EA95-B64E-7BC63816A2A8}"/>
          </ac:spMkLst>
        </pc:spChg>
        <pc:spChg chg="mod">
          <ac:chgData name="Mayu Ninagawa (蜷川 真優 GE)" userId="15d22be4-2d84-414d-ac66-ca09a50eae87" providerId="ADAL" clId="{2A43D1C7-C612-4547-BA11-3049DC01C97C}" dt="2026-01-22T02:36:37.556" v="3609"/>
          <ac:spMkLst>
            <pc:docMk/>
            <pc:sldMk cId="859132569" sldId="394"/>
            <ac:spMk id="117" creationId="{F8FC47B9-4336-424D-41C8-C9DE63D3728A}"/>
          </ac:spMkLst>
        </pc:spChg>
        <pc:spChg chg="mod">
          <ac:chgData name="Mayu Ninagawa (蜷川 真優 GE)" userId="15d22be4-2d84-414d-ac66-ca09a50eae87" providerId="ADAL" clId="{2A43D1C7-C612-4547-BA11-3049DC01C97C}" dt="2026-01-20T11:50:42.628" v="3282"/>
          <ac:spMkLst>
            <pc:docMk/>
            <pc:sldMk cId="859132569" sldId="394"/>
            <ac:spMk id="118" creationId="{1AB9C0E2-C034-69A3-7275-378E144B9122}"/>
          </ac:spMkLst>
        </pc:spChg>
        <pc:spChg chg="mod">
          <ac:chgData name="Mayu Ninagawa (蜷川 真優 GE)" userId="15d22be4-2d84-414d-ac66-ca09a50eae87" providerId="ADAL" clId="{2A43D1C7-C612-4547-BA11-3049DC01C97C}" dt="2026-01-20T11:08:12.593" v="2942"/>
          <ac:spMkLst>
            <pc:docMk/>
            <pc:sldMk cId="859132569" sldId="394"/>
            <ac:spMk id="118" creationId="{20982579-1767-D638-13AC-1B4A94F36939}"/>
          </ac:spMkLst>
        </pc:spChg>
        <pc:spChg chg="mod topLvl">
          <ac:chgData name="Mayu Ninagawa (蜷川 真優 GE)" userId="15d22be4-2d84-414d-ac66-ca09a50eae87" providerId="ADAL" clId="{2A43D1C7-C612-4547-BA11-3049DC01C97C}" dt="2026-01-29T08:54:18.027" v="6850" actId="113"/>
          <ac:spMkLst>
            <pc:docMk/>
            <pc:sldMk cId="859132569" sldId="394"/>
            <ac:spMk id="118" creationId="{52A9EAB6-290B-EB9F-C9DF-30F0E9F2EDA1}"/>
          </ac:spMkLst>
        </pc:spChg>
        <pc:spChg chg="mod">
          <ac:chgData name="Mayu Ninagawa (蜷川 真優 GE)" userId="15d22be4-2d84-414d-ac66-ca09a50eae87" providerId="ADAL" clId="{2A43D1C7-C612-4547-BA11-3049DC01C97C}" dt="2026-01-22T02:36:37.556" v="3609"/>
          <ac:spMkLst>
            <pc:docMk/>
            <pc:sldMk cId="859132569" sldId="394"/>
            <ac:spMk id="118" creationId="{EACF353D-78CB-B7D4-E84A-B4D3A12D1B12}"/>
          </ac:spMkLst>
        </pc:spChg>
        <pc:spChg chg="mod">
          <ac:chgData name="Mayu Ninagawa (蜷川 真優 GE)" userId="15d22be4-2d84-414d-ac66-ca09a50eae87" providerId="ADAL" clId="{2A43D1C7-C612-4547-BA11-3049DC01C97C}" dt="2026-01-20T11:50:42.628" v="3282"/>
          <ac:spMkLst>
            <pc:docMk/>
            <pc:sldMk cId="859132569" sldId="394"/>
            <ac:spMk id="119" creationId="{13A6EFA8-2A2F-8079-5570-1AC17FE118D8}"/>
          </ac:spMkLst>
        </pc:spChg>
        <pc:spChg chg="mod">
          <ac:chgData name="Mayu Ninagawa (蜷川 真優 GE)" userId="15d22be4-2d84-414d-ac66-ca09a50eae87" providerId="ADAL" clId="{2A43D1C7-C612-4547-BA11-3049DC01C97C}" dt="2026-01-20T11:08:12.593" v="2942"/>
          <ac:spMkLst>
            <pc:docMk/>
            <pc:sldMk cId="859132569" sldId="394"/>
            <ac:spMk id="119" creationId="{2D55087F-EE01-578F-36F1-EFFC7C415146}"/>
          </ac:spMkLst>
        </pc:spChg>
        <pc:spChg chg="mod">
          <ac:chgData name="Mayu Ninagawa (蜷川 真優 GE)" userId="15d22be4-2d84-414d-ac66-ca09a50eae87" providerId="ADAL" clId="{2A43D1C7-C612-4547-BA11-3049DC01C97C}" dt="2026-01-22T02:36:37.556" v="3609"/>
          <ac:spMkLst>
            <pc:docMk/>
            <pc:sldMk cId="859132569" sldId="394"/>
            <ac:spMk id="119" creationId="{44703D64-CFD9-04C2-9BA5-3FF96B4080AA}"/>
          </ac:spMkLst>
        </pc:spChg>
        <pc:spChg chg="mod topLvl">
          <ac:chgData name="Mayu Ninagawa (蜷川 真優 GE)" userId="15d22be4-2d84-414d-ac66-ca09a50eae87" providerId="ADAL" clId="{2A43D1C7-C612-4547-BA11-3049DC01C97C}" dt="2026-01-29T08:54:18.027" v="6850" actId="113"/>
          <ac:spMkLst>
            <pc:docMk/>
            <pc:sldMk cId="859132569" sldId="394"/>
            <ac:spMk id="119" creationId="{A6F74C42-B1C0-E94A-7E1E-4BC47AEA8420}"/>
          </ac:spMkLst>
        </pc:spChg>
        <pc:spChg chg="mod">
          <ac:chgData name="Mayu Ninagawa (蜷川 真優 GE)" userId="15d22be4-2d84-414d-ac66-ca09a50eae87" providerId="ADAL" clId="{2A43D1C7-C612-4547-BA11-3049DC01C97C}" dt="2026-01-20T11:08:12.593" v="2942"/>
          <ac:spMkLst>
            <pc:docMk/>
            <pc:sldMk cId="859132569" sldId="394"/>
            <ac:spMk id="120" creationId="{1CCEE39B-AA4B-CEF2-DBFE-8A554B3B163A}"/>
          </ac:spMkLst>
        </pc:spChg>
        <pc:spChg chg="mod">
          <ac:chgData name="Mayu Ninagawa (蜷川 真優 GE)" userId="15d22be4-2d84-414d-ac66-ca09a50eae87" providerId="ADAL" clId="{2A43D1C7-C612-4547-BA11-3049DC01C97C}" dt="2026-01-22T02:36:37.556" v="3609"/>
          <ac:spMkLst>
            <pc:docMk/>
            <pc:sldMk cId="859132569" sldId="394"/>
            <ac:spMk id="120" creationId="{68FBEB68-8917-8F5D-5956-EA6F736DF212}"/>
          </ac:spMkLst>
        </pc:spChg>
        <pc:spChg chg="mod topLvl">
          <ac:chgData name="Mayu Ninagawa (蜷川 真優 GE)" userId="15d22be4-2d84-414d-ac66-ca09a50eae87" providerId="ADAL" clId="{2A43D1C7-C612-4547-BA11-3049DC01C97C}" dt="2026-01-29T08:54:18.027" v="6850" actId="113"/>
          <ac:spMkLst>
            <pc:docMk/>
            <pc:sldMk cId="859132569" sldId="394"/>
            <ac:spMk id="120" creationId="{6A59DF7C-4209-881D-A454-7D57E9299841}"/>
          </ac:spMkLst>
        </pc:spChg>
        <pc:spChg chg="mod">
          <ac:chgData name="Mayu Ninagawa (蜷川 真優 GE)" userId="15d22be4-2d84-414d-ac66-ca09a50eae87" providerId="ADAL" clId="{2A43D1C7-C612-4547-BA11-3049DC01C97C}" dt="2026-01-20T11:50:42.628" v="3282"/>
          <ac:spMkLst>
            <pc:docMk/>
            <pc:sldMk cId="859132569" sldId="394"/>
            <ac:spMk id="120" creationId="{A11546A7-63D3-B9E2-E061-91A578E974EB}"/>
          </ac:spMkLst>
        </pc:spChg>
        <pc:spChg chg="mod">
          <ac:chgData name="Mayu Ninagawa (蜷川 真優 GE)" userId="15d22be4-2d84-414d-ac66-ca09a50eae87" providerId="ADAL" clId="{2A43D1C7-C612-4547-BA11-3049DC01C97C}" dt="2026-01-20T11:50:42.628" v="3282"/>
          <ac:spMkLst>
            <pc:docMk/>
            <pc:sldMk cId="859132569" sldId="394"/>
            <ac:spMk id="121" creationId="{5B4D88CD-F2EA-CC2A-A22B-6F33176DFBDC}"/>
          </ac:spMkLst>
        </pc:spChg>
        <pc:spChg chg="mod">
          <ac:chgData name="Mayu Ninagawa (蜷川 真優 GE)" userId="15d22be4-2d84-414d-ac66-ca09a50eae87" providerId="ADAL" clId="{2A43D1C7-C612-4547-BA11-3049DC01C97C}" dt="2026-01-22T02:36:37.556" v="3609"/>
          <ac:spMkLst>
            <pc:docMk/>
            <pc:sldMk cId="859132569" sldId="394"/>
            <ac:spMk id="121" creationId="{6E8B4732-05A5-B3A9-B454-FCA4C8B02E8D}"/>
          </ac:spMkLst>
        </pc:spChg>
        <pc:spChg chg="mod">
          <ac:chgData name="Mayu Ninagawa (蜷川 真優 GE)" userId="15d22be4-2d84-414d-ac66-ca09a50eae87" providerId="ADAL" clId="{2A43D1C7-C612-4547-BA11-3049DC01C97C}" dt="2026-01-20T11:08:12.593" v="2942"/>
          <ac:spMkLst>
            <pc:docMk/>
            <pc:sldMk cId="859132569" sldId="394"/>
            <ac:spMk id="121" creationId="{71DE5010-6412-9CF5-268D-BBD2752B1F9D}"/>
          </ac:spMkLst>
        </pc:spChg>
        <pc:spChg chg="mod topLvl">
          <ac:chgData name="Mayu Ninagawa (蜷川 真優 GE)" userId="15d22be4-2d84-414d-ac66-ca09a50eae87" providerId="ADAL" clId="{2A43D1C7-C612-4547-BA11-3049DC01C97C}" dt="2026-01-29T08:54:18.027" v="6850" actId="113"/>
          <ac:spMkLst>
            <pc:docMk/>
            <pc:sldMk cId="859132569" sldId="394"/>
            <ac:spMk id="121" creationId="{865198E0-9FC9-662F-99FC-A7C5E28648B1}"/>
          </ac:spMkLst>
        </pc:spChg>
        <pc:spChg chg="mod topLvl">
          <ac:chgData name="Mayu Ninagawa (蜷川 真優 GE)" userId="15d22be4-2d84-414d-ac66-ca09a50eae87" providerId="ADAL" clId="{2A43D1C7-C612-4547-BA11-3049DC01C97C}" dt="2026-01-29T08:54:18.027" v="6850" actId="113"/>
          <ac:spMkLst>
            <pc:docMk/>
            <pc:sldMk cId="859132569" sldId="394"/>
            <ac:spMk id="122" creationId="{02EDC8BF-B377-38E9-11D5-88794C568241}"/>
          </ac:spMkLst>
        </pc:spChg>
        <pc:spChg chg="mod">
          <ac:chgData name="Mayu Ninagawa (蜷川 真優 GE)" userId="15d22be4-2d84-414d-ac66-ca09a50eae87" providerId="ADAL" clId="{2A43D1C7-C612-4547-BA11-3049DC01C97C}" dt="2026-01-20T11:50:42.628" v="3282"/>
          <ac:spMkLst>
            <pc:docMk/>
            <pc:sldMk cId="859132569" sldId="394"/>
            <ac:spMk id="122" creationId="{D4038E82-0076-1AC4-B8E7-DE059225A81F}"/>
          </ac:spMkLst>
        </pc:spChg>
        <pc:spChg chg="mod">
          <ac:chgData name="Mayu Ninagawa (蜷川 真優 GE)" userId="15d22be4-2d84-414d-ac66-ca09a50eae87" providerId="ADAL" clId="{2A43D1C7-C612-4547-BA11-3049DC01C97C}" dt="2026-01-20T11:08:12.593" v="2942"/>
          <ac:spMkLst>
            <pc:docMk/>
            <pc:sldMk cId="859132569" sldId="394"/>
            <ac:spMk id="122" creationId="{EC31DDA9-8356-97AB-B603-43C49A59EF1B}"/>
          </ac:spMkLst>
        </pc:spChg>
        <pc:spChg chg="mod">
          <ac:chgData name="Mayu Ninagawa (蜷川 真優 GE)" userId="15d22be4-2d84-414d-ac66-ca09a50eae87" providerId="ADAL" clId="{2A43D1C7-C612-4547-BA11-3049DC01C97C}" dt="2026-01-22T02:36:37.556" v="3609"/>
          <ac:spMkLst>
            <pc:docMk/>
            <pc:sldMk cId="859132569" sldId="394"/>
            <ac:spMk id="122" creationId="{F5C873CF-D4AC-1C77-88B3-4DB89FB25F15}"/>
          </ac:spMkLst>
        </pc:spChg>
        <pc:spChg chg="mod">
          <ac:chgData name="Mayu Ninagawa (蜷川 真優 GE)" userId="15d22be4-2d84-414d-ac66-ca09a50eae87" providerId="ADAL" clId="{2A43D1C7-C612-4547-BA11-3049DC01C97C}" dt="2026-01-20T11:50:42.628" v="3282"/>
          <ac:spMkLst>
            <pc:docMk/>
            <pc:sldMk cId="859132569" sldId="394"/>
            <ac:spMk id="123" creationId="{4736E254-3D49-F256-9E0C-79526F7FDFA8}"/>
          </ac:spMkLst>
        </pc:spChg>
        <pc:spChg chg="mod">
          <ac:chgData name="Mayu Ninagawa (蜷川 真優 GE)" userId="15d22be4-2d84-414d-ac66-ca09a50eae87" providerId="ADAL" clId="{2A43D1C7-C612-4547-BA11-3049DC01C97C}" dt="2026-01-22T02:36:37.556" v="3609"/>
          <ac:spMkLst>
            <pc:docMk/>
            <pc:sldMk cId="859132569" sldId="394"/>
            <ac:spMk id="123" creationId="{69B62ADA-10BE-6795-5FB7-1B0B0D66AE1C}"/>
          </ac:spMkLst>
        </pc:spChg>
        <pc:spChg chg="mod">
          <ac:chgData name="Mayu Ninagawa (蜷川 真優 GE)" userId="15d22be4-2d84-414d-ac66-ca09a50eae87" providerId="ADAL" clId="{2A43D1C7-C612-4547-BA11-3049DC01C97C}" dt="2026-01-20T11:08:12.593" v="2942"/>
          <ac:spMkLst>
            <pc:docMk/>
            <pc:sldMk cId="859132569" sldId="394"/>
            <ac:spMk id="123" creationId="{BD646D84-82C4-62E9-3734-C3366E7BB3F8}"/>
          </ac:spMkLst>
        </pc:spChg>
        <pc:spChg chg="mod">
          <ac:chgData name="Mayu Ninagawa (蜷川 真優 GE)" userId="15d22be4-2d84-414d-ac66-ca09a50eae87" providerId="ADAL" clId="{2A43D1C7-C612-4547-BA11-3049DC01C97C}" dt="2026-01-22T02:36:37.556" v="3609"/>
          <ac:spMkLst>
            <pc:docMk/>
            <pc:sldMk cId="859132569" sldId="394"/>
            <ac:spMk id="124" creationId="{28ABC649-E5CA-D95A-0983-F3C72D8A7276}"/>
          </ac:spMkLst>
        </pc:spChg>
        <pc:spChg chg="mod">
          <ac:chgData name="Mayu Ninagawa (蜷川 真優 GE)" userId="15d22be4-2d84-414d-ac66-ca09a50eae87" providerId="ADAL" clId="{2A43D1C7-C612-4547-BA11-3049DC01C97C}" dt="2026-01-20T11:08:12.593" v="2942"/>
          <ac:spMkLst>
            <pc:docMk/>
            <pc:sldMk cId="859132569" sldId="394"/>
            <ac:spMk id="124" creationId="{63DF66A3-1394-752B-32B4-5BF54A18CEFC}"/>
          </ac:spMkLst>
        </pc:spChg>
        <pc:spChg chg="mod">
          <ac:chgData name="Mayu Ninagawa (蜷川 真優 GE)" userId="15d22be4-2d84-414d-ac66-ca09a50eae87" providerId="ADAL" clId="{2A43D1C7-C612-4547-BA11-3049DC01C97C}" dt="2026-01-20T11:50:42.628" v="3282"/>
          <ac:spMkLst>
            <pc:docMk/>
            <pc:sldMk cId="859132569" sldId="394"/>
            <ac:spMk id="124" creationId="{B45AE48F-7C48-9482-A4BC-67FAAF79FD3C}"/>
          </ac:spMkLst>
        </pc:spChg>
        <pc:spChg chg="mod">
          <ac:chgData name="Mayu Ninagawa (蜷川 真優 GE)" userId="15d22be4-2d84-414d-ac66-ca09a50eae87" providerId="ADAL" clId="{2A43D1C7-C612-4547-BA11-3049DC01C97C}" dt="2026-01-20T11:50:42.628" v="3282"/>
          <ac:spMkLst>
            <pc:docMk/>
            <pc:sldMk cId="859132569" sldId="394"/>
            <ac:spMk id="125" creationId="{7B0E1360-FDAF-0937-9C43-96673D58A960}"/>
          </ac:spMkLst>
        </pc:spChg>
        <pc:spChg chg="mod">
          <ac:chgData name="Mayu Ninagawa (蜷川 真優 GE)" userId="15d22be4-2d84-414d-ac66-ca09a50eae87" providerId="ADAL" clId="{2A43D1C7-C612-4547-BA11-3049DC01C97C}" dt="2026-01-20T11:08:12.593" v="2942"/>
          <ac:spMkLst>
            <pc:docMk/>
            <pc:sldMk cId="859132569" sldId="394"/>
            <ac:spMk id="125" creationId="{89D983DE-8053-AFFC-2627-BBABE9B138C6}"/>
          </ac:spMkLst>
        </pc:spChg>
        <pc:spChg chg="mod">
          <ac:chgData name="Mayu Ninagawa (蜷川 真優 GE)" userId="15d22be4-2d84-414d-ac66-ca09a50eae87" providerId="ADAL" clId="{2A43D1C7-C612-4547-BA11-3049DC01C97C}" dt="2026-01-22T02:36:37.556" v="3609"/>
          <ac:spMkLst>
            <pc:docMk/>
            <pc:sldMk cId="859132569" sldId="394"/>
            <ac:spMk id="125" creationId="{FFCF52C5-8EA0-2A10-BE7E-85BBCBC8332D}"/>
          </ac:spMkLst>
        </pc:spChg>
        <pc:spChg chg="mod">
          <ac:chgData name="Mayu Ninagawa (蜷川 真優 GE)" userId="15d22be4-2d84-414d-ac66-ca09a50eae87" providerId="ADAL" clId="{2A43D1C7-C612-4547-BA11-3049DC01C97C}" dt="2026-01-22T02:36:37.556" v="3609"/>
          <ac:spMkLst>
            <pc:docMk/>
            <pc:sldMk cId="859132569" sldId="394"/>
            <ac:spMk id="126" creationId="{33843BED-94BB-CE5C-E60F-4EFF4FD7414A}"/>
          </ac:spMkLst>
        </pc:spChg>
        <pc:spChg chg="mod topLvl">
          <ac:chgData name="Mayu Ninagawa (蜷川 真優 GE)" userId="15d22be4-2d84-414d-ac66-ca09a50eae87" providerId="ADAL" clId="{2A43D1C7-C612-4547-BA11-3049DC01C97C}" dt="2026-01-29T09:23:10.942" v="8007" actId="164"/>
          <ac:spMkLst>
            <pc:docMk/>
            <pc:sldMk cId="859132569" sldId="394"/>
            <ac:spMk id="127" creationId="{C2157266-375A-759E-3A27-56B3F834F295}"/>
          </ac:spMkLst>
        </pc:spChg>
        <pc:spChg chg="mod topLvl">
          <ac:chgData name="Mayu Ninagawa (蜷川 真優 GE)" userId="15d22be4-2d84-414d-ac66-ca09a50eae87" providerId="ADAL" clId="{2A43D1C7-C612-4547-BA11-3049DC01C97C}" dt="2026-01-29T09:23:10.942" v="8007" actId="164"/>
          <ac:spMkLst>
            <pc:docMk/>
            <pc:sldMk cId="859132569" sldId="394"/>
            <ac:spMk id="128" creationId="{7C683057-5F2C-FF00-1371-3E239C3178C3}"/>
          </ac:spMkLst>
        </pc:spChg>
        <pc:spChg chg="mod topLvl">
          <ac:chgData name="Mayu Ninagawa (蜷川 真優 GE)" userId="15d22be4-2d84-414d-ac66-ca09a50eae87" providerId="ADAL" clId="{2A43D1C7-C612-4547-BA11-3049DC01C97C}" dt="2026-01-29T09:23:10.942" v="8007" actId="164"/>
          <ac:spMkLst>
            <pc:docMk/>
            <pc:sldMk cId="859132569" sldId="394"/>
            <ac:spMk id="129" creationId="{DBB53A4F-D75F-FF50-04C5-6C8A057A2206}"/>
          </ac:spMkLst>
        </pc:spChg>
        <pc:spChg chg="mod topLvl">
          <ac:chgData name="Mayu Ninagawa (蜷川 真優 GE)" userId="15d22be4-2d84-414d-ac66-ca09a50eae87" providerId="ADAL" clId="{2A43D1C7-C612-4547-BA11-3049DC01C97C}" dt="2026-01-29T09:23:10.942" v="8007" actId="164"/>
          <ac:spMkLst>
            <pc:docMk/>
            <pc:sldMk cId="859132569" sldId="394"/>
            <ac:spMk id="130" creationId="{AA0A7DD8-89AC-52AA-802E-88B1B53E115A}"/>
          </ac:spMkLst>
        </pc:spChg>
        <pc:spChg chg="mod topLvl">
          <ac:chgData name="Mayu Ninagawa (蜷川 真優 GE)" userId="15d22be4-2d84-414d-ac66-ca09a50eae87" providerId="ADAL" clId="{2A43D1C7-C612-4547-BA11-3049DC01C97C}" dt="2026-01-29T09:23:10.942" v="8007" actId="164"/>
          <ac:spMkLst>
            <pc:docMk/>
            <pc:sldMk cId="859132569" sldId="394"/>
            <ac:spMk id="131" creationId="{E88E034E-DC5C-E911-ACA9-2E2DBFD6AB1E}"/>
          </ac:spMkLst>
        </pc:spChg>
        <pc:spChg chg="del mod topLvl">
          <ac:chgData name="Mayu Ninagawa (蜷川 真優 GE)" userId="15d22be4-2d84-414d-ac66-ca09a50eae87" providerId="ADAL" clId="{2A43D1C7-C612-4547-BA11-3049DC01C97C}" dt="2026-01-20T12:23:06.834" v="3351" actId="478"/>
          <ac:spMkLst>
            <pc:docMk/>
            <pc:sldMk cId="859132569" sldId="394"/>
            <ac:spMk id="132" creationId="{0CE1703F-3711-4E3B-C3B8-F7205E64D0CF}"/>
          </ac:spMkLst>
        </pc:spChg>
        <pc:spChg chg="mod">
          <ac:chgData name="Mayu Ninagawa (蜷川 真優 GE)" userId="15d22be4-2d84-414d-ac66-ca09a50eae87" providerId="ADAL" clId="{2A43D1C7-C612-4547-BA11-3049DC01C97C}" dt="2026-01-29T09:21:58.495" v="8002"/>
          <ac:spMkLst>
            <pc:docMk/>
            <pc:sldMk cId="859132569" sldId="394"/>
            <ac:spMk id="132" creationId="{1F9997CA-E917-D471-2D2A-D3BD92576AF0}"/>
          </ac:spMkLst>
        </pc:spChg>
        <pc:spChg chg="mod">
          <ac:chgData name="Mayu Ninagawa (蜷川 真優 GE)" userId="15d22be4-2d84-414d-ac66-ca09a50eae87" providerId="ADAL" clId="{2A43D1C7-C612-4547-BA11-3049DC01C97C}" dt="2026-01-22T02:36:37.556" v="3609"/>
          <ac:spMkLst>
            <pc:docMk/>
            <pc:sldMk cId="859132569" sldId="394"/>
            <ac:spMk id="132" creationId="{C0B2D499-EBD4-EE10-6B5B-3E9EEB19EB0A}"/>
          </ac:spMkLst>
        </pc:spChg>
        <pc:spChg chg="mod topLvl">
          <ac:chgData name="Mayu Ninagawa (蜷川 真優 GE)" userId="15d22be4-2d84-414d-ac66-ca09a50eae87" providerId="ADAL" clId="{2A43D1C7-C612-4547-BA11-3049DC01C97C}" dt="2026-01-29T09:23:10.942" v="8007" actId="164"/>
          <ac:spMkLst>
            <pc:docMk/>
            <pc:sldMk cId="859132569" sldId="394"/>
            <ac:spMk id="133" creationId="{D3BB6207-D47B-F8C8-3F6F-8F7ECD92A01A}"/>
          </ac:spMkLst>
        </pc:spChg>
        <pc:spChg chg="mod topLvl">
          <ac:chgData name="Mayu Ninagawa (蜷川 真優 GE)" userId="15d22be4-2d84-414d-ac66-ca09a50eae87" providerId="ADAL" clId="{2A43D1C7-C612-4547-BA11-3049DC01C97C}" dt="2026-01-29T09:23:10.942" v="8007" actId="164"/>
          <ac:spMkLst>
            <pc:docMk/>
            <pc:sldMk cId="859132569" sldId="394"/>
            <ac:spMk id="134" creationId="{CC682DA2-36BE-5C4D-8F6F-957E702AA19A}"/>
          </ac:spMkLst>
        </pc:spChg>
        <pc:spChg chg="mod topLvl">
          <ac:chgData name="Mayu Ninagawa (蜷川 真優 GE)" userId="15d22be4-2d84-414d-ac66-ca09a50eae87" providerId="ADAL" clId="{2A43D1C7-C612-4547-BA11-3049DC01C97C}" dt="2026-01-29T09:23:10.942" v="8007" actId="164"/>
          <ac:spMkLst>
            <pc:docMk/>
            <pc:sldMk cId="859132569" sldId="394"/>
            <ac:spMk id="135" creationId="{AFEC532B-105F-6064-76BC-C57DAF1533A9}"/>
          </ac:spMkLst>
        </pc:spChg>
        <pc:spChg chg="mod topLvl">
          <ac:chgData name="Mayu Ninagawa (蜷川 真優 GE)" userId="15d22be4-2d84-414d-ac66-ca09a50eae87" providerId="ADAL" clId="{2A43D1C7-C612-4547-BA11-3049DC01C97C}" dt="2026-01-29T09:23:10.942" v="8007" actId="164"/>
          <ac:spMkLst>
            <pc:docMk/>
            <pc:sldMk cId="859132569" sldId="394"/>
            <ac:spMk id="136" creationId="{778B420E-ADD8-AE61-4B89-C0E36A45C601}"/>
          </ac:spMkLst>
        </pc:spChg>
        <pc:spChg chg="mod topLvl">
          <ac:chgData name="Mayu Ninagawa (蜷川 真優 GE)" userId="15d22be4-2d84-414d-ac66-ca09a50eae87" providerId="ADAL" clId="{2A43D1C7-C612-4547-BA11-3049DC01C97C}" dt="2026-01-29T09:23:10.942" v="8007" actId="164"/>
          <ac:spMkLst>
            <pc:docMk/>
            <pc:sldMk cId="859132569" sldId="394"/>
            <ac:spMk id="137" creationId="{1E6B628A-BC67-5AC5-09D9-43B92EF99998}"/>
          </ac:spMkLst>
        </pc:spChg>
        <pc:spChg chg="mod topLvl">
          <ac:chgData name="Mayu Ninagawa (蜷川 真優 GE)" userId="15d22be4-2d84-414d-ac66-ca09a50eae87" providerId="ADAL" clId="{2A43D1C7-C612-4547-BA11-3049DC01C97C}" dt="2026-01-29T09:23:10.942" v="8007" actId="164"/>
          <ac:spMkLst>
            <pc:docMk/>
            <pc:sldMk cId="859132569" sldId="394"/>
            <ac:spMk id="138" creationId="{768EE7E2-49A5-4464-FA28-ADCCED439A0D}"/>
          </ac:spMkLst>
        </pc:spChg>
        <pc:spChg chg="mod">
          <ac:chgData name="Mayu Ninagawa (蜷川 真優 GE)" userId="15d22be4-2d84-414d-ac66-ca09a50eae87" providerId="ADAL" clId="{2A43D1C7-C612-4547-BA11-3049DC01C97C}" dt="2026-01-29T09:21:58.495" v="8002"/>
          <ac:spMkLst>
            <pc:docMk/>
            <pc:sldMk cId="859132569" sldId="394"/>
            <ac:spMk id="139" creationId="{73018CC5-5FB8-1DAA-6E6B-CD61483C95D7}"/>
          </ac:spMkLst>
        </pc:spChg>
        <pc:spChg chg="del mod topLvl">
          <ac:chgData name="Mayu Ninagawa (蜷川 真優 GE)" userId="15d22be4-2d84-414d-ac66-ca09a50eae87" providerId="ADAL" clId="{2A43D1C7-C612-4547-BA11-3049DC01C97C}" dt="2026-01-20T12:24:01.076" v="3357" actId="478"/>
          <ac:spMkLst>
            <pc:docMk/>
            <pc:sldMk cId="859132569" sldId="394"/>
            <ac:spMk id="139" creationId="{9F878E4C-81A9-CB3A-F738-594D2895C5B2}"/>
          </ac:spMkLst>
        </pc:spChg>
        <pc:spChg chg="mod">
          <ac:chgData name="Mayu Ninagawa (蜷川 真優 GE)" userId="15d22be4-2d84-414d-ac66-ca09a50eae87" providerId="ADAL" clId="{2A43D1C7-C612-4547-BA11-3049DC01C97C}" dt="2026-01-22T02:36:37.556" v="3609"/>
          <ac:spMkLst>
            <pc:docMk/>
            <pc:sldMk cId="859132569" sldId="394"/>
            <ac:spMk id="139" creationId="{A6E399F0-292D-351E-903A-03BCFBB6923F}"/>
          </ac:spMkLst>
        </pc:spChg>
        <pc:spChg chg="mod topLvl">
          <ac:chgData name="Mayu Ninagawa (蜷川 真優 GE)" userId="15d22be4-2d84-414d-ac66-ca09a50eae87" providerId="ADAL" clId="{2A43D1C7-C612-4547-BA11-3049DC01C97C}" dt="2026-01-29T09:23:10.942" v="8007" actId="164"/>
          <ac:spMkLst>
            <pc:docMk/>
            <pc:sldMk cId="859132569" sldId="394"/>
            <ac:spMk id="140" creationId="{7BDD004B-A632-E723-8E4C-70B5F7ABDD26}"/>
          </ac:spMkLst>
        </pc:spChg>
        <pc:spChg chg="mod topLvl">
          <ac:chgData name="Mayu Ninagawa (蜷川 真優 GE)" userId="15d22be4-2d84-414d-ac66-ca09a50eae87" providerId="ADAL" clId="{2A43D1C7-C612-4547-BA11-3049DC01C97C}" dt="2026-01-29T09:23:10.942" v="8007" actId="164"/>
          <ac:spMkLst>
            <pc:docMk/>
            <pc:sldMk cId="859132569" sldId="394"/>
            <ac:spMk id="141" creationId="{85C5CB73-E3AE-6CE4-0DE0-D45030D52E76}"/>
          </ac:spMkLst>
        </pc:spChg>
        <pc:spChg chg="mod topLvl">
          <ac:chgData name="Mayu Ninagawa (蜷川 真優 GE)" userId="15d22be4-2d84-414d-ac66-ca09a50eae87" providerId="ADAL" clId="{2A43D1C7-C612-4547-BA11-3049DC01C97C}" dt="2026-01-29T09:23:10.942" v="8007" actId="164"/>
          <ac:spMkLst>
            <pc:docMk/>
            <pc:sldMk cId="859132569" sldId="394"/>
            <ac:spMk id="142" creationId="{774F96D1-406E-8204-B962-93FAEB62D06B}"/>
          </ac:spMkLst>
        </pc:spChg>
        <pc:spChg chg="mod topLvl">
          <ac:chgData name="Mayu Ninagawa (蜷川 真優 GE)" userId="15d22be4-2d84-414d-ac66-ca09a50eae87" providerId="ADAL" clId="{2A43D1C7-C612-4547-BA11-3049DC01C97C}" dt="2026-01-29T09:23:10.942" v="8007" actId="164"/>
          <ac:spMkLst>
            <pc:docMk/>
            <pc:sldMk cId="859132569" sldId="394"/>
            <ac:spMk id="143" creationId="{17FEF49E-07E7-3CE3-F6E3-E85A245D471B}"/>
          </ac:spMkLst>
        </pc:spChg>
        <pc:spChg chg="mod topLvl">
          <ac:chgData name="Mayu Ninagawa (蜷川 真優 GE)" userId="15d22be4-2d84-414d-ac66-ca09a50eae87" providerId="ADAL" clId="{2A43D1C7-C612-4547-BA11-3049DC01C97C}" dt="2026-01-29T09:23:10.942" v="8007" actId="164"/>
          <ac:spMkLst>
            <pc:docMk/>
            <pc:sldMk cId="859132569" sldId="394"/>
            <ac:spMk id="144" creationId="{BB62214F-5563-62D4-BD3A-3B30BCA0475B}"/>
          </ac:spMkLst>
        </pc:spChg>
        <pc:spChg chg="mod topLvl">
          <ac:chgData name="Mayu Ninagawa (蜷川 真優 GE)" userId="15d22be4-2d84-414d-ac66-ca09a50eae87" providerId="ADAL" clId="{2A43D1C7-C612-4547-BA11-3049DC01C97C}" dt="2026-01-29T09:23:10.942" v="8007" actId="164"/>
          <ac:spMkLst>
            <pc:docMk/>
            <pc:sldMk cId="859132569" sldId="394"/>
            <ac:spMk id="145" creationId="{6A1A0C3F-8781-ED54-E30E-EDDC899C0B43}"/>
          </ac:spMkLst>
        </pc:spChg>
        <pc:spChg chg="mod topLvl">
          <ac:chgData name="Mayu Ninagawa (蜷川 真優 GE)" userId="15d22be4-2d84-414d-ac66-ca09a50eae87" providerId="ADAL" clId="{2A43D1C7-C612-4547-BA11-3049DC01C97C}" dt="2026-01-29T09:23:10.942" v="8007" actId="164"/>
          <ac:spMkLst>
            <pc:docMk/>
            <pc:sldMk cId="859132569" sldId="394"/>
            <ac:spMk id="146" creationId="{F15E1070-6384-8DAC-0FE0-1A8414FA79B3}"/>
          </ac:spMkLst>
        </pc:spChg>
        <pc:spChg chg="mod">
          <ac:chgData name="Mayu Ninagawa (蜷川 真優 GE)" userId="15d22be4-2d84-414d-ac66-ca09a50eae87" providerId="ADAL" clId="{2A43D1C7-C612-4547-BA11-3049DC01C97C}" dt="2026-01-29T09:21:58.495" v="8002"/>
          <ac:spMkLst>
            <pc:docMk/>
            <pc:sldMk cId="859132569" sldId="394"/>
            <ac:spMk id="147" creationId="{6A70AE9F-5B9F-0830-8FFA-1AF267743254}"/>
          </ac:spMkLst>
        </pc:spChg>
        <pc:spChg chg="mod">
          <ac:chgData name="Mayu Ninagawa (蜷川 真優 GE)" userId="15d22be4-2d84-414d-ac66-ca09a50eae87" providerId="ADAL" clId="{2A43D1C7-C612-4547-BA11-3049DC01C97C}" dt="2026-01-22T02:36:37.556" v="3609"/>
          <ac:spMkLst>
            <pc:docMk/>
            <pc:sldMk cId="859132569" sldId="394"/>
            <ac:spMk id="147" creationId="{77BE538C-70E6-0545-7648-15727DFE0BB5}"/>
          </ac:spMkLst>
        </pc:spChg>
        <pc:spChg chg="del mod topLvl">
          <ac:chgData name="Mayu Ninagawa (蜷川 真優 GE)" userId="15d22be4-2d84-414d-ac66-ca09a50eae87" providerId="ADAL" clId="{2A43D1C7-C612-4547-BA11-3049DC01C97C}" dt="2026-01-20T12:23:06.834" v="3351" actId="478"/>
          <ac:spMkLst>
            <pc:docMk/>
            <pc:sldMk cId="859132569" sldId="394"/>
            <ac:spMk id="147" creationId="{EDB98C0D-867F-39CE-DCBB-857D02C68A9E}"/>
          </ac:spMkLst>
        </pc:spChg>
        <pc:spChg chg="del mod topLvl">
          <ac:chgData name="Mayu Ninagawa (蜷川 真優 GE)" userId="15d22be4-2d84-414d-ac66-ca09a50eae87" providerId="ADAL" clId="{2A43D1C7-C612-4547-BA11-3049DC01C97C}" dt="2026-01-20T12:23:06.834" v="3351" actId="478"/>
          <ac:spMkLst>
            <pc:docMk/>
            <pc:sldMk cId="859132569" sldId="394"/>
            <ac:spMk id="148" creationId="{0CE0B806-9650-D26F-7334-31B6418E968C}"/>
          </ac:spMkLst>
        </pc:spChg>
        <pc:spChg chg="mod">
          <ac:chgData name="Mayu Ninagawa (蜷川 真優 GE)" userId="15d22be4-2d84-414d-ac66-ca09a50eae87" providerId="ADAL" clId="{2A43D1C7-C612-4547-BA11-3049DC01C97C}" dt="2026-01-29T09:21:58.495" v="8002"/>
          <ac:spMkLst>
            <pc:docMk/>
            <pc:sldMk cId="859132569" sldId="394"/>
            <ac:spMk id="148" creationId="{C6022505-D74B-C46C-B430-FEA7D4B9ECC6}"/>
          </ac:spMkLst>
        </pc:spChg>
        <pc:spChg chg="mod">
          <ac:chgData name="Mayu Ninagawa (蜷川 真優 GE)" userId="15d22be4-2d84-414d-ac66-ca09a50eae87" providerId="ADAL" clId="{2A43D1C7-C612-4547-BA11-3049DC01C97C}" dt="2026-01-22T02:36:37.556" v="3609"/>
          <ac:spMkLst>
            <pc:docMk/>
            <pc:sldMk cId="859132569" sldId="394"/>
            <ac:spMk id="148" creationId="{FBB0D2DC-63D8-D77B-E0E2-DE98BA91CCF7}"/>
          </ac:spMkLst>
        </pc:spChg>
        <pc:spChg chg="mod">
          <ac:chgData name="Mayu Ninagawa (蜷川 真優 GE)" userId="15d22be4-2d84-414d-ac66-ca09a50eae87" providerId="ADAL" clId="{2A43D1C7-C612-4547-BA11-3049DC01C97C}" dt="2026-01-29T09:21:58.495" v="8002"/>
          <ac:spMkLst>
            <pc:docMk/>
            <pc:sldMk cId="859132569" sldId="394"/>
            <ac:spMk id="149" creationId="{1C403188-22AD-04D4-767F-4235208AB165}"/>
          </ac:spMkLst>
        </pc:spChg>
        <pc:spChg chg="mod">
          <ac:chgData name="Mayu Ninagawa (蜷川 真優 GE)" userId="15d22be4-2d84-414d-ac66-ca09a50eae87" providerId="ADAL" clId="{2A43D1C7-C612-4547-BA11-3049DC01C97C}" dt="2026-01-22T02:36:37.556" v="3609"/>
          <ac:spMkLst>
            <pc:docMk/>
            <pc:sldMk cId="859132569" sldId="394"/>
            <ac:spMk id="149" creationId="{6F72BFBB-7C22-86C6-77B8-CF1ACB69F264}"/>
          </ac:spMkLst>
        </pc:spChg>
        <pc:spChg chg="del mod topLvl">
          <ac:chgData name="Mayu Ninagawa (蜷川 真優 GE)" userId="15d22be4-2d84-414d-ac66-ca09a50eae87" providerId="ADAL" clId="{2A43D1C7-C612-4547-BA11-3049DC01C97C}" dt="2026-01-20T12:23:06.834" v="3351" actId="478"/>
          <ac:spMkLst>
            <pc:docMk/>
            <pc:sldMk cId="859132569" sldId="394"/>
            <ac:spMk id="149" creationId="{FD8ACAEC-4C42-3905-3A15-24BD21B577D5}"/>
          </ac:spMkLst>
        </pc:spChg>
        <pc:spChg chg="del mod topLvl">
          <ac:chgData name="Mayu Ninagawa (蜷川 真優 GE)" userId="15d22be4-2d84-414d-ac66-ca09a50eae87" providerId="ADAL" clId="{2A43D1C7-C612-4547-BA11-3049DC01C97C}" dt="2026-01-20T12:23:06.834" v="3351" actId="478"/>
          <ac:spMkLst>
            <pc:docMk/>
            <pc:sldMk cId="859132569" sldId="394"/>
            <ac:spMk id="150" creationId="{245E46AD-1053-A48E-C707-47DFFD993601}"/>
          </ac:spMkLst>
        </pc:spChg>
        <pc:spChg chg="mod">
          <ac:chgData name="Mayu Ninagawa (蜷川 真優 GE)" userId="15d22be4-2d84-414d-ac66-ca09a50eae87" providerId="ADAL" clId="{2A43D1C7-C612-4547-BA11-3049DC01C97C}" dt="2026-01-29T09:21:58.495" v="8002"/>
          <ac:spMkLst>
            <pc:docMk/>
            <pc:sldMk cId="859132569" sldId="394"/>
            <ac:spMk id="150" creationId="{80126283-077E-56A9-EE44-A1B922876B73}"/>
          </ac:spMkLst>
        </pc:spChg>
        <pc:spChg chg="mod">
          <ac:chgData name="Mayu Ninagawa (蜷川 真優 GE)" userId="15d22be4-2d84-414d-ac66-ca09a50eae87" providerId="ADAL" clId="{2A43D1C7-C612-4547-BA11-3049DC01C97C}" dt="2026-01-22T02:36:37.556" v="3609"/>
          <ac:spMkLst>
            <pc:docMk/>
            <pc:sldMk cId="859132569" sldId="394"/>
            <ac:spMk id="150" creationId="{853A83F5-F91F-5633-C5F1-D8C4C5F085A2}"/>
          </ac:spMkLst>
        </pc:spChg>
        <pc:spChg chg="mod topLvl">
          <ac:chgData name="Mayu Ninagawa (蜷川 真優 GE)" userId="15d22be4-2d84-414d-ac66-ca09a50eae87" providerId="ADAL" clId="{2A43D1C7-C612-4547-BA11-3049DC01C97C}" dt="2026-01-29T09:23:10.942" v="8007" actId="164"/>
          <ac:spMkLst>
            <pc:docMk/>
            <pc:sldMk cId="859132569" sldId="394"/>
            <ac:spMk id="151" creationId="{2DEDF053-687F-F997-3C88-56B622AE3167}"/>
          </ac:spMkLst>
        </pc:spChg>
        <pc:spChg chg="mod topLvl">
          <ac:chgData name="Mayu Ninagawa (蜷川 真優 GE)" userId="15d22be4-2d84-414d-ac66-ca09a50eae87" providerId="ADAL" clId="{2A43D1C7-C612-4547-BA11-3049DC01C97C}" dt="2026-01-29T09:23:10.942" v="8007" actId="164"/>
          <ac:spMkLst>
            <pc:docMk/>
            <pc:sldMk cId="859132569" sldId="394"/>
            <ac:spMk id="152" creationId="{56960D5C-7DBC-CDBB-CC74-A213B850992A}"/>
          </ac:spMkLst>
        </pc:spChg>
        <pc:spChg chg="mod topLvl">
          <ac:chgData name="Mayu Ninagawa (蜷川 真優 GE)" userId="15d22be4-2d84-414d-ac66-ca09a50eae87" providerId="ADAL" clId="{2A43D1C7-C612-4547-BA11-3049DC01C97C}" dt="2026-01-29T09:23:10.942" v="8007" actId="164"/>
          <ac:spMkLst>
            <pc:docMk/>
            <pc:sldMk cId="859132569" sldId="394"/>
            <ac:spMk id="153" creationId="{3FB80B5D-C2F2-D1B5-A40F-2247C433B804}"/>
          </ac:spMkLst>
        </pc:spChg>
        <pc:spChg chg="mod topLvl">
          <ac:chgData name="Mayu Ninagawa (蜷川 真優 GE)" userId="15d22be4-2d84-414d-ac66-ca09a50eae87" providerId="ADAL" clId="{2A43D1C7-C612-4547-BA11-3049DC01C97C}" dt="2026-01-29T09:23:10.942" v="8007" actId="164"/>
          <ac:spMkLst>
            <pc:docMk/>
            <pc:sldMk cId="859132569" sldId="394"/>
            <ac:spMk id="154" creationId="{E52932E5-97A6-F1DB-76DF-62F48D53391D}"/>
          </ac:spMkLst>
        </pc:spChg>
        <pc:spChg chg="mod topLvl">
          <ac:chgData name="Mayu Ninagawa (蜷川 真優 GE)" userId="15d22be4-2d84-414d-ac66-ca09a50eae87" providerId="ADAL" clId="{2A43D1C7-C612-4547-BA11-3049DC01C97C}" dt="2026-01-29T09:23:10.942" v="8007" actId="164"/>
          <ac:spMkLst>
            <pc:docMk/>
            <pc:sldMk cId="859132569" sldId="394"/>
            <ac:spMk id="155" creationId="{0F80BE13-D9C7-4829-4A4F-52446F7084C8}"/>
          </ac:spMkLst>
        </pc:spChg>
        <pc:spChg chg="mod topLvl">
          <ac:chgData name="Mayu Ninagawa (蜷川 真優 GE)" userId="15d22be4-2d84-414d-ac66-ca09a50eae87" providerId="ADAL" clId="{2A43D1C7-C612-4547-BA11-3049DC01C97C}" dt="2026-01-29T09:23:10.942" v="8007" actId="164"/>
          <ac:spMkLst>
            <pc:docMk/>
            <pc:sldMk cId="859132569" sldId="394"/>
            <ac:spMk id="156" creationId="{E26E63CD-B9A4-2418-B7F7-B47D8A0F4225}"/>
          </ac:spMkLst>
        </pc:spChg>
        <pc:spChg chg="mod topLvl">
          <ac:chgData name="Mayu Ninagawa (蜷川 真優 GE)" userId="15d22be4-2d84-414d-ac66-ca09a50eae87" providerId="ADAL" clId="{2A43D1C7-C612-4547-BA11-3049DC01C97C}" dt="2026-01-29T09:23:10.942" v="8007" actId="164"/>
          <ac:spMkLst>
            <pc:docMk/>
            <pc:sldMk cId="859132569" sldId="394"/>
            <ac:spMk id="157" creationId="{D0643824-0913-387A-1AEB-AF5A10141F12}"/>
          </ac:spMkLst>
        </pc:spChg>
        <pc:spChg chg="mod topLvl">
          <ac:chgData name="Mayu Ninagawa (蜷川 真優 GE)" userId="15d22be4-2d84-414d-ac66-ca09a50eae87" providerId="ADAL" clId="{2A43D1C7-C612-4547-BA11-3049DC01C97C}" dt="2026-01-29T09:23:10.942" v="8007" actId="164"/>
          <ac:spMkLst>
            <pc:docMk/>
            <pc:sldMk cId="859132569" sldId="394"/>
            <ac:spMk id="158" creationId="{CE3EF66B-FBC1-8EEF-B623-BB9D2B8F0051}"/>
          </ac:spMkLst>
        </pc:spChg>
        <pc:spChg chg="mod topLvl">
          <ac:chgData name="Mayu Ninagawa (蜷川 真優 GE)" userId="15d22be4-2d84-414d-ac66-ca09a50eae87" providerId="ADAL" clId="{2A43D1C7-C612-4547-BA11-3049DC01C97C}" dt="2026-01-30T06:33:10.070" v="9552"/>
          <ac:spMkLst>
            <pc:docMk/>
            <pc:sldMk cId="859132569" sldId="394"/>
            <ac:spMk id="159" creationId="{94420D29-5CE5-CF23-E477-940CF234C053}"/>
          </ac:spMkLst>
        </pc:spChg>
        <pc:spChg chg="mod topLvl">
          <ac:chgData name="Mayu Ninagawa (蜷川 真優 GE)" userId="15d22be4-2d84-414d-ac66-ca09a50eae87" providerId="ADAL" clId="{2A43D1C7-C612-4547-BA11-3049DC01C97C}" dt="2026-01-29T09:23:10.942" v="8007" actId="164"/>
          <ac:spMkLst>
            <pc:docMk/>
            <pc:sldMk cId="859132569" sldId="394"/>
            <ac:spMk id="160" creationId="{30F2CD08-7BE6-3836-469A-116971A3BE11}"/>
          </ac:spMkLst>
        </pc:spChg>
        <pc:spChg chg="mod topLvl">
          <ac:chgData name="Mayu Ninagawa (蜷川 真優 GE)" userId="15d22be4-2d84-414d-ac66-ca09a50eae87" providerId="ADAL" clId="{2A43D1C7-C612-4547-BA11-3049DC01C97C}" dt="2026-01-29T09:23:10.942" v="8007" actId="164"/>
          <ac:spMkLst>
            <pc:docMk/>
            <pc:sldMk cId="859132569" sldId="394"/>
            <ac:spMk id="161" creationId="{C00BDF7D-CB9A-7FA3-131D-7414DF9EC9D2}"/>
          </ac:spMkLst>
        </pc:spChg>
        <pc:spChg chg="mod topLvl">
          <ac:chgData name="Mayu Ninagawa (蜷川 真優 GE)" userId="15d22be4-2d84-414d-ac66-ca09a50eae87" providerId="ADAL" clId="{2A43D1C7-C612-4547-BA11-3049DC01C97C}" dt="2026-01-29T09:23:10.942" v="8007" actId="164"/>
          <ac:spMkLst>
            <pc:docMk/>
            <pc:sldMk cId="859132569" sldId="394"/>
            <ac:spMk id="162" creationId="{CB12C84E-AD52-5F14-00FC-08A4F623B594}"/>
          </ac:spMkLst>
        </pc:spChg>
        <pc:spChg chg="mod topLvl">
          <ac:chgData name="Mayu Ninagawa (蜷川 真優 GE)" userId="15d22be4-2d84-414d-ac66-ca09a50eae87" providerId="ADAL" clId="{2A43D1C7-C612-4547-BA11-3049DC01C97C}" dt="2026-01-29T09:23:10.942" v="8007" actId="164"/>
          <ac:spMkLst>
            <pc:docMk/>
            <pc:sldMk cId="859132569" sldId="394"/>
            <ac:spMk id="163" creationId="{30C06BA3-ABD6-8FFC-3D89-1FD1C1A10302}"/>
          </ac:spMkLst>
        </pc:spChg>
        <pc:spChg chg="mod topLvl">
          <ac:chgData name="Mayu Ninagawa (蜷川 真優 GE)" userId="15d22be4-2d84-414d-ac66-ca09a50eae87" providerId="ADAL" clId="{2A43D1C7-C612-4547-BA11-3049DC01C97C}" dt="2026-01-29T09:23:10.942" v="8007" actId="164"/>
          <ac:spMkLst>
            <pc:docMk/>
            <pc:sldMk cId="859132569" sldId="394"/>
            <ac:spMk id="164" creationId="{3B050EA1-430E-E36A-51BE-5D11D05BF33E}"/>
          </ac:spMkLst>
        </pc:spChg>
        <pc:spChg chg="mod topLvl">
          <ac:chgData name="Mayu Ninagawa (蜷川 真優 GE)" userId="15d22be4-2d84-414d-ac66-ca09a50eae87" providerId="ADAL" clId="{2A43D1C7-C612-4547-BA11-3049DC01C97C}" dt="2026-01-30T06:33:10.070" v="9552"/>
          <ac:spMkLst>
            <pc:docMk/>
            <pc:sldMk cId="859132569" sldId="394"/>
            <ac:spMk id="165" creationId="{D52B44C2-9599-D8BA-8862-8E0CA33B9CE0}"/>
          </ac:spMkLst>
        </pc:spChg>
        <pc:spChg chg="mod topLvl">
          <ac:chgData name="Mayu Ninagawa (蜷川 真優 GE)" userId="15d22be4-2d84-414d-ac66-ca09a50eae87" providerId="ADAL" clId="{2A43D1C7-C612-4547-BA11-3049DC01C97C}" dt="2026-01-29T09:23:10.942" v="8007" actId="164"/>
          <ac:spMkLst>
            <pc:docMk/>
            <pc:sldMk cId="859132569" sldId="394"/>
            <ac:spMk id="166" creationId="{876DC72E-9631-F9E7-15A2-673C7F3C7E75}"/>
          </ac:spMkLst>
        </pc:spChg>
        <pc:spChg chg="mod topLvl">
          <ac:chgData name="Mayu Ninagawa (蜷川 真優 GE)" userId="15d22be4-2d84-414d-ac66-ca09a50eae87" providerId="ADAL" clId="{2A43D1C7-C612-4547-BA11-3049DC01C97C}" dt="2026-01-30T06:33:10.070" v="9552"/>
          <ac:spMkLst>
            <pc:docMk/>
            <pc:sldMk cId="859132569" sldId="394"/>
            <ac:spMk id="167" creationId="{60581F51-F53F-B7C8-C30F-B2048A67E37C}"/>
          </ac:spMkLst>
        </pc:spChg>
        <pc:spChg chg="mod topLvl">
          <ac:chgData name="Mayu Ninagawa (蜷川 真優 GE)" userId="15d22be4-2d84-414d-ac66-ca09a50eae87" providerId="ADAL" clId="{2A43D1C7-C612-4547-BA11-3049DC01C97C}" dt="2026-01-29T09:23:10.942" v="8007" actId="164"/>
          <ac:spMkLst>
            <pc:docMk/>
            <pc:sldMk cId="859132569" sldId="394"/>
            <ac:spMk id="168" creationId="{D20198D1-06DE-44FA-C896-D8CF4DF3BC49}"/>
          </ac:spMkLst>
        </pc:spChg>
        <pc:spChg chg="mod topLvl">
          <ac:chgData name="Mayu Ninagawa (蜷川 真優 GE)" userId="15d22be4-2d84-414d-ac66-ca09a50eae87" providerId="ADAL" clId="{2A43D1C7-C612-4547-BA11-3049DC01C97C}" dt="2026-01-29T09:23:10.942" v="8007" actId="164"/>
          <ac:spMkLst>
            <pc:docMk/>
            <pc:sldMk cId="859132569" sldId="394"/>
            <ac:spMk id="169" creationId="{568BC3FA-B4EA-0460-A17B-3CD018159601}"/>
          </ac:spMkLst>
        </pc:spChg>
        <pc:spChg chg="mod topLvl">
          <ac:chgData name="Mayu Ninagawa (蜷川 真優 GE)" userId="15d22be4-2d84-414d-ac66-ca09a50eae87" providerId="ADAL" clId="{2A43D1C7-C612-4547-BA11-3049DC01C97C}" dt="2026-01-29T09:23:10.942" v="8007" actId="164"/>
          <ac:spMkLst>
            <pc:docMk/>
            <pc:sldMk cId="859132569" sldId="394"/>
            <ac:spMk id="170" creationId="{7B25A763-5539-86AE-7ABB-D8CC4EA690C2}"/>
          </ac:spMkLst>
        </pc:spChg>
        <pc:spChg chg="mod topLvl">
          <ac:chgData name="Mayu Ninagawa (蜷川 真優 GE)" userId="15d22be4-2d84-414d-ac66-ca09a50eae87" providerId="ADAL" clId="{2A43D1C7-C612-4547-BA11-3049DC01C97C}" dt="2026-01-29T09:23:10.942" v="8007" actId="164"/>
          <ac:spMkLst>
            <pc:docMk/>
            <pc:sldMk cId="859132569" sldId="394"/>
            <ac:spMk id="171" creationId="{151E653B-066F-5B77-1BE3-00E5F5BDEB45}"/>
          </ac:spMkLst>
        </pc:spChg>
        <pc:spChg chg="mod topLvl">
          <ac:chgData name="Mayu Ninagawa (蜷川 真優 GE)" userId="15d22be4-2d84-414d-ac66-ca09a50eae87" providerId="ADAL" clId="{2A43D1C7-C612-4547-BA11-3049DC01C97C}" dt="2026-01-29T09:23:10.942" v="8007" actId="164"/>
          <ac:spMkLst>
            <pc:docMk/>
            <pc:sldMk cId="859132569" sldId="394"/>
            <ac:spMk id="172" creationId="{62F6EE14-EBE0-4D52-EA17-3D71B5E33333}"/>
          </ac:spMkLst>
        </pc:spChg>
        <pc:spChg chg="mod topLvl">
          <ac:chgData name="Mayu Ninagawa (蜷川 真優 GE)" userId="15d22be4-2d84-414d-ac66-ca09a50eae87" providerId="ADAL" clId="{2A43D1C7-C612-4547-BA11-3049DC01C97C}" dt="2026-01-29T09:23:10.942" v="8007" actId="164"/>
          <ac:spMkLst>
            <pc:docMk/>
            <pc:sldMk cId="859132569" sldId="394"/>
            <ac:spMk id="173" creationId="{E91DED9C-6E6A-7C24-1DA6-6C502BB9307D}"/>
          </ac:spMkLst>
        </pc:spChg>
        <pc:spChg chg="mod topLvl">
          <ac:chgData name="Mayu Ninagawa (蜷川 真優 GE)" userId="15d22be4-2d84-414d-ac66-ca09a50eae87" providerId="ADAL" clId="{2A43D1C7-C612-4547-BA11-3049DC01C97C}" dt="2026-01-29T09:23:10.942" v="8007" actId="164"/>
          <ac:spMkLst>
            <pc:docMk/>
            <pc:sldMk cId="859132569" sldId="394"/>
            <ac:spMk id="174" creationId="{76EA9280-BA25-1244-CC3C-930535C91763}"/>
          </ac:spMkLst>
        </pc:spChg>
        <pc:spChg chg="mod topLvl">
          <ac:chgData name="Mayu Ninagawa (蜷川 真優 GE)" userId="15d22be4-2d84-414d-ac66-ca09a50eae87" providerId="ADAL" clId="{2A43D1C7-C612-4547-BA11-3049DC01C97C}" dt="2026-01-29T09:23:10.942" v="8007" actId="164"/>
          <ac:spMkLst>
            <pc:docMk/>
            <pc:sldMk cId="859132569" sldId="394"/>
            <ac:spMk id="175" creationId="{8F5E549D-0048-62B7-7CD2-D1997F090709}"/>
          </ac:spMkLst>
        </pc:spChg>
        <pc:spChg chg="mod topLvl">
          <ac:chgData name="Mayu Ninagawa (蜷川 真優 GE)" userId="15d22be4-2d84-414d-ac66-ca09a50eae87" providerId="ADAL" clId="{2A43D1C7-C612-4547-BA11-3049DC01C97C}" dt="2026-01-29T09:23:10.942" v="8007" actId="164"/>
          <ac:spMkLst>
            <pc:docMk/>
            <pc:sldMk cId="859132569" sldId="394"/>
            <ac:spMk id="176" creationId="{83988A42-C699-59A2-F59E-B1FCCBA5DFFC}"/>
          </ac:spMkLst>
        </pc:spChg>
        <pc:spChg chg="mod topLvl">
          <ac:chgData name="Mayu Ninagawa (蜷川 真優 GE)" userId="15d22be4-2d84-414d-ac66-ca09a50eae87" providerId="ADAL" clId="{2A43D1C7-C612-4547-BA11-3049DC01C97C}" dt="2026-01-29T09:23:10.942" v="8007" actId="164"/>
          <ac:spMkLst>
            <pc:docMk/>
            <pc:sldMk cId="859132569" sldId="394"/>
            <ac:spMk id="177" creationId="{3DC3C4D7-6C47-EB40-84E2-5CA7AA859FC5}"/>
          </ac:spMkLst>
        </pc:spChg>
        <pc:spChg chg="mod topLvl">
          <ac:chgData name="Mayu Ninagawa (蜷川 真優 GE)" userId="15d22be4-2d84-414d-ac66-ca09a50eae87" providerId="ADAL" clId="{2A43D1C7-C612-4547-BA11-3049DC01C97C}" dt="2026-01-29T09:23:10.942" v="8007" actId="164"/>
          <ac:spMkLst>
            <pc:docMk/>
            <pc:sldMk cId="859132569" sldId="394"/>
            <ac:spMk id="178" creationId="{97FCA29F-29A7-6B0F-3346-D73455532BFB}"/>
          </ac:spMkLst>
        </pc:spChg>
        <pc:spChg chg="mod">
          <ac:chgData name="Mayu Ninagawa (蜷川 真優 GE)" userId="15d22be4-2d84-414d-ac66-ca09a50eae87" providerId="ADAL" clId="{2A43D1C7-C612-4547-BA11-3049DC01C97C}" dt="2026-01-29T09:21:58.495" v="8002"/>
          <ac:spMkLst>
            <pc:docMk/>
            <pc:sldMk cId="859132569" sldId="394"/>
            <ac:spMk id="179" creationId="{CA4137D7-C2D4-BCD6-DF7C-7AC00D357158}"/>
          </ac:spMkLst>
        </pc:spChg>
        <pc:spChg chg="mod">
          <ac:chgData name="Mayu Ninagawa (蜷川 真優 GE)" userId="15d22be4-2d84-414d-ac66-ca09a50eae87" providerId="ADAL" clId="{2A43D1C7-C612-4547-BA11-3049DC01C97C}" dt="2026-01-22T02:36:37.556" v="3609"/>
          <ac:spMkLst>
            <pc:docMk/>
            <pc:sldMk cId="859132569" sldId="394"/>
            <ac:spMk id="179" creationId="{E82271D1-92C6-BA6E-3885-4883372199B7}"/>
          </ac:spMkLst>
        </pc:spChg>
        <pc:spChg chg="mod">
          <ac:chgData name="Mayu Ninagawa (蜷川 真優 GE)" userId="15d22be4-2d84-414d-ac66-ca09a50eae87" providerId="ADAL" clId="{2A43D1C7-C612-4547-BA11-3049DC01C97C}" dt="2026-01-22T02:36:37.556" v="3609"/>
          <ac:spMkLst>
            <pc:docMk/>
            <pc:sldMk cId="859132569" sldId="394"/>
            <ac:spMk id="180" creationId="{4FB537E9-FCA7-2E98-4917-588398520353}"/>
          </ac:spMkLst>
        </pc:spChg>
        <pc:spChg chg="mod">
          <ac:chgData name="Mayu Ninagawa (蜷川 真優 GE)" userId="15d22be4-2d84-414d-ac66-ca09a50eae87" providerId="ADAL" clId="{2A43D1C7-C612-4547-BA11-3049DC01C97C}" dt="2026-01-29T09:21:58.495" v="8002"/>
          <ac:spMkLst>
            <pc:docMk/>
            <pc:sldMk cId="859132569" sldId="394"/>
            <ac:spMk id="180" creationId="{7689246E-B19C-7A63-E7B9-FFF549E54AD8}"/>
          </ac:spMkLst>
        </pc:spChg>
        <pc:spChg chg="mod">
          <ac:chgData name="Mayu Ninagawa (蜷川 真優 GE)" userId="15d22be4-2d84-414d-ac66-ca09a50eae87" providerId="ADAL" clId="{2A43D1C7-C612-4547-BA11-3049DC01C97C}" dt="2026-01-20T11:28:01.068" v="3134"/>
          <ac:spMkLst>
            <pc:docMk/>
            <pc:sldMk cId="859132569" sldId="394"/>
            <ac:spMk id="180" creationId="{D0365310-E9D3-EFBE-370C-C30926546A4E}"/>
          </ac:spMkLst>
        </pc:spChg>
        <pc:spChg chg="mod">
          <ac:chgData name="Mayu Ninagawa (蜷川 真優 GE)" userId="15d22be4-2d84-414d-ac66-ca09a50eae87" providerId="ADAL" clId="{2A43D1C7-C612-4547-BA11-3049DC01C97C}" dt="2026-01-29T09:21:58.495" v="8002"/>
          <ac:spMkLst>
            <pc:docMk/>
            <pc:sldMk cId="859132569" sldId="394"/>
            <ac:spMk id="181" creationId="{345DBB6C-45CD-0E74-5D43-C3992FECEC7F}"/>
          </ac:spMkLst>
        </pc:spChg>
        <pc:spChg chg="mod">
          <ac:chgData name="Mayu Ninagawa (蜷川 真優 GE)" userId="15d22be4-2d84-414d-ac66-ca09a50eae87" providerId="ADAL" clId="{2A43D1C7-C612-4547-BA11-3049DC01C97C}" dt="2026-01-22T02:36:37.556" v="3609"/>
          <ac:spMkLst>
            <pc:docMk/>
            <pc:sldMk cId="859132569" sldId="394"/>
            <ac:spMk id="181" creationId="{8F1AB37B-99C8-222B-D11B-86EC74F1280E}"/>
          </ac:spMkLst>
        </pc:spChg>
        <pc:spChg chg="mod">
          <ac:chgData name="Mayu Ninagawa (蜷川 真優 GE)" userId="15d22be4-2d84-414d-ac66-ca09a50eae87" providerId="ADAL" clId="{2A43D1C7-C612-4547-BA11-3049DC01C97C}" dt="2026-01-20T11:28:01.068" v="3134"/>
          <ac:spMkLst>
            <pc:docMk/>
            <pc:sldMk cId="859132569" sldId="394"/>
            <ac:spMk id="181" creationId="{FA493742-526E-BDBE-1ED6-38267016D3A0}"/>
          </ac:spMkLst>
        </pc:spChg>
        <pc:spChg chg="mod">
          <ac:chgData name="Mayu Ninagawa (蜷川 真優 GE)" userId="15d22be4-2d84-414d-ac66-ca09a50eae87" providerId="ADAL" clId="{2A43D1C7-C612-4547-BA11-3049DC01C97C}" dt="2026-01-29T09:21:58.495" v="8002"/>
          <ac:spMkLst>
            <pc:docMk/>
            <pc:sldMk cId="859132569" sldId="394"/>
            <ac:spMk id="182" creationId="{41C57BCD-476A-D921-9EB1-345E73C3C4DA}"/>
          </ac:spMkLst>
        </pc:spChg>
        <pc:spChg chg="mod">
          <ac:chgData name="Mayu Ninagawa (蜷川 真優 GE)" userId="15d22be4-2d84-414d-ac66-ca09a50eae87" providerId="ADAL" clId="{2A43D1C7-C612-4547-BA11-3049DC01C97C}" dt="2026-01-20T11:28:01.068" v="3134"/>
          <ac:spMkLst>
            <pc:docMk/>
            <pc:sldMk cId="859132569" sldId="394"/>
            <ac:spMk id="182" creationId="{A6DFE051-31EC-E610-0A94-A7501A7187B2}"/>
          </ac:spMkLst>
        </pc:spChg>
        <pc:spChg chg="mod">
          <ac:chgData name="Mayu Ninagawa (蜷川 真優 GE)" userId="15d22be4-2d84-414d-ac66-ca09a50eae87" providerId="ADAL" clId="{2A43D1C7-C612-4547-BA11-3049DC01C97C}" dt="2026-01-22T02:36:37.556" v="3609"/>
          <ac:spMkLst>
            <pc:docMk/>
            <pc:sldMk cId="859132569" sldId="394"/>
            <ac:spMk id="182" creationId="{E5EA1F24-6854-4D35-6D05-C8D7637DB6B9}"/>
          </ac:spMkLst>
        </pc:spChg>
        <pc:spChg chg="mod">
          <ac:chgData name="Mayu Ninagawa (蜷川 真優 GE)" userId="15d22be4-2d84-414d-ac66-ca09a50eae87" providerId="ADAL" clId="{2A43D1C7-C612-4547-BA11-3049DC01C97C}" dt="2026-01-29T09:21:58.495" v="8002"/>
          <ac:spMkLst>
            <pc:docMk/>
            <pc:sldMk cId="859132569" sldId="394"/>
            <ac:spMk id="183" creationId="{52619AA4-7C27-9C37-2E4F-A9C7A50B0A58}"/>
          </ac:spMkLst>
        </pc:spChg>
        <pc:spChg chg="mod">
          <ac:chgData name="Mayu Ninagawa (蜷川 真優 GE)" userId="15d22be4-2d84-414d-ac66-ca09a50eae87" providerId="ADAL" clId="{2A43D1C7-C612-4547-BA11-3049DC01C97C}" dt="2026-01-20T11:28:01.068" v="3134"/>
          <ac:spMkLst>
            <pc:docMk/>
            <pc:sldMk cId="859132569" sldId="394"/>
            <ac:spMk id="183" creationId="{5F4DE677-79A0-4373-F081-16CA28D9CF98}"/>
          </ac:spMkLst>
        </pc:spChg>
        <pc:spChg chg="mod">
          <ac:chgData name="Mayu Ninagawa (蜷川 真優 GE)" userId="15d22be4-2d84-414d-ac66-ca09a50eae87" providerId="ADAL" clId="{2A43D1C7-C612-4547-BA11-3049DC01C97C}" dt="2026-01-22T02:36:37.556" v="3609"/>
          <ac:spMkLst>
            <pc:docMk/>
            <pc:sldMk cId="859132569" sldId="394"/>
            <ac:spMk id="183" creationId="{A0EBC95E-2027-D6D0-E8E6-D67459DC398D}"/>
          </ac:spMkLst>
        </pc:spChg>
        <pc:spChg chg="mod">
          <ac:chgData name="Mayu Ninagawa (蜷川 真優 GE)" userId="15d22be4-2d84-414d-ac66-ca09a50eae87" providerId="ADAL" clId="{2A43D1C7-C612-4547-BA11-3049DC01C97C}" dt="2026-01-20T11:28:01.068" v="3134"/>
          <ac:spMkLst>
            <pc:docMk/>
            <pc:sldMk cId="859132569" sldId="394"/>
            <ac:spMk id="184" creationId="{2D9B7F0F-D170-876C-3497-2474CBF3DA57}"/>
          </ac:spMkLst>
        </pc:spChg>
        <pc:spChg chg="mod">
          <ac:chgData name="Mayu Ninagawa (蜷川 真優 GE)" userId="15d22be4-2d84-414d-ac66-ca09a50eae87" providerId="ADAL" clId="{2A43D1C7-C612-4547-BA11-3049DC01C97C}" dt="2026-01-22T02:36:37.556" v="3609"/>
          <ac:spMkLst>
            <pc:docMk/>
            <pc:sldMk cId="859132569" sldId="394"/>
            <ac:spMk id="184" creationId="{2E9127CD-31BA-CCEB-1E42-6BD0DC737D9E}"/>
          </ac:spMkLst>
        </pc:spChg>
        <pc:spChg chg="mod">
          <ac:chgData name="Mayu Ninagawa (蜷川 真優 GE)" userId="15d22be4-2d84-414d-ac66-ca09a50eae87" providerId="ADAL" clId="{2A43D1C7-C612-4547-BA11-3049DC01C97C}" dt="2026-01-29T09:21:58.495" v="8002"/>
          <ac:spMkLst>
            <pc:docMk/>
            <pc:sldMk cId="859132569" sldId="394"/>
            <ac:spMk id="184" creationId="{5025E6F2-71A1-6563-DBE6-A8FD6536C18F}"/>
          </ac:spMkLst>
        </pc:spChg>
        <pc:spChg chg="mod">
          <ac:chgData name="Mayu Ninagawa (蜷川 真優 GE)" userId="15d22be4-2d84-414d-ac66-ca09a50eae87" providerId="ADAL" clId="{2A43D1C7-C612-4547-BA11-3049DC01C97C}" dt="2026-01-29T09:21:58.495" v="8002"/>
          <ac:spMkLst>
            <pc:docMk/>
            <pc:sldMk cId="859132569" sldId="394"/>
            <ac:spMk id="185" creationId="{0D270F37-637D-B348-CBE9-9C9BD84D7B3E}"/>
          </ac:spMkLst>
        </pc:spChg>
        <pc:spChg chg="mod">
          <ac:chgData name="Mayu Ninagawa (蜷川 真優 GE)" userId="15d22be4-2d84-414d-ac66-ca09a50eae87" providerId="ADAL" clId="{2A43D1C7-C612-4547-BA11-3049DC01C97C}" dt="2026-01-22T02:36:37.556" v="3609"/>
          <ac:spMkLst>
            <pc:docMk/>
            <pc:sldMk cId="859132569" sldId="394"/>
            <ac:spMk id="185" creationId="{155FBD40-6EE9-05DA-CC33-08DBA3DCC43F}"/>
          </ac:spMkLst>
        </pc:spChg>
        <pc:spChg chg="mod">
          <ac:chgData name="Mayu Ninagawa (蜷川 真優 GE)" userId="15d22be4-2d84-414d-ac66-ca09a50eae87" providerId="ADAL" clId="{2A43D1C7-C612-4547-BA11-3049DC01C97C}" dt="2026-01-20T11:28:01.068" v="3134"/>
          <ac:spMkLst>
            <pc:docMk/>
            <pc:sldMk cId="859132569" sldId="394"/>
            <ac:spMk id="185" creationId="{D4A853ED-7829-273C-44F7-AD805C3FD286}"/>
          </ac:spMkLst>
        </pc:spChg>
        <pc:spChg chg="mod">
          <ac:chgData name="Mayu Ninagawa (蜷川 真優 GE)" userId="15d22be4-2d84-414d-ac66-ca09a50eae87" providerId="ADAL" clId="{2A43D1C7-C612-4547-BA11-3049DC01C97C}" dt="2026-01-20T11:28:01.068" v="3134"/>
          <ac:spMkLst>
            <pc:docMk/>
            <pc:sldMk cId="859132569" sldId="394"/>
            <ac:spMk id="186" creationId="{1246D5D1-D2A6-6118-96B9-5AB23FEB8151}"/>
          </ac:spMkLst>
        </pc:spChg>
        <pc:spChg chg="mod">
          <ac:chgData name="Mayu Ninagawa (蜷川 真優 GE)" userId="15d22be4-2d84-414d-ac66-ca09a50eae87" providerId="ADAL" clId="{2A43D1C7-C612-4547-BA11-3049DC01C97C}" dt="2026-01-29T09:21:58.495" v="8002"/>
          <ac:spMkLst>
            <pc:docMk/>
            <pc:sldMk cId="859132569" sldId="394"/>
            <ac:spMk id="186" creationId="{1DA33541-4C55-F01E-CFCC-D5F04E75C716}"/>
          </ac:spMkLst>
        </pc:spChg>
        <pc:spChg chg="mod">
          <ac:chgData name="Mayu Ninagawa (蜷川 真優 GE)" userId="15d22be4-2d84-414d-ac66-ca09a50eae87" providerId="ADAL" clId="{2A43D1C7-C612-4547-BA11-3049DC01C97C}" dt="2026-01-22T02:36:37.556" v="3609"/>
          <ac:spMkLst>
            <pc:docMk/>
            <pc:sldMk cId="859132569" sldId="394"/>
            <ac:spMk id="186" creationId="{F2414CF6-3DC5-0C94-AA46-66CA06E63806}"/>
          </ac:spMkLst>
        </pc:spChg>
        <pc:spChg chg="mod">
          <ac:chgData name="Mayu Ninagawa (蜷川 真優 GE)" userId="15d22be4-2d84-414d-ac66-ca09a50eae87" providerId="ADAL" clId="{2A43D1C7-C612-4547-BA11-3049DC01C97C}" dt="2026-01-20T11:28:01.068" v="3134"/>
          <ac:spMkLst>
            <pc:docMk/>
            <pc:sldMk cId="859132569" sldId="394"/>
            <ac:spMk id="187" creationId="{114C6549-6A00-9BB4-0A92-564FCF638F40}"/>
          </ac:spMkLst>
        </pc:spChg>
        <pc:spChg chg="mod">
          <ac:chgData name="Mayu Ninagawa (蜷川 真優 GE)" userId="15d22be4-2d84-414d-ac66-ca09a50eae87" providerId="ADAL" clId="{2A43D1C7-C612-4547-BA11-3049DC01C97C}" dt="2026-01-22T02:36:37.556" v="3609"/>
          <ac:spMkLst>
            <pc:docMk/>
            <pc:sldMk cId="859132569" sldId="394"/>
            <ac:spMk id="187" creationId="{BE333A5C-C3EE-6D0B-E1AD-D2413274CBCD}"/>
          </ac:spMkLst>
        </pc:spChg>
        <pc:spChg chg="mod">
          <ac:chgData name="Mayu Ninagawa (蜷川 真優 GE)" userId="15d22be4-2d84-414d-ac66-ca09a50eae87" providerId="ADAL" clId="{2A43D1C7-C612-4547-BA11-3049DC01C97C}" dt="2026-01-29T09:21:58.495" v="8002"/>
          <ac:spMkLst>
            <pc:docMk/>
            <pc:sldMk cId="859132569" sldId="394"/>
            <ac:spMk id="187" creationId="{EECFD8C6-94C4-BA43-D506-C65839B687CB}"/>
          </ac:spMkLst>
        </pc:spChg>
        <pc:spChg chg="mod">
          <ac:chgData name="Mayu Ninagawa (蜷川 真優 GE)" userId="15d22be4-2d84-414d-ac66-ca09a50eae87" providerId="ADAL" clId="{2A43D1C7-C612-4547-BA11-3049DC01C97C}" dt="2026-01-22T02:36:37.556" v="3609"/>
          <ac:spMkLst>
            <pc:docMk/>
            <pc:sldMk cId="859132569" sldId="394"/>
            <ac:spMk id="188" creationId="{362DEFEA-1B64-BD3C-4A64-91C44FCFFA0E}"/>
          </ac:spMkLst>
        </pc:spChg>
        <pc:spChg chg="mod">
          <ac:chgData name="Mayu Ninagawa (蜷川 真優 GE)" userId="15d22be4-2d84-414d-ac66-ca09a50eae87" providerId="ADAL" clId="{2A43D1C7-C612-4547-BA11-3049DC01C97C}" dt="2026-01-20T11:28:01.068" v="3134"/>
          <ac:spMkLst>
            <pc:docMk/>
            <pc:sldMk cId="859132569" sldId="394"/>
            <ac:spMk id="188" creationId="{6AD58398-110B-4D3C-6B77-A3611D4265CA}"/>
          </ac:spMkLst>
        </pc:spChg>
        <pc:spChg chg="mod">
          <ac:chgData name="Mayu Ninagawa (蜷川 真優 GE)" userId="15d22be4-2d84-414d-ac66-ca09a50eae87" providerId="ADAL" clId="{2A43D1C7-C612-4547-BA11-3049DC01C97C}" dt="2026-01-29T09:21:58.495" v="8002"/>
          <ac:spMkLst>
            <pc:docMk/>
            <pc:sldMk cId="859132569" sldId="394"/>
            <ac:spMk id="188" creationId="{ECD25634-5C18-A7CA-97E6-3B2C0B1D118F}"/>
          </ac:spMkLst>
        </pc:spChg>
        <pc:spChg chg="mod">
          <ac:chgData name="Mayu Ninagawa (蜷川 真優 GE)" userId="15d22be4-2d84-414d-ac66-ca09a50eae87" providerId="ADAL" clId="{2A43D1C7-C612-4547-BA11-3049DC01C97C}" dt="2026-01-29T09:21:58.495" v="8002"/>
          <ac:spMkLst>
            <pc:docMk/>
            <pc:sldMk cId="859132569" sldId="394"/>
            <ac:spMk id="189" creationId="{6477ECC9-02A8-2669-82B7-26BBB81AC422}"/>
          </ac:spMkLst>
        </pc:spChg>
        <pc:spChg chg="mod">
          <ac:chgData name="Mayu Ninagawa (蜷川 真優 GE)" userId="15d22be4-2d84-414d-ac66-ca09a50eae87" providerId="ADAL" clId="{2A43D1C7-C612-4547-BA11-3049DC01C97C}" dt="2026-01-20T11:28:01.068" v="3134"/>
          <ac:spMkLst>
            <pc:docMk/>
            <pc:sldMk cId="859132569" sldId="394"/>
            <ac:spMk id="189" creationId="{AE2BAF26-B75B-8C26-89D3-D6E51CCB6EA5}"/>
          </ac:spMkLst>
        </pc:spChg>
        <pc:spChg chg="mod">
          <ac:chgData name="Mayu Ninagawa (蜷川 真優 GE)" userId="15d22be4-2d84-414d-ac66-ca09a50eae87" providerId="ADAL" clId="{2A43D1C7-C612-4547-BA11-3049DC01C97C}" dt="2026-01-22T02:36:37.556" v="3609"/>
          <ac:spMkLst>
            <pc:docMk/>
            <pc:sldMk cId="859132569" sldId="394"/>
            <ac:spMk id="189" creationId="{DBDD183E-F63F-FC9E-FCEE-5819307965D0}"/>
          </ac:spMkLst>
        </pc:spChg>
        <pc:spChg chg="mod">
          <ac:chgData name="Mayu Ninagawa (蜷川 真優 GE)" userId="15d22be4-2d84-414d-ac66-ca09a50eae87" providerId="ADAL" clId="{2A43D1C7-C612-4547-BA11-3049DC01C97C}" dt="2026-01-29T09:21:58.495" v="8002"/>
          <ac:spMkLst>
            <pc:docMk/>
            <pc:sldMk cId="859132569" sldId="394"/>
            <ac:spMk id="190" creationId="{3FAFEFF6-5F20-3C42-62D0-1C7231EA7F24}"/>
          </ac:spMkLst>
        </pc:spChg>
        <pc:spChg chg="mod">
          <ac:chgData name="Mayu Ninagawa (蜷川 真優 GE)" userId="15d22be4-2d84-414d-ac66-ca09a50eae87" providerId="ADAL" clId="{2A43D1C7-C612-4547-BA11-3049DC01C97C}" dt="2026-01-22T02:36:37.556" v="3609"/>
          <ac:spMkLst>
            <pc:docMk/>
            <pc:sldMk cId="859132569" sldId="394"/>
            <ac:spMk id="190" creationId="{487F640D-6C6C-0730-0551-56B67A4E5C6C}"/>
          </ac:spMkLst>
        </pc:spChg>
        <pc:spChg chg="mod">
          <ac:chgData name="Mayu Ninagawa (蜷川 真優 GE)" userId="15d22be4-2d84-414d-ac66-ca09a50eae87" providerId="ADAL" clId="{2A43D1C7-C612-4547-BA11-3049DC01C97C}" dt="2026-01-20T11:28:01.068" v="3134"/>
          <ac:spMkLst>
            <pc:docMk/>
            <pc:sldMk cId="859132569" sldId="394"/>
            <ac:spMk id="190" creationId="{BBF48769-7FE3-F948-8A9A-5EF5FA12FD0E}"/>
          </ac:spMkLst>
        </pc:spChg>
        <pc:spChg chg="mod">
          <ac:chgData name="Mayu Ninagawa (蜷川 真優 GE)" userId="15d22be4-2d84-414d-ac66-ca09a50eae87" providerId="ADAL" clId="{2A43D1C7-C612-4547-BA11-3049DC01C97C}" dt="2026-01-20T11:28:01.068" v="3134"/>
          <ac:spMkLst>
            <pc:docMk/>
            <pc:sldMk cId="859132569" sldId="394"/>
            <ac:spMk id="191" creationId="{61BD2627-E0F9-397B-594C-1D168A565D99}"/>
          </ac:spMkLst>
        </pc:spChg>
        <pc:spChg chg="mod">
          <ac:chgData name="Mayu Ninagawa (蜷川 真優 GE)" userId="15d22be4-2d84-414d-ac66-ca09a50eae87" providerId="ADAL" clId="{2A43D1C7-C612-4547-BA11-3049DC01C97C}" dt="2026-01-29T09:21:58.495" v="8002"/>
          <ac:spMkLst>
            <pc:docMk/>
            <pc:sldMk cId="859132569" sldId="394"/>
            <ac:spMk id="191" creationId="{6888DEB0-5E9A-CEBB-A25A-C48D796F8068}"/>
          </ac:spMkLst>
        </pc:spChg>
        <pc:spChg chg="mod">
          <ac:chgData name="Mayu Ninagawa (蜷川 真優 GE)" userId="15d22be4-2d84-414d-ac66-ca09a50eae87" providerId="ADAL" clId="{2A43D1C7-C612-4547-BA11-3049DC01C97C}" dt="2026-01-22T02:36:37.556" v="3609"/>
          <ac:spMkLst>
            <pc:docMk/>
            <pc:sldMk cId="859132569" sldId="394"/>
            <ac:spMk id="191" creationId="{C13D7C94-2453-3646-BBA4-A25BA32DBEE1}"/>
          </ac:spMkLst>
        </pc:spChg>
        <pc:spChg chg="mod">
          <ac:chgData name="Mayu Ninagawa (蜷川 真優 GE)" userId="15d22be4-2d84-414d-ac66-ca09a50eae87" providerId="ADAL" clId="{2A43D1C7-C612-4547-BA11-3049DC01C97C}" dt="2026-01-20T11:28:01.068" v="3134"/>
          <ac:spMkLst>
            <pc:docMk/>
            <pc:sldMk cId="859132569" sldId="394"/>
            <ac:spMk id="192" creationId="{4F95CD12-B5B5-A2BD-ECD4-C699B3B5A8EF}"/>
          </ac:spMkLst>
        </pc:spChg>
        <pc:spChg chg="mod">
          <ac:chgData name="Mayu Ninagawa (蜷川 真優 GE)" userId="15d22be4-2d84-414d-ac66-ca09a50eae87" providerId="ADAL" clId="{2A43D1C7-C612-4547-BA11-3049DC01C97C}" dt="2026-01-20T11:28:01.068" v="3134"/>
          <ac:spMkLst>
            <pc:docMk/>
            <pc:sldMk cId="859132569" sldId="394"/>
            <ac:spMk id="193" creationId="{5D884261-973D-B8C0-7620-A38DD3F6FB36}"/>
          </ac:spMkLst>
        </pc:spChg>
        <pc:spChg chg="mod">
          <ac:chgData name="Mayu Ninagawa (蜷川 真優 GE)" userId="15d22be4-2d84-414d-ac66-ca09a50eae87" providerId="ADAL" clId="{2A43D1C7-C612-4547-BA11-3049DC01C97C}" dt="2026-01-20T11:28:01.068" v="3134"/>
          <ac:spMkLst>
            <pc:docMk/>
            <pc:sldMk cId="859132569" sldId="394"/>
            <ac:spMk id="194" creationId="{4DA1EF59-6FDE-63A2-E804-01BF4C089986}"/>
          </ac:spMkLst>
        </pc:spChg>
        <pc:spChg chg="mod">
          <ac:chgData name="Mayu Ninagawa (蜷川 真優 GE)" userId="15d22be4-2d84-414d-ac66-ca09a50eae87" providerId="ADAL" clId="{2A43D1C7-C612-4547-BA11-3049DC01C97C}" dt="2026-01-20T11:28:01.068" v="3134"/>
          <ac:spMkLst>
            <pc:docMk/>
            <pc:sldMk cId="859132569" sldId="394"/>
            <ac:spMk id="195" creationId="{E880C124-2C20-56E9-F03F-95F3C83F0B19}"/>
          </ac:spMkLst>
        </pc:spChg>
        <pc:spChg chg="mod">
          <ac:chgData name="Mayu Ninagawa (蜷川 真優 GE)" userId="15d22be4-2d84-414d-ac66-ca09a50eae87" providerId="ADAL" clId="{2A43D1C7-C612-4547-BA11-3049DC01C97C}" dt="2026-01-20T11:28:01.068" v="3134"/>
          <ac:spMkLst>
            <pc:docMk/>
            <pc:sldMk cId="859132569" sldId="394"/>
            <ac:spMk id="196" creationId="{4487BB46-3ABE-C282-4DC8-E8B3AC1D1347}"/>
          </ac:spMkLst>
        </pc:spChg>
        <pc:spChg chg="mod">
          <ac:chgData name="Mayu Ninagawa (蜷川 真優 GE)" userId="15d22be4-2d84-414d-ac66-ca09a50eae87" providerId="ADAL" clId="{2A43D1C7-C612-4547-BA11-3049DC01C97C}" dt="2026-01-20T11:28:01.068" v="3134"/>
          <ac:spMkLst>
            <pc:docMk/>
            <pc:sldMk cId="859132569" sldId="394"/>
            <ac:spMk id="197" creationId="{9EE89489-8F59-C3C9-9EE3-C692B928A01B}"/>
          </ac:spMkLst>
        </pc:spChg>
        <pc:spChg chg="mod">
          <ac:chgData name="Mayu Ninagawa (蜷川 真優 GE)" userId="15d22be4-2d84-414d-ac66-ca09a50eae87" providerId="ADAL" clId="{2A43D1C7-C612-4547-BA11-3049DC01C97C}" dt="2026-01-20T11:28:01.068" v="3134"/>
          <ac:spMkLst>
            <pc:docMk/>
            <pc:sldMk cId="859132569" sldId="394"/>
            <ac:spMk id="198" creationId="{C1207CB7-1DF5-1456-1FF3-14AB10427568}"/>
          </ac:spMkLst>
        </pc:spChg>
        <pc:spChg chg="mod">
          <ac:chgData name="Mayu Ninagawa (蜷川 真優 GE)" userId="15d22be4-2d84-414d-ac66-ca09a50eae87" providerId="ADAL" clId="{2A43D1C7-C612-4547-BA11-3049DC01C97C}" dt="2026-01-20T11:28:01.068" v="3134"/>
          <ac:spMkLst>
            <pc:docMk/>
            <pc:sldMk cId="859132569" sldId="394"/>
            <ac:spMk id="199" creationId="{160A8E06-208C-C0FC-1A66-02A35F2A9283}"/>
          </ac:spMkLst>
        </pc:spChg>
        <pc:spChg chg="mod">
          <ac:chgData name="Mayu Ninagawa (蜷川 真優 GE)" userId="15d22be4-2d84-414d-ac66-ca09a50eae87" providerId="ADAL" clId="{2A43D1C7-C612-4547-BA11-3049DC01C97C}" dt="2026-01-20T11:28:01.068" v="3134"/>
          <ac:spMkLst>
            <pc:docMk/>
            <pc:sldMk cId="859132569" sldId="394"/>
            <ac:spMk id="200" creationId="{4A0E0FBB-65F4-BFE7-A956-BDF954D5D2B2}"/>
          </ac:spMkLst>
        </pc:spChg>
        <pc:spChg chg="mod">
          <ac:chgData name="Mayu Ninagawa (蜷川 真優 GE)" userId="15d22be4-2d84-414d-ac66-ca09a50eae87" providerId="ADAL" clId="{2A43D1C7-C612-4547-BA11-3049DC01C97C}" dt="2026-01-20T11:28:01.068" v="3134"/>
          <ac:spMkLst>
            <pc:docMk/>
            <pc:sldMk cId="859132569" sldId="394"/>
            <ac:spMk id="201" creationId="{B24DFF5A-16FA-85D9-D3D9-2FD0A9397BFA}"/>
          </ac:spMkLst>
        </pc:spChg>
        <pc:spChg chg="mod">
          <ac:chgData name="Mayu Ninagawa (蜷川 真優 GE)" userId="15d22be4-2d84-414d-ac66-ca09a50eae87" providerId="ADAL" clId="{2A43D1C7-C612-4547-BA11-3049DC01C97C}" dt="2026-01-20T11:28:01.068" v="3134"/>
          <ac:spMkLst>
            <pc:docMk/>
            <pc:sldMk cId="859132569" sldId="394"/>
            <ac:spMk id="202" creationId="{34FB65F7-0295-C5EB-5486-0FE681B0B9F0}"/>
          </ac:spMkLst>
        </pc:spChg>
        <pc:spChg chg="mod">
          <ac:chgData name="Mayu Ninagawa (蜷川 真優 GE)" userId="15d22be4-2d84-414d-ac66-ca09a50eae87" providerId="ADAL" clId="{2A43D1C7-C612-4547-BA11-3049DC01C97C}" dt="2026-01-20T11:28:01.068" v="3134"/>
          <ac:spMkLst>
            <pc:docMk/>
            <pc:sldMk cId="859132569" sldId="394"/>
            <ac:spMk id="203" creationId="{C5DA7754-7F8F-DC2C-A46B-56BFC6E57902}"/>
          </ac:spMkLst>
        </pc:spChg>
        <pc:spChg chg="mod">
          <ac:chgData name="Mayu Ninagawa (蜷川 真優 GE)" userId="15d22be4-2d84-414d-ac66-ca09a50eae87" providerId="ADAL" clId="{2A43D1C7-C612-4547-BA11-3049DC01C97C}" dt="2026-01-20T11:28:01.068" v="3134"/>
          <ac:spMkLst>
            <pc:docMk/>
            <pc:sldMk cId="859132569" sldId="394"/>
            <ac:spMk id="204" creationId="{10292DA6-509B-2CD2-8A2C-62031C479FFC}"/>
          </ac:spMkLst>
        </pc:spChg>
        <pc:spChg chg="mod">
          <ac:chgData name="Mayu Ninagawa (蜷川 真優 GE)" userId="15d22be4-2d84-414d-ac66-ca09a50eae87" providerId="ADAL" clId="{2A43D1C7-C612-4547-BA11-3049DC01C97C}" dt="2026-01-20T11:28:01.068" v="3134"/>
          <ac:spMkLst>
            <pc:docMk/>
            <pc:sldMk cId="859132569" sldId="394"/>
            <ac:spMk id="205" creationId="{932AE3F4-4E72-72A6-7CF0-C966527D4988}"/>
          </ac:spMkLst>
        </pc:spChg>
        <pc:spChg chg="mod">
          <ac:chgData name="Mayu Ninagawa (蜷川 真優 GE)" userId="15d22be4-2d84-414d-ac66-ca09a50eae87" providerId="ADAL" clId="{2A43D1C7-C612-4547-BA11-3049DC01C97C}" dt="2026-01-20T11:28:01.068" v="3134"/>
          <ac:spMkLst>
            <pc:docMk/>
            <pc:sldMk cId="859132569" sldId="394"/>
            <ac:spMk id="206" creationId="{01F7491E-1E82-C965-A70D-52BB0243B0C9}"/>
          </ac:spMkLst>
        </pc:spChg>
        <pc:spChg chg="mod">
          <ac:chgData name="Mayu Ninagawa (蜷川 真優 GE)" userId="15d22be4-2d84-414d-ac66-ca09a50eae87" providerId="ADAL" clId="{2A43D1C7-C612-4547-BA11-3049DC01C97C}" dt="2026-01-20T11:28:01.068" v="3134"/>
          <ac:spMkLst>
            <pc:docMk/>
            <pc:sldMk cId="859132569" sldId="394"/>
            <ac:spMk id="207" creationId="{5C0212DD-0760-7524-81F4-59F05D152381}"/>
          </ac:spMkLst>
        </pc:spChg>
        <pc:spChg chg="mod">
          <ac:chgData name="Mayu Ninagawa (蜷川 真優 GE)" userId="15d22be4-2d84-414d-ac66-ca09a50eae87" providerId="ADAL" clId="{2A43D1C7-C612-4547-BA11-3049DC01C97C}" dt="2026-01-20T11:28:01.068" v="3134"/>
          <ac:spMkLst>
            <pc:docMk/>
            <pc:sldMk cId="859132569" sldId="394"/>
            <ac:spMk id="208" creationId="{F47CD12D-29BE-3AB8-E1ED-D956541EE423}"/>
          </ac:spMkLst>
        </pc:spChg>
        <pc:spChg chg="mod">
          <ac:chgData name="Mayu Ninagawa (蜷川 真優 GE)" userId="15d22be4-2d84-414d-ac66-ca09a50eae87" providerId="ADAL" clId="{2A43D1C7-C612-4547-BA11-3049DC01C97C}" dt="2026-01-20T11:28:01.068" v="3134"/>
          <ac:spMkLst>
            <pc:docMk/>
            <pc:sldMk cId="859132569" sldId="394"/>
            <ac:spMk id="209" creationId="{BC273D44-40D1-DE24-2F82-B38DAAAAE269}"/>
          </ac:spMkLst>
        </pc:spChg>
        <pc:spChg chg="mod">
          <ac:chgData name="Mayu Ninagawa (蜷川 真優 GE)" userId="15d22be4-2d84-414d-ac66-ca09a50eae87" providerId="ADAL" clId="{2A43D1C7-C612-4547-BA11-3049DC01C97C}" dt="2026-01-20T11:28:01.068" v="3134"/>
          <ac:spMkLst>
            <pc:docMk/>
            <pc:sldMk cId="859132569" sldId="394"/>
            <ac:spMk id="210" creationId="{B4758FC2-CE3F-233F-0F23-238B3FCCF236}"/>
          </ac:spMkLst>
        </pc:spChg>
        <pc:spChg chg="mod">
          <ac:chgData name="Mayu Ninagawa (蜷川 真優 GE)" userId="15d22be4-2d84-414d-ac66-ca09a50eae87" providerId="ADAL" clId="{2A43D1C7-C612-4547-BA11-3049DC01C97C}" dt="2026-01-20T11:28:01.068" v="3134"/>
          <ac:spMkLst>
            <pc:docMk/>
            <pc:sldMk cId="859132569" sldId="394"/>
            <ac:spMk id="211" creationId="{49EAB7C5-7E8B-35D9-60AE-B88F1518EC87}"/>
          </ac:spMkLst>
        </pc:spChg>
        <pc:spChg chg="mod">
          <ac:chgData name="Mayu Ninagawa (蜷川 真優 GE)" userId="15d22be4-2d84-414d-ac66-ca09a50eae87" providerId="ADAL" clId="{2A43D1C7-C612-4547-BA11-3049DC01C97C}" dt="2026-01-20T11:28:01.068" v="3134"/>
          <ac:spMkLst>
            <pc:docMk/>
            <pc:sldMk cId="859132569" sldId="394"/>
            <ac:spMk id="212" creationId="{EFAF4D83-1AED-03DE-BFCF-0FA44D0A03B6}"/>
          </ac:spMkLst>
        </pc:spChg>
        <pc:spChg chg="mod">
          <ac:chgData name="Mayu Ninagawa (蜷川 真優 GE)" userId="15d22be4-2d84-414d-ac66-ca09a50eae87" providerId="ADAL" clId="{2A43D1C7-C612-4547-BA11-3049DC01C97C}" dt="2026-01-20T11:28:01.068" v="3134"/>
          <ac:spMkLst>
            <pc:docMk/>
            <pc:sldMk cId="859132569" sldId="394"/>
            <ac:spMk id="213" creationId="{83A35E41-0FA4-BDFF-A797-136533879836}"/>
          </ac:spMkLst>
        </pc:spChg>
        <pc:spChg chg="mod">
          <ac:chgData name="Mayu Ninagawa (蜷川 真優 GE)" userId="15d22be4-2d84-414d-ac66-ca09a50eae87" providerId="ADAL" clId="{2A43D1C7-C612-4547-BA11-3049DC01C97C}" dt="2026-01-20T11:28:01.068" v="3134"/>
          <ac:spMkLst>
            <pc:docMk/>
            <pc:sldMk cId="859132569" sldId="394"/>
            <ac:spMk id="214" creationId="{6B48609F-1B0B-75EA-9DD3-7604B7AB8FB7}"/>
          </ac:spMkLst>
        </pc:spChg>
        <pc:spChg chg="mod">
          <ac:chgData name="Mayu Ninagawa (蜷川 真優 GE)" userId="15d22be4-2d84-414d-ac66-ca09a50eae87" providerId="ADAL" clId="{2A43D1C7-C612-4547-BA11-3049DC01C97C}" dt="2026-01-20T11:28:01.068" v="3134"/>
          <ac:spMkLst>
            <pc:docMk/>
            <pc:sldMk cId="859132569" sldId="394"/>
            <ac:spMk id="215" creationId="{D8011E87-9285-75BC-C1B2-9CF260165213}"/>
          </ac:spMkLst>
        </pc:spChg>
        <pc:spChg chg="mod">
          <ac:chgData name="Mayu Ninagawa (蜷川 真優 GE)" userId="15d22be4-2d84-414d-ac66-ca09a50eae87" providerId="ADAL" clId="{2A43D1C7-C612-4547-BA11-3049DC01C97C}" dt="2026-01-20T11:28:01.068" v="3134"/>
          <ac:spMkLst>
            <pc:docMk/>
            <pc:sldMk cId="859132569" sldId="394"/>
            <ac:spMk id="216" creationId="{302737DC-A2B8-3746-A077-EE7EB8DE1909}"/>
          </ac:spMkLst>
        </pc:spChg>
        <pc:spChg chg="mod">
          <ac:chgData name="Mayu Ninagawa (蜷川 真優 GE)" userId="15d22be4-2d84-414d-ac66-ca09a50eae87" providerId="ADAL" clId="{2A43D1C7-C612-4547-BA11-3049DC01C97C}" dt="2026-01-20T11:28:01.068" v="3134"/>
          <ac:spMkLst>
            <pc:docMk/>
            <pc:sldMk cId="859132569" sldId="394"/>
            <ac:spMk id="217" creationId="{31E299D9-1AD6-3E4B-A320-063D3B3C3B0C}"/>
          </ac:spMkLst>
        </pc:spChg>
        <pc:spChg chg="mod">
          <ac:chgData name="Mayu Ninagawa (蜷川 真優 GE)" userId="15d22be4-2d84-414d-ac66-ca09a50eae87" providerId="ADAL" clId="{2A43D1C7-C612-4547-BA11-3049DC01C97C}" dt="2026-01-20T11:28:01.068" v="3134"/>
          <ac:spMkLst>
            <pc:docMk/>
            <pc:sldMk cId="859132569" sldId="394"/>
            <ac:spMk id="218" creationId="{670A5DB5-1C1E-0B6B-07CB-72E8D8654655}"/>
          </ac:spMkLst>
        </pc:spChg>
        <pc:spChg chg="mod">
          <ac:chgData name="Mayu Ninagawa (蜷川 真優 GE)" userId="15d22be4-2d84-414d-ac66-ca09a50eae87" providerId="ADAL" clId="{2A43D1C7-C612-4547-BA11-3049DC01C97C}" dt="2026-01-20T11:28:01.068" v="3134"/>
          <ac:spMkLst>
            <pc:docMk/>
            <pc:sldMk cId="859132569" sldId="394"/>
            <ac:spMk id="219" creationId="{E56C1747-C213-ADC4-A8D0-D1FFB3AB5FCC}"/>
          </ac:spMkLst>
        </pc:spChg>
        <pc:spChg chg="mod">
          <ac:chgData name="Mayu Ninagawa (蜷川 真優 GE)" userId="15d22be4-2d84-414d-ac66-ca09a50eae87" providerId="ADAL" clId="{2A43D1C7-C612-4547-BA11-3049DC01C97C}" dt="2026-01-20T11:28:01.068" v="3134"/>
          <ac:spMkLst>
            <pc:docMk/>
            <pc:sldMk cId="859132569" sldId="394"/>
            <ac:spMk id="220" creationId="{B8DD1DAF-986A-1CC3-4BEF-AE7967959F41}"/>
          </ac:spMkLst>
        </pc:spChg>
        <pc:spChg chg="mod">
          <ac:chgData name="Mayu Ninagawa (蜷川 真優 GE)" userId="15d22be4-2d84-414d-ac66-ca09a50eae87" providerId="ADAL" clId="{2A43D1C7-C612-4547-BA11-3049DC01C97C}" dt="2026-01-20T11:28:01.068" v="3134"/>
          <ac:spMkLst>
            <pc:docMk/>
            <pc:sldMk cId="859132569" sldId="394"/>
            <ac:spMk id="221" creationId="{67C96ADE-958D-E99B-BD85-36FE270BC060}"/>
          </ac:spMkLst>
        </pc:spChg>
        <pc:spChg chg="mod">
          <ac:chgData name="Mayu Ninagawa (蜷川 真優 GE)" userId="15d22be4-2d84-414d-ac66-ca09a50eae87" providerId="ADAL" clId="{2A43D1C7-C612-4547-BA11-3049DC01C97C}" dt="2026-01-20T11:28:01.068" v="3134"/>
          <ac:spMkLst>
            <pc:docMk/>
            <pc:sldMk cId="859132569" sldId="394"/>
            <ac:spMk id="222" creationId="{2BD23035-4394-392B-E96E-2B89206A257A}"/>
          </ac:spMkLst>
        </pc:spChg>
        <pc:spChg chg="mod">
          <ac:chgData name="Mayu Ninagawa (蜷川 真優 GE)" userId="15d22be4-2d84-414d-ac66-ca09a50eae87" providerId="ADAL" clId="{2A43D1C7-C612-4547-BA11-3049DC01C97C}" dt="2026-01-20T11:28:01.068" v="3134"/>
          <ac:spMkLst>
            <pc:docMk/>
            <pc:sldMk cId="859132569" sldId="394"/>
            <ac:spMk id="223" creationId="{02567EF2-C437-0CC1-7154-5FA540E77ED7}"/>
          </ac:spMkLst>
        </pc:spChg>
        <pc:spChg chg="mod">
          <ac:chgData name="Mayu Ninagawa (蜷川 真優 GE)" userId="15d22be4-2d84-414d-ac66-ca09a50eae87" providerId="ADAL" clId="{2A43D1C7-C612-4547-BA11-3049DC01C97C}" dt="2026-01-20T11:28:01.068" v="3134"/>
          <ac:spMkLst>
            <pc:docMk/>
            <pc:sldMk cId="859132569" sldId="394"/>
            <ac:spMk id="224" creationId="{DDE6C33C-60B7-8ED7-EB88-80F33A6A3BA3}"/>
          </ac:spMkLst>
        </pc:spChg>
        <pc:spChg chg="mod">
          <ac:chgData name="Mayu Ninagawa (蜷川 真優 GE)" userId="15d22be4-2d84-414d-ac66-ca09a50eae87" providerId="ADAL" clId="{2A43D1C7-C612-4547-BA11-3049DC01C97C}" dt="2026-01-20T11:28:01.068" v="3134"/>
          <ac:spMkLst>
            <pc:docMk/>
            <pc:sldMk cId="859132569" sldId="394"/>
            <ac:spMk id="225" creationId="{6F3A6206-8E8E-CDA0-DB00-91AB7467D096}"/>
          </ac:spMkLst>
        </pc:spChg>
        <pc:spChg chg="mod">
          <ac:chgData name="Mayu Ninagawa (蜷川 真優 GE)" userId="15d22be4-2d84-414d-ac66-ca09a50eae87" providerId="ADAL" clId="{2A43D1C7-C612-4547-BA11-3049DC01C97C}" dt="2026-01-20T11:28:01.068" v="3134"/>
          <ac:spMkLst>
            <pc:docMk/>
            <pc:sldMk cId="859132569" sldId="394"/>
            <ac:spMk id="226" creationId="{A760B178-E4A9-C16F-DB4D-9ABC9E952DA8}"/>
          </ac:spMkLst>
        </pc:spChg>
        <pc:spChg chg="mod">
          <ac:chgData name="Mayu Ninagawa (蜷川 真優 GE)" userId="15d22be4-2d84-414d-ac66-ca09a50eae87" providerId="ADAL" clId="{2A43D1C7-C612-4547-BA11-3049DC01C97C}" dt="2026-01-20T11:28:01.068" v="3134"/>
          <ac:spMkLst>
            <pc:docMk/>
            <pc:sldMk cId="859132569" sldId="394"/>
            <ac:spMk id="227" creationId="{FD246239-D952-20A6-CECB-B1F52563CEEC}"/>
          </ac:spMkLst>
        </pc:spChg>
        <pc:spChg chg="mod">
          <ac:chgData name="Mayu Ninagawa (蜷川 真優 GE)" userId="15d22be4-2d84-414d-ac66-ca09a50eae87" providerId="ADAL" clId="{2A43D1C7-C612-4547-BA11-3049DC01C97C}" dt="2026-01-20T11:28:01.068" v="3134"/>
          <ac:spMkLst>
            <pc:docMk/>
            <pc:sldMk cId="859132569" sldId="394"/>
            <ac:spMk id="228" creationId="{4FE8AF6F-8EBF-FEF0-BC34-1CC6047AC4D1}"/>
          </ac:spMkLst>
        </pc:spChg>
        <pc:spChg chg="mod">
          <ac:chgData name="Mayu Ninagawa (蜷川 真優 GE)" userId="15d22be4-2d84-414d-ac66-ca09a50eae87" providerId="ADAL" clId="{2A43D1C7-C612-4547-BA11-3049DC01C97C}" dt="2026-01-20T11:28:01.068" v="3134"/>
          <ac:spMkLst>
            <pc:docMk/>
            <pc:sldMk cId="859132569" sldId="394"/>
            <ac:spMk id="229" creationId="{6DB021F8-DF2F-E3AB-DE62-1CE93704ADAE}"/>
          </ac:spMkLst>
        </pc:spChg>
        <pc:spChg chg="mod">
          <ac:chgData name="Mayu Ninagawa (蜷川 真優 GE)" userId="15d22be4-2d84-414d-ac66-ca09a50eae87" providerId="ADAL" clId="{2A43D1C7-C612-4547-BA11-3049DC01C97C}" dt="2026-01-20T11:28:01.068" v="3134"/>
          <ac:spMkLst>
            <pc:docMk/>
            <pc:sldMk cId="859132569" sldId="394"/>
            <ac:spMk id="230" creationId="{FE8BF6DD-B2A2-0E47-F770-C85B193FED24}"/>
          </ac:spMkLst>
        </pc:spChg>
        <pc:spChg chg="mod">
          <ac:chgData name="Mayu Ninagawa (蜷川 真優 GE)" userId="15d22be4-2d84-414d-ac66-ca09a50eae87" providerId="ADAL" clId="{2A43D1C7-C612-4547-BA11-3049DC01C97C}" dt="2026-01-20T11:28:01.068" v="3134"/>
          <ac:spMkLst>
            <pc:docMk/>
            <pc:sldMk cId="859132569" sldId="394"/>
            <ac:spMk id="231" creationId="{991D781B-BECC-378B-2FD5-5C2006FC21B2}"/>
          </ac:spMkLst>
        </pc:spChg>
        <pc:spChg chg="mod">
          <ac:chgData name="Mayu Ninagawa (蜷川 真優 GE)" userId="15d22be4-2d84-414d-ac66-ca09a50eae87" providerId="ADAL" clId="{2A43D1C7-C612-4547-BA11-3049DC01C97C}" dt="2026-01-20T11:28:01.068" v="3134"/>
          <ac:spMkLst>
            <pc:docMk/>
            <pc:sldMk cId="859132569" sldId="394"/>
            <ac:spMk id="232" creationId="{245C91B9-336D-9331-CA11-F39B1AEE9DEE}"/>
          </ac:spMkLst>
        </pc:spChg>
        <pc:spChg chg="mod">
          <ac:chgData name="Mayu Ninagawa (蜷川 真優 GE)" userId="15d22be4-2d84-414d-ac66-ca09a50eae87" providerId="ADAL" clId="{2A43D1C7-C612-4547-BA11-3049DC01C97C}" dt="2026-01-20T11:28:01.068" v="3134"/>
          <ac:spMkLst>
            <pc:docMk/>
            <pc:sldMk cId="859132569" sldId="394"/>
            <ac:spMk id="233" creationId="{610F1F1D-14DE-8F8F-CC3A-E3080E7B3FD5}"/>
          </ac:spMkLst>
        </pc:spChg>
        <pc:spChg chg="mod">
          <ac:chgData name="Mayu Ninagawa (蜷川 真優 GE)" userId="15d22be4-2d84-414d-ac66-ca09a50eae87" providerId="ADAL" clId="{2A43D1C7-C612-4547-BA11-3049DC01C97C}" dt="2026-01-20T11:28:01.068" v="3134"/>
          <ac:spMkLst>
            <pc:docMk/>
            <pc:sldMk cId="859132569" sldId="394"/>
            <ac:spMk id="234" creationId="{E7F97FAC-8B9A-B2FE-DDC8-1EF792537800}"/>
          </ac:spMkLst>
        </pc:spChg>
        <pc:spChg chg="mod">
          <ac:chgData name="Mayu Ninagawa (蜷川 真優 GE)" userId="15d22be4-2d84-414d-ac66-ca09a50eae87" providerId="ADAL" clId="{2A43D1C7-C612-4547-BA11-3049DC01C97C}" dt="2026-01-20T11:28:01.068" v="3134"/>
          <ac:spMkLst>
            <pc:docMk/>
            <pc:sldMk cId="859132569" sldId="394"/>
            <ac:spMk id="235" creationId="{72EAB24A-9909-6773-13A3-E6FD6B1ECD35}"/>
          </ac:spMkLst>
        </pc:spChg>
        <pc:spChg chg="mod">
          <ac:chgData name="Mayu Ninagawa (蜷川 真優 GE)" userId="15d22be4-2d84-414d-ac66-ca09a50eae87" providerId="ADAL" clId="{2A43D1C7-C612-4547-BA11-3049DC01C97C}" dt="2026-01-20T11:28:01.068" v="3134"/>
          <ac:spMkLst>
            <pc:docMk/>
            <pc:sldMk cId="859132569" sldId="394"/>
            <ac:spMk id="236" creationId="{01EF9A76-387C-E824-8FC7-75CFAB32C5D0}"/>
          </ac:spMkLst>
        </pc:spChg>
        <pc:spChg chg="mod">
          <ac:chgData name="Mayu Ninagawa (蜷川 真優 GE)" userId="15d22be4-2d84-414d-ac66-ca09a50eae87" providerId="ADAL" clId="{2A43D1C7-C612-4547-BA11-3049DC01C97C}" dt="2026-01-20T11:28:01.068" v="3134"/>
          <ac:spMkLst>
            <pc:docMk/>
            <pc:sldMk cId="859132569" sldId="394"/>
            <ac:spMk id="237" creationId="{87D2ACE0-CE19-9741-56B9-9487712689A9}"/>
          </ac:spMkLst>
        </pc:spChg>
        <pc:spChg chg="mod">
          <ac:chgData name="Mayu Ninagawa (蜷川 真優 GE)" userId="15d22be4-2d84-414d-ac66-ca09a50eae87" providerId="ADAL" clId="{2A43D1C7-C612-4547-BA11-3049DC01C97C}" dt="2026-01-20T11:28:01.068" v="3134"/>
          <ac:spMkLst>
            <pc:docMk/>
            <pc:sldMk cId="859132569" sldId="394"/>
            <ac:spMk id="238" creationId="{0D4A76E1-6715-3396-D0B0-40DC309896C3}"/>
          </ac:spMkLst>
        </pc:spChg>
        <pc:spChg chg="mod">
          <ac:chgData name="Mayu Ninagawa (蜷川 真優 GE)" userId="15d22be4-2d84-414d-ac66-ca09a50eae87" providerId="ADAL" clId="{2A43D1C7-C612-4547-BA11-3049DC01C97C}" dt="2026-01-20T11:28:01.068" v="3134"/>
          <ac:spMkLst>
            <pc:docMk/>
            <pc:sldMk cId="859132569" sldId="394"/>
            <ac:spMk id="239" creationId="{5F78EE76-9B03-6E70-BDCA-C3DB519F99CA}"/>
          </ac:spMkLst>
        </pc:spChg>
        <pc:spChg chg="mod">
          <ac:chgData name="Mayu Ninagawa (蜷川 真優 GE)" userId="15d22be4-2d84-414d-ac66-ca09a50eae87" providerId="ADAL" clId="{2A43D1C7-C612-4547-BA11-3049DC01C97C}" dt="2026-01-20T11:28:01.068" v="3134"/>
          <ac:spMkLst>
            <pc:docMk/>
            <pc:sldMk cId="859132569" sldId="394"/>
            <ac:spMk id="240" creationId="{E3561269-6504-115E-5C74-A652E3F79C62}"/>
          </ac:spMkLst>
        </pc:spChg>
        <pc:spChg chg="mod">
          <ac:chgData name="Mayu Ninagawa (蜷川 真優 GE)" userId="15d22be4-2d84-414d-ac66-ca09a50eae87" providerId="ADAL" clId="{2A43D1C7-C612-4547-BA11-3049DC01C97C}" dt="2026-01-20T11:28:01.068" v="3134"/>
          <ac:spMkLst>
            <pc:docMk/>
            <pc:sldMk cId="859132569" sldId="394"/>
            <ac:spMk id="241" creationId="{A09581C1-7519-33E2-984A-117BC5B55916}"/>
          </ac:spMkLst>
        </pc:spChg>
        <pc:spChg chg="mod">
          <ac:chgData name="Mayu Ninagawa (蜷川 真優 GE)" userId="15d22be4-2d84-414d-ac66-ca09a50eae87" providerId="ADAL" clId="{2A43D1C7-C612-4547-BA11-3049DC01C97C}" dt="2026-01-20T11:28:01.068" v="3134"/>
          <ac:spMkLst>
            <pc:docMk/>
            <pc:sldMk cId="859132569" sldId="394"/>
            <ac:spMk id="245" creationId="{B646885E-C285-156B-C004-274BEB638100}"/>
          </ac:spMkLst>
        </pc:spChg>
        <pc:spChg chg="mod">
          <ac:chgData name="Mayu Ninagawa (蜷川 真優 GE)" userId="15d22be4-2d84-414d-ac66-ca09a50eae87" providerId="ADAL" clId="{2A43D1C7-C612-4547-BA11-3049DC01C97C}" dt="2026-01-20T11:28:01.068" v="3134"/>
          <ac:spMkLst>
            <pc:docMk/>
            <pc:sldMk cId="859132569" sldId="394"/>
            <ac:spMk id="246" creationId="{3971B583-B021-9E32-6197-20611CEA0396}"/>
          </ac:spMkLst>
        </pc:spChg>
        <pc:spChg chg="mod">
          <ac:chgData name="Mayu Ninagawa (蜷川 真優 GE)" userId="15d22be4-2d84-414d-ac66-ca09a50eae87" providerId="ADAL" clId="{2A43D1C7-C612-4547-BA11-3049DC01C97C}" dt="2026-01-20T11:28:01.068" v="3134"/>
          <ac:spMkLst>
            <pc:docMk/>
            <pc:sldMk cId="859132569" sldId="394"/>
            <ac:spMk id="247" creationId="{FF49D049-C20B-C791-C91E-01202CCA1185}"/>
          </ac:spMkLst>
        </pc:spChg>
        <pc:spChg chg="mod">
          <ac:chgData name="Mayu Ninagawa (蜷川 真優 GE)" userId="15d22be4-2d84-414d-ac66-ca09a50eae87" providerId="ADAL" clId="{2A43D1C7-C612-4547-BA11-3049DC01C97C}" dt="2026-01-20T11:28:01.068" v="3134"/>
          <ac:spMkLst>
            <pc:docMk/>
            <pc:sldMk cId="859132569" sldId="394"/>
            <ac:spMk id="248" creationId="{4499BEF5-94ED-44C7-08D1-D37BAA4C83BA}"/>
          </ac:spMkLst>
        </pc:spChg>
        <pc:spChg chg="mod">
          <ac:chgData name="Mayu Ninagawa (蜷川 真優 GE)" userId="15d22be4-2d84-414d-ac66-ca09a50eae87" providerId="ADAL" clId="{2A43D1C7-C612-4547-BA11-3049DC01C97C}" dt="2026-01-20T11:28:01.068" v="3134"/>
          <ac:spMkLst>
            <pc:docMk/>
            <pc:sldMk cId="859132569" sldId="394"/>
            <ac:spMk id="249" creationId="{36494A1E-9768-7B6E-60C0-3DA499496DCF}"/>
          </ac:spMkLst>
        </pc:spChg>
        <pc:spChg chg="mod">
          <ac:chgData name="Mayu Ninagawa (蜷川 真優 GE)" userId="15d22be4-2d84-414d-ac66-ca09a50eae87" providerId="ADAL" clId="{2A43D1C7-C612-4547-BA11-3049DC01C97C}" dt="2026-01-20T11:28:01.068" v="3134"/>
          <ac:spMkLst>
            <pc:docMk/>
            <pc:sldMk cId="859132569" sldId="394"/>
            <ac:spMk id="250" creationId="{00ACFE94-E7C8-57C0-74B3-365BFA0A2CE3}"/>
          </ac:spMkLst>
        </pc:spChg>
        <pc:spChg chg="mod">
          <ac:chgData name="Mayu Ninagawa (蜷川 真優 GE)" userId="15d22be4-2d84-414d-ac66-ca09a50eae87" providerId="ADAL" clId="{2A43D1C7-C612-4547-BA11-3049DC01C97C}" dt="2026-01-20T11:28:01.068" v="3134"/>
          <ac:spMkLst>
            <pc:docMk/>
            <pc:sldMk cId="859132569" sldId="394"/>
            <ac:spMk id="251" creationId="{0D556129-D841-FBDC-0E52-AECAD57C2035}"/>
          </ac:spMkLst>
        </pc:spChg>
        <pc:spChg chg="mod">
          <ac:chgData name="Mayu Ninagawa (蜷川 真優 GE)" userId="15d22be4-2d84-414d-ac66-ca09a50eae87" providerId="ADAL" clId="{2A43D1C7-C612-4547-BA11-3049DC01C97C}" dt="2026-01-20T11:28:01.068" v="3134"/>
          <ac:spMkLst>
            <pc:docMk/>
            <pc:sldMk cId="859132569" sldId="394"/>
            <ac:spMk id="252" creationId="{FA703BB5-A1B1-A5CA-C521-FF70BA1F0BA3}"/>
          </ac:spMkLst>
        </pc:spChg>
        <pc:spChg chg="mod">
          <ac:chgData name="Mayu Ninagawa (蜷川 真優 GE)" userId="15d22be4-2d84-414d-ac66-ca09a50eae87" providerId="ADAL" clId="{2A43D1C7-C612-4547-BA11-3049DC01C97C}" dt="2026-01-20T11:50:42.628" v="3282"/>
          <ac:spMkLst>
            <pc:docMk/>
            <pc:sldMk cId="859132569" sldId="394"/>
            <ac:spMk id="253" creationId="{C2D35DF6-EB8C-759D-C1E7-2A73AE98B9C5}"/>
          </ac:spMkLst>
        </pc:spChg>
        <pc:spChg chg="mod">
          <ac:chgData name="Mayu Ninagawa (蜷川 真優 GE)" userId="15d22be4-2d84-414d-ac66-ca09a50eae87" providerId="ADAL" clId="{2A43D1C7-C612-4547-BA11-3049DC01C97C}" dt="2026-01-20T11:50:42.628" v="3282"/>
          <ac:spMkLst>
            <pc:docMk/>
            <pc:sldMk cId="859132569" sldId="394"/>
            <ac:spMk id="254" creationId="{49215542-3920-64B3-1431-FA0ED50BDFC9}"/>
          </ac:spMkLst>
        </pc:spChg>
        <pc:spChg chg="mod">
          <ac:chgData name="Mayu Ninagawa (蜷川 真優 GE)" userId="15d22be4-2d84-414d-ac66-ca09a50eae87" providerId="ADAL" clId="{2A43D1C7-C612-4547-BA11-3049DC01C97C}" dt="2026-01-20T11:50:42.628" v="3282"/>
          <ac:spMkLst>
            <pc:docMk/>
            <pc:sldMk cId="859132569" sldId="394"/>
            <ac:spMk id="255" creationId="{2F266F49-B2AE-0676-DD04-60BA93E0B904}"/>
          </ac:spMkLst>
        </pc:spChg>
        <pc:spChg chg="mod">
          <ac:chgData name="Mayu Ninagawa (蜷川 真優 GE)" userId="15d22be4-2d84-414d-ac66-ca09a50eae87" providerId="ADAL" clId="{2A43D1C7-C612-4547-BA11-3049DC01C97C}" dt="2026-01-20T11:50:42.628" v="3282"/>
          <ac:spMkLst>
            <pc:docMk/>
            <pc:sldMk cId="859132569" sldId="394"/>
            <ac:spMk id="256" creationId="{91565E61-6545-E438-BBCD-B2A57A004EF7}"/>
          </ac:spMkLst>
        </pc:spChg>
        <pc:spChg chg="mod">
          <ac:chgData name="Mayu Ninagawa (蜷川 真優 GE)" userId="15d22be4-2d84-414d-ac66-ca09a50eae87" providerId="ADAL" clId="{2A43D1C7-C612-4547-BA11-3049DC01C97C}" dt="2026-01-22T02:36:37.556" v="3609"/>
          <ac:spMkLst>
            <pc:docMk/>
            <pc:sldMk cId="859132569" sldId="394"/>
            <ac:spMk id="256" creationId="{DA4CB4B8-200F-5C86-544B-EDA028E0A1CD}"/>
          </ac:spMkLst>
        </pc:spChg>
        <pc:spChg chg="mod">
          <ac:chgData name="Mayu Ninagawa (蜷川 真優 GE)" userId="15d22be4-2d84-414d-ac66-ca09a50eae87" providerId="ADAL" clId="{2A43D1C7-C612-4547-BA11-3049DC01C97C}" dt="2026-01-20T11:50:42.628" v="3282"/>
          <ac:spMkLst>
            <pc:docMk/>
            <pc:sldMk cId="859132569" sldId="394"/>
            <ac:spMk id="257" creationId="{428E4320-834F-1597-7606-729A913EF6FF}"/>
          </ac:spMkLst>
        </pc:spChg>
        <pc:spChg chg="mod">
          <ac:chgData name="Mayu Ninagawa (蜷川 真優 GE)" userId="15d22be4-2d84-414d-ac66-ca09a50eae87" providerId="ADAL" clId="{2A43D1C7-C612-4547-BA11-3049DC01C97C}" dt="2026-01-22T02:36:37.556" v="3609"/>
          <ac:spMkLst>
            <pc:docMk/>
            <pc:sldMk cId="859132569" sldId="394"/>
            <ac:spMk id="257" creationId="{D8A38ACB-DE53-EE12-D8CB-6B0C9AD7B96C}"/>
          </ac:spMkLst>
        </pc:spChg>
        <pc:spChg chg="mod">
          <ac:chgData name="Mayu Ninagawa (蜷川 真優 GE)" userId="15d22be4-2d84-414d-ac66-ca09a50eae87" providerId="ADAL" clId="{2A43D1C7-C612-4547-BA11-3049DC01C97C}" dt="2026-01-22T02:36:37.556" v="3609"/>
          <ac:spMkLst>
            <pc:docMk/>
            <pc:sldMk cId="859132569" sldId="394"/>
            <ac:spMk id="258" creationId="{19C9740A-3783-40B2-C8C1-9E8A97DACB9B}"/>
          </ac:spMkLst>
        </pc:spChg>
        <pc:spChg chg="mod">
          <ac:chgData name="Mayu Ninagawa (蜷川 真優 GE)" userId="15d22be4-2d84-414d-ac66-ca09a50eae87" providerId="ADAL" clId="{2A43D1C7-C612-4547-BA11-3049DC01C97C}" dt="2026-01-20T11:50:42.628" v="3282"/>
          <ac:spMkLst>
            <pc:docMk/>
            <pc:sldMk cId="859132569" sldId="394"/>
            <ac:spMk id="258" creationId="{9A39147B-CD9B-8DC6-A1B9-8C8D06457711}"/>
          </ac:spMkLst>
        </pc:spChg>
        <pc:spChg chg="mod">
          <ac:chgData name="Mayu Ninagawa (蜷川 真優 GE)" userId="15d22be4-2d84-414d-ac66-ca09a50eae87" providerId="ADAL" clId="{2A43D1C7-C612-4547-BA11-3049DC01C97C}" dt="2026-01-22T02:36:37.556" v="3609"/>
          <ac:spMkLst>
            <pc:docMk/>
            <pc:sldMk cId="859132569" sldId="394"/>
            <ac:spMk id="259" creationId="{1A378569-EE3B-AE1C-6A69-ECF53F832572}"/>
          </ac:spMkLst>
        </pc:spChg>
        <pc:spChg chg="mod">
          <ac:chgData name="Mayu Ninagawa (蜷川 真優 GE)" userId="15d22be4-2d84-414d-ac66-ca09a50eae87" providerId="ADAL" clId="{2A43D1C7-C612-4547-BA11-3049DC01C97C}" dt="2026-01-20T11:50:42.628" v="3282"/>
          <ac:spMkLst>
            <pc:docMk/>
            <pc:sldMk cId="859132569" sldId="394"/>
            <ac:spMk id="259" creationId="{831BE956-7EAE-3DAA-1210-E3A7C15283E3}"/>
          </ac:spMkLst>
        </pc:spChg>
        <pc:spChg chg="mod">
          <ac:chgData name="Mayu Ninagawa (蜷川 真優 GE)" userId="15d22be4-2d84-414d-ac66-ca09a50eae87" providerId="ADAL" clId="{2A43D1C7-C612-4547-BA11-3049DC01C97C}" dt="2026-01-20T11:50:42.628" v="3282"/>
          <ac:spMkLst>
            <pc:docMk/>
            <pc:sldMk cId="859132569" sldId="394"/>
            <ac:spMk id="260" creationId="{10A392E4-DD3E-A15C-097D-4A745458B3F9}"/>
          </ac:spMkLst>
        </pc:spChg>
        <pc:spChg chg="mod">
          <ac:chgData name="Mayu Ninagawa (蜷川 真優 GE)" userId="15d22be4-2d84-414d-ac66-ca09a50eae87" providerId="ADAL" clId="{2A43D1C7-C612-4547-BA11-3049DC01C97C}" dt="2026-01-22T02:36:37.556" v="3609"/>
          <ac:spMkLst>
            <pc:docMk/>
            <pc:sldMk cId="859132569" sldId="394"/>
            <ac:spMk id="260" creationId="{7A607614-D781-EA11-F175-14891B8A8DCF}"/>
          </ac:spMkLst>
        </pc:spChg>
        <pc:spChg chg="mod">
          <ac:chgData name="Mayu Ninagawa (蜷川 真優 GE)" userId="15d22be4-2d84-414d-ac66-ca09a50eae87" providerId="ADAL" clId="{2A43D1C7-C612-4547-BA11-3049DC01C97C}" dt="2026-01-20T11:50:42.628" v="3282"/>
          <ac:spMkLst>
            <pc:docMk/>
            <pc:sldMk cId="859132569" sldId="394"/>
            <ac:spMk id="261" creationId="{938DA012-83D3-A389-BA09-2E77E8EA7654}"/>
          </ac:spMkLst>
        </pc:spChg>
        <pc:spChg chg="mod">
          <ac:chgData name="Mayu Ninagawa (蜷川 真優 GE)" userId="15d22be4-2d84-414d-ac66-ca09a50eae87" providerId="ADAL" clId="{2A43D1C7-C612-4547-BA11-3049DC01C97C}" dt="2026-01-22T02:36:37.556" v="3609"/>
          <ac:spMkLst>
            <pc:docMk/>
            <pc:sldMk cId="859132569" sldId="394"/>
            <ac:spMk id="261" creationId="{F4E239A8-DFFD-2F87-457E-E908A263521C}"/>
          </ac:spMkLst>
        </pc:spChg>
        <pc:spChg chg="mod">
          <ac:chgData name="Mayu Ninagawa (蜷川 真優 GE)" userId="15d22be4-2d84-414d-ac66-ca09a50eae87" providerId="ADAL" clId="{2A43D1C7-C612-4547-BA11-3049DC01C97C}" dt="2026-01-22T02:36:37.556" v="3609"/>
          <ac:spMkLst>
            <pc:docMk/>
            <pc:sldMk cId="859132569" sldId="394"/>
            <ac:spMk id="262" creationId="{1DDB4882-D9EF-4DDE-A030-26C74A01C5DB}"/>
          </ac:spMkLst>
        </pc:spChg>
        <pc:spChg chg="mod">
          <ac:chgData name="Mayu Ninagawa (蜷川 真優 GE)" userId="15d22be4-2d84-414d-ac66-ca09a50eae87" providerId="ADAL" clId="{2A43D1C7-C612-4547-BA11-3049DC01C97C}" dt="2026-01-22T02:36:37.556" v="3609"/>
          <ac:spMkLst>
            <pc:docMk/>
            <pc:sldMk cId="859132569" sldId="394"/>
            <ac:spMk id="263" creationId="{A1D42D2A-F219-E2C7-D4B2-C6CA4F5610BA}"/>
          </ac:spMkLst>
        </pc:spChg>
        <pc:spChg chg="mod">
          <ac:chgData name="Mayu Ninagawa (蜷川 真優 GE)" userId="15d22be4-2d84-414d-ac66-ca09a50eae87" providerId="ADAL" clId="{2A43D1C7-C612-4547-BA11-3049DC01C97C}" dt="2026-01-22T02:36:37.556" v="3609"/>
          <ac:spMkLst>
            <pc:docMk/>
            <pc:sldMk cId="859132569" sldId="394"/>
            <ac:spMk id="264" creationId="{C66692B2-72C4-B8BA-C1B0-96DBD169EA1F}"/>
          </ac:spMkLst>
        </pc:spChg>
        <pc:spChg chg="mod">
          <ac:chgData name="Mayu Ninagawa (蜷川 真優 GE)" userId="15d22be4-2d84-414d-ac66-ca09a50eae87" providerId="ADAL" clId="{2A43D1C7-C612-4547-BA11-3049DC01C97C}" dt="2026-01-20T11:50:42.628" v="3282"/>
          <ac:spMkLst>
            <pc:docMk/>
            <pc:sldMk cId="859132569" sldId="394"/>
            <ac:spMk id="265" creationId="{5203E7E9-80CC-99B5-4C90-94C39DF15C84}"/>
          </ac:spMkLst>
        </pc:spChg>
        <pc:spChg chg="mod">
          <ac:chgData name="Mayu Ninagawa (蜷川 真優 GE)" userId="15d22be4-2d84-414d-ac66-ca09a50eae87" providerId="ADAL" clId="{2A43D1C7-C612-4547-BA11-3049DC01C97C}" dt="2026-01-22T02:36:37.556" v="3609"/>
          <ac:spMkLst>
            <pc:docMk/>
            <pc:sldMk cId="859132569" sldId="394"/>
            <ac:spMk id="265" creationId="{71B0E6FC-B869-CE04-3063-A709102A7C37}"/>
          </ac:spMkLst>
        </pc:spChg>
        <pc:spChg chg="mod">
          <ac:chgData name="Mayu Ninagawa (蜷川 真優 GE)" userId="15d22be4-2d84-414d-ac66-ca09a50eae87" providerId="ADAL" clId="{2A43D1C7-C612-4547-BA11-3049DC01C97C}" dt="2026-01-20T11:50:42.628" v="3282"/>
          <ac:spMkLst>
            <pc:docMk/>
            <pc:sldMk cId="859132569" sldId="394"/>
            <ac:spMk id="266" creationId="{03D78FFC-BA9F-AC76-058E-95D194D9C926}"/>
          </ac:spMkLst>
        </pc:spChg>
        <pc:spChg chg="mod">
          <ac:chgData name="Mayu Ninagawa (蜷川 真優 GE)" userId="15d22be4-2d84-414d-ac66-ca09a50eae87" providerId="ADAL" clId="{2A43D1C7-C612-4547-BA11-3049DC01C97C}" dt="2026-01-22T02:36:37.556" v="3609"/>
          <ac:spMkLst>
            <pc:docMk/>
            <pc:sldMk cId="859132569" sldId="394"/>
            <ac:spMk id="266" creationId="{1B60E01B-9778-E218-1A0B-1AD8C8490DE9}"/>
          </ac:spMkLst>
        </pc:spChg>
        <pc:spChg chg="mod">
          <ac:chgData name="Mayu Ninagawa (蜷川 真優 GE)" userId="15d22be4-2d84-414d-ac66-ca09a50eae87" providerId="ADAL" clId="{2A43D1C7-C612-4547-BA11-3049DC01C97C}" dt="2026-01-20T11:50:42.628" v="3282"/>
          <ac:spMkLst>
            <pc:docMk/>
            <pc:sldMk cId="859132569" sldId="394"/>
            <ac:spMk id="267" creationId="{16E3D60B-D77D-2946-01F1-597B1F0BA65F}"/>
          </ac:spMkLst>
        </pc:spChg>
        <pc:spChg chg="mod">
          <ac:chgData name="Mayu Ninagawa (蜷川 真優 GE)" userId="15d22be4-2d84-414d-ac66-ca09a50eae87" providerId="ADAL" clId="{2A43D1C7-C612-4547-BA11-3049DC01C97C}" dt="2026-01-22T02:36:37.556" v="3609"/>
          <ac:spMkLst>
            <pc:docMk/>
            <pc:sldMk cId="859132569" sldId="394"/>
            <ac:spMk id="267" creationId="{5B251929-02E6-5213-28CB-3DF7CCA2B9CB}"/>
          </ac:spMkLst>
        </pc:spChg>
        <pc:spChg chg="mod">
          <ac:chgData name="Mayu Ninagawa (蜷川 真優 GE)" userId="15d22be4-2d84-414d-ac66-ca09a50eae87" providerId="ADAL" clId="{2A43D1C7-C612-4547-BA11-3049DC01C97C}" dt="2026-01-22T02:36:37.556" v="3609"/>
          <ac:spMkLst>
            <pc:docMk/>
            <pc:sldMk cId="859132569" sldId="394"/>
            <ac:spMk id="268" creationId="{500D0EEA-5839-680B-34AD-CD8A03ED9160}"/>
          </ac:spMkLst>
        </pc:spChg>
        <pc:spChg chg="mod">
          <ac:chgData name="Mayu Ninagawa (蜷川 真優 GE)" userId="15d22be4-2d84-414d-ac66-ca09a50eae87" providerId="ADAL" clId="{2A43D1C7-C612-4547-BA11-3049DC01C97C}" dt="2026-01-20T11:50:42.628" v="3282"/>
          <ac:spMkLst>
            <pc:docMk/>
            <pc:sldMk cId="859132569" sldId="394"/>
            <ac:spMk id="268" creationId="{66E1A370-FDF4-91E8-5CAD-C45E8227D58F}"/>
          </ac:spMkLst>
        </pc:spChg>
        <pc:spChg chg="mod">
          <ac:chgData name="Mayu Ninagawa (蜷川 真優 GE)" userId="15d22be4-2d84-414d-ac66-ca09a50eae87" providerId="ADAL" clId="{2A43D1C7-C612-4547-BA11-3049DC01C97C}" dt="2026-01-22T02:36:37.556" v="3609"/>
          <ac:spMkLst>
            <pc:docMk/>
            <pc:sldMk cId="859132569" sldId="394"/>
            <ac:spMk id="269" creationId="{2BE22B1B-59FE-2A85-8103-26B33BC42AF0}"/>
          </ac:spMkLst>
        </pc:spChg>
        <pc:spChg chg="mod">
          <ac:chgData name="Mayu Ninagawa (蜷川 真優 GE)" userId="15d22be4-2d84-414d-ac66-ca09a50eae87" providerId="ADAL" clId="{2A43D1C7-C612-4547-BA11-3049DC01C97C}" dt="2026-01-20T11:50:42.628" v="3282"/>
          <ac:spMkLst>
            <pc:docMk/>
            <pc:sldMk cId="859132569" sldId="394"/>
            <ac:spMk id="269" creationId="{EC8B2F07-2D48-C177-4476-867529FB4C6C}"/>
          </ac:spMkLst>
        </pc:spChg>
        <pc:spChg chg="mod">
          <ac:chgData name="Mayu Ninagawa (蜷川 真優 GE)" userId="15d22be4-2d84-414d-ac66-ca09a50eae87" providerId="ADAL" clId="{2A43D1C7-C612-4547-BA11-3049DC01C97C}" dt="2026-01-20T11:50:42.628" v="3282"/>
          <ac:spMkLst>
            <pc:docMk/>
            <pc:sldMk cId="859132569" sldId="394"/>
            <ac:spMk id="270" creationId="{298EC07B-B79B-2715-2C9A-709EE04B5265}"/>
          </ac:spMkLst>
        </pc:spChg>
        <pc:spChg chg="mod">
          <ac:chgData name="Mayu Ninagawa (蜷川 真優 GE)" userId="15d22be4-2d84-414d-ac66-ca09a50eae87" providerId="ADAL" clId="{2A43D1C7-C612-4547-BA11-3049DC01C97C}" dt="2026-01-22T02:36:37.556" v="3609"/>
          <ac:spMkLst>
            <pc:docMk/>
            <pc:sldMk cId="859132569" sldId="394"/>
            <ac:spMk id="270" creationId="{32552ABD-02EE-C6A5-76FC-F7CB0C40160E}"/>
          </ac:spMkLst>
        </pc:spChg>
        <pc:spChg chg="mod">
          <ac:chgData name="Mayu Ninagawa (蜷川 真優 GE)" userId="15d22be4-2d84-414d-ac66-ca09a50eae87" providerId="ADAL" clId="{2A43D1C7-C612-4547-BA11-3049DC01C97C}" dt="2026-01-22T02:36:37.556" v="3609"/>
          <ac:spMkLst>
            <pc:docMk/>
            <pc:sldMk cId="859132569" sldId="394"/>
            <ac:spMk id="271" creationId="{858AC733-4326-EA12-C66D-34B331EEDEE0}"/>
          </ac:spMkLst>
        </pc:spChg>
        <pc:spChg chg="mod">
          <ac:chgData name="Mayu Ninagawa (蜷川 真優 GE)" userId="15d22be4-2d84-414d-ac66-ca09a50eae87" providerId="ADAL" clId="{2A43D1C7-C612-4547-BA11-3049DC01C97C}" dt="2026-01-20T11:50:42.628" v="3282"/>
          <ac:spMkLst>
            <pc:docMk/>
            <pc:sldMk cId="859132569" sldId="394"/>
            <ac:spMk id="271" creationId="{EFBEDEF4-669B-4D80-86CE-7167D31A5D29}"/>
          </ac:spMkLst>
        </pc:spChg>
        <pc:spChg chg="mod">
          <ac:chgData name="Mayu Ninagawa (蜷川 真優 GE)" userId="15d22be4-2d84-414d-ac66-ca09a50eae87" providerId="ADAL" clId="{2A43D1C7-C612-4547-BA11-3049DC01C97C}" dt="2026-01-20T11:50:42.628" v="3282"/>
          <ac:spMkLst>
            <pc:docMk/>
            <pc:sldMk cId="859132569" sldId="394"/>
            <ac:spMk id="272" creationId="{0C635608-1DA8-8716-B2A5-D742C54F4441}"/>
          </ac:spMkLst>
        </pc:spChg>
        <pc:spChg chg="mod">
          <ac:chgData name="Mayu Ninagawa (蜷川 真優 GE)" userId="15d22be4-2d84-414d-ac66-ca09a50eae87" providerId="ADAL" clId="{2A43D1C7-C612-4547-BA11-3049DC01C97C}" dt="2026-01-22T02:36:37.556" v="3609"/>
          <ac:spMkLst>
            <pc:docMk/>
            <pc:sldMk cId="859132569" sldId="394"/>
            <ac:spMk id="272" creationId="{79849657-EAFC-AF4E-ED60-F341879EEEF5}"/>
          </ac:spMkLst>
        </pc:spChg>
        <pc:spChg chg="mod">
          <ac:chgData name="Mayu Ninagawa (蜷川 真優 GE)" userId="15d22be4-2d84-414d-ac66-ca09a50eae87" providerId="ADAL" clId="{2A43D1C7-C612-4547-BA11-3049DC01C97C}" dt="2026-01-20T11:50:42.628" v="3282"/>
          <ac:spMkLst>
            <pc:docMk/>
            <pc:sldMk cId="859132569" sldId="394"/>
            <ac:spMk id="273" creationId="{6FAA8D14-0C92-895D-3CE0-32E282311706}"/>
          </ac:spMkLst>
        </pc:spChg>
        <pc:spChg chg="mod">
          <ac:chgData name="Mayu Ninagawa (蜷川 真優 GE)" userId="15d22be4-2d84-414d-ac66-ca09a50eae87" providerId="ADAL" clId="{2A43D1C7-C612-4547-BA11-3049DC01C97C}" dt="2026-01-22T02:36:37.556" v="3609"/>
          <ac:spMkLst>
            <pc:docMk/>
            <pc:sldMk cId="859132569" sldId="394"/>
            <ac:spMk id="273" creationId="{7B9D1DF7-F46B-A720-1A1B-706E393FB9D3}"/>
          </ac:spMkLst>
        </pc:spChg>
        <pc:spChg chg="mod">
          <ac:chgData name="Mayu Ninagawa (蜷川 真優 GE)" userId="15d22be4-2d84-414d-ac66-ca09a50eae87" providerId="ADAL" clId="{2A43D1C7-C612-4547-BA11-3049DC01C97C}" dt="2026-01-22T02:36:37.556" v="3609"/>
          <ac:spMkLst>
            <pc:docMk/>
            <pc:sldMk cId="859132569" sldId="394"/>
            <ac:spMk id="274" creationId="{99FE29C8-82E6-6B87-FD52-874A8094F260}"/>
          </ac:spMkLst>
        </pc:spChg>
        <pc:spChg chg="mod">
          <ac:chgData name="Mayu Ninagawa (蜷川 真優 GE)" userId="15d22be4-2d84-414d-ac66-ca09a50eae87" providerId="ADAL" clId="{2A43D1C7-C612-4547-BA11-3049DC01C97C}" dt="2026-01-20T11:50:42.628" v="3282"/>
          <ac:spMkLst>
            <pc:docMk/>
            <pc:sldMk cId="859132569" sldId="394"/>
            <ac:spMk id="274" creationId="{CB560C27-B209-6918-B745-ABE85515BB5D}"/>
          </ac:spMkLst>
        </pc:spChg>
        <pc:spChg chg="mod">
          <ac:chgData name="Mayu Ninagawa (蜷川 真優 GE)" userId="15d22be4-2d84-414d-ac66-ca09a50eae87" providerId="ADAL" clId="{2A43D1C7-C612-4547-BA11-3049DC01C97C}" dt="2026-01-22T02:36:37.556" v="3609"/>
          <ac:spMkLst>
            <pc:docMk/>
            <pc:sldMk cId="859132569" sldId="394"/>
            <ac:spMk id="275" creationId="{3A7A9E97-6D86-5DF9-6944-9B5FDE64225E}"/>
          </ac:spMkLst>
        </pc:spChg>
        <pc:spChg chg="del mod topLvl">
          <ac:chgData name="Mayu Ninagawa (蜷川 真優 GE)" userId="15d22be4-2d84-414d-ac66-ca09a50eae87" providerId="ADAL" clId="{2A43D1C7-C612-4547-BA11-3049DC01C97C}" dt="2026-01-22T02:20:36.518" v="3443" actId="478"/>
          <ac:spMkLst>
            <pc:docMk/>
            <pc:sldMk cId="859132569" sldId="394"/>
            <ac:spMk id="276" creationId="{64DC8BFB-B0F2-1715-4875-F95A737DCE50}"/>
          </ac:spMkLst>
        </pc:spChg>
        <pc:spChg chg="del mod topLvl">
          <ac:chgData name="Mayu Ninagawa (蜷川 真優 GE)" userId="15d22be4-2d84-414d-ac66-ca09a50eae87" providerId="ADAL" clId="{2A43D1C7-C612-4547-BA11-3049DC01C97C}" dt="2026-01-22T02:20:36.518" v="3443" actId="478"/>
          <ac:spMkLst>
            <pc:docMk/>
            <pc:sldMk cId="859132569" sldId="394"/>
            <ac:spMk id="277" creationId="{B33C3D5E-C046-4345-619D-547AA80D1159}"/>
          </ac:spMkLst>
        </pc:spChg>
        <pc:spChg chg="del mod topLvl">
          <ac:chgData name="Mayu Ninagawa (蜷川 真優 GE)" userId="15d22be4-2d84-414d-ac66-ca09a50eae87" providerId="ADAL" clId="{2A43D1C7-C612-4547-BA11-3049DC01C97C}" dt="2026-01-22T02:20:36.518" v="3443" actId="478"/>
          <ac:spMkLst>
            <pc:docMk/>
            <pc:sldMk cId="859132569" sldId="394"/>
            <ac:spMk id="278" creationId="{1F4928B2-A698-4C4E-9156-202D892A06F8}"/>
          </ac:spMkLst>
        </pc:spChg>
        <pc:spChg chg="del mod topLvl">
          <ac:chgData name="Mayu Ninagawa (蜷川 真優 GE)" userId="15d22be4-2d84-414d-ac66-ca09a50eae87" providerId="ADAL" clId="{2A43D1C7-C612-4547-BA11-3049DC01C97C}" dt="2026-01-22T02:20:36.518" v="3443" actId="478"/>
          <ac:spMkLst>
            <pc:docMk/>
            <pc:sldMk cId="859132569" sldId="394"/>
            <ac:spMk id="279" creationId="{646C2A22-9D81-D612-E262-29407FFC7980}"/>
          </ac:spMkLst>
        </pc:spChg>
        <pc:spChg chg="del mod topLvl">
          <ac:chgData name="Mayu Ninagawa (蜷川 真優 GE)" userId="15d22be4-2d84-414d-ac66-ca09a50eae87" providerId="ADAL" clId="{2A43D1C7-C612-4547-BA11-3049DC01C97C}" dt="2026-01-22T02:20:36.518" v="3443" actId="478"/>
          <ac:spMkLst>
            <pc:docMk/>
            <pc:sldMk cId="859132569" sldId="394"/>
            <ac:spMk id="280" creationId="{0937084F-70EE-DA17-98D3-BAD9A1C69AA2}"/>
          </ac:spMkLst>
        </pc:spChg>
        <pc:spChg chg="del mod topLvl">
          <ac:chgData name="Mayu Ninagawa (蜷川 真優 GE)" userId="15d22be4-2d84-414d-ac66-ca09a50eae87" providerId="ADAL" clId="{2A43D1C7-C612-4547-BA11-3049DC01C97C}" dt="2026-01-22T02:20:36.518" v="3443" actId="478"/>
          <ac:spMkLst>
            <pc:docMk/>
            <pc:sldMk cId="859132569" sldId="394"/>
            <ac:spMk id="281" creationId="{2838AC09-5369-19FB-4939-4FECCFA70E73}"/>
          </ac:spMkLst>
        </pc:spChg>
        <pc:spChg chg="del mod topLvl">
          <ac:chgData name="Mayu Ninagawa (蜷川 真優 GE)" userId="15d22be4-2d84-414d-ac66-ca09a50eae87" providerId="ADAL" clId="{2A43D1C7-C612-4547-BA11-3049DC01C97C}" dt="2026-01-22T02:20:36.518" v="3443" actId="478"/>
          <ac:spMkLst>
            <pc:docMk/>
            <pc:sldMk cId="859132569" sldId="394"/>
            <ac:spMk id="282" creationId="{1791C1D4-2193-648C-1565-EE4912C88FDB}"/>
          </ac:spMkLst>
        </pc:spChg>
        <pc:spChg chg="del mod topLvl">
          <ac:chgData name="Mayu Ninagawa (蜷川 真優 GE)" userId="15d22be4-2d84-414d-ac66-ca09a50eae87" providerId="ADAL" clId="{2A43D1C7-C612-4547-BA11-3049DC01C97C}" dt="2026-01-22T02:20:36.518" v="3443" actId="478"/>
          <ac:spMkLst>
            <pc:docMk/>
            <pc:sldMk cId="859132569" sldId="394"/>
            <ac:spMk id="283" creationId="{90B9C3F5-C123-9284-F027-ED426490BB15}"/>
          </ac:spMkLst>
        </pc:spChg>
        <pc:spChg chg="del mod topLvl">
          <ac:chgData name="Mayu Ninagawa (蜷川 真優 GE)" userId="15d22be4-2d84-414d-ac66-ca09a50eae87" providerId="ADAL" clId="{2A43D1C7-C612-4547-BA11-3049DC01C97C}" dt="2026-01-22T02:20:36.518" v="3443" actId="478"/>
          <ac:spMkLst>
            <pc:docMk/>
            <pc:sldMk cId="859132569" sldId="394"/>
            <ac:spMk id="284" creationId="{734FBBFF-B2B0-2AF7-F652-58F14E1AA8FD}"/>
          </ac:spMkLst>
        </pc:spChg>
        <pc:spChg chg="del mod topLvl">
          <ac:chgData name="Mayu Ninagawa (蜷川 真優 GE)" userId="15d22be4-2d84-414d-ac66-ca09a50eae87" providerId="ADAL" clId="{2A43D1C7-C612-4547-BA11-3049DC01C97C}" dt="2026-01-22T02:20:36.518" v="3443" actId="478"/>
          <ac:spMkLst>
            <pc:docMk/>
            <pc:sldMk cId="859132569" sldId="394"/>
            <ac:spMk id="285" creationId="{8A974450-19F4-1332-5805-8A636E79FD4F}"/>
          </ac:spMkLst>
        </pc:spChg>
        <pc:spChg chg="del mod topLvl">
          <ac:chgData name="Mayu Ninagawa (蜷川 真優 GE)" userId="15d22be4-2d84-414d-ac66-ca09a50eae87" providerId="ADAL" clId="{2A43D1C7-C612-4547-BA11-3049DC01C97C}" dt="2026-01-22T02:20:36.518" v="3443" actId="478"/>
          <ac:spMkLst>
            <pc:docMk/>
            <pc:sldMk cId="859132569" sldId="394"/>
            <ac:spMk id="286" creationId="{55800BAE-FE65-1D5C-C24D-110FB54FAA89}"/>
          </ac:spMkLst>
        </pc:spChg>
        <pc:spChg chg="del mod topLvl">
          <ac:chgData name="Mayu Ninagawa (蜷川 真優 GE)" userId="15d22be4-2d84-414d-ac66-ca09a50eae87" providerId="ADAL" clId="{2A43D1C7-C612-4547-BA11-3049DC01C97C}" dt="2026-01-22T02:20:36.518" v="3443" actId="478"/>
          <ac:spMkLst>
            <pc:docMk/>
            <pc:sldMk cId="859132569" sldId="394"/>
            <ac:spMk id="287" creationId="{2BCC41AC-773A-A51B-5BED-7DB705929A20}"/>
          </ac:spMkLst>
        </pc:spChg>
        <pc:spChg chg="del mod topLvl">
          <ac:chgData name="Mayu Ninagawa (蜷川 真優 GE)" userId="15d22be4-2d84-414d-ac66-ca09a50eae87" providerId="ADAL" clId="{2A43D1C7-C612-4547-BA11-3049DC01C97C}" dt="2026-01-22T02:20:36.518" v="3443" actId="478"/>
          <ac:spMkLst>
            <pc:docMk/>
            <pc:sldMk cId="859132569" sldId="394"/>
            <ac:spMk id="288" creationId="{9EE8A35D-AB64-44E2-AD73-26268D4A0967}"/>
          </ac:spMkLst>
        </pc:spChg>
        <pc:spChg chg="del mod topLvl">
          <ac:chgData name="Mayu Ninagawa (蜷川 真優 GE)" userId="15d22be4-2d84-414d-ac66-ca09a50eae87" providerId="ADAL" clId="{2A43D1C7-C612-4547-BA11-3049DC01C97C}" dt="2026-01-22T02:20:36.518" v="3443" actId="478"/>
          <ac:spMkLst>
            <pc:docMk/>
            <pc:sldMk cId="859132569" sldId="394"/>
            <ac:spMk id="289" creationId="{7A44886E-9BB9-E99C-49D5-0D313606F9D6}"/>
          </ac:spMkLst>
        </pc:spChg>
        <pc:spChg chg="del mod topLvl">
          <ac:chgData name="Mayu Ninagawa (蜷川 真優 GE)" userId="15d22be4-2d84-414d-ac66-ca09a50eae87" providerId="ADAL" clId="{2A43D1C7-C612-4547-BA11-3049DC01C97C}" dt="2026-01-22T02:20:36.518" v="3443" actId="478"/>
          <ac:spMkLst>
            <pc:docMk/>
            <pc:sldMk cId="859132569" sldId="394"/>
            <ac:spMk id="290" creationId="{506434E7-A827-2D96-22B8-69D874B203CC}"/>
          </ac:spMkLst>
        </pc:spChg>
        <pc:spChg chg="del mod topLvl">
          <ac:chgData name="Mayu Ninagawa (蜷川 真優 GE)" userId="15d22be4-2d84-414d-ac66-ca09a50eae87" providerId="ADAL" clId="{2A43D1C7-C612-4547-BA11-3049DC01C97C}" dt="2026-01-22T02:20:36.518" v="3443" actId="478"/>
          <ac:spMkLst>
            <pc:docMk/>
            <pc:sldMk cId="859132569" sldId="394"/>
            <ac:spMk id="291" creationId="{15ABE885-6058-BEC6-B572-527E0EF95305}"/>
          </ac:spMkLst>
        </pc:spChg>
        <pc:spChg chg="del mod topLvl">
          <ac:chgData name="Mayu Ninagawa (蜷川 真優 GE)" userId="15d22be4-2d84-414d-ac66-ca09a50eae87" providerId="ADAL" clId="{2A43D1C7-C612-4547-BA11-3049DC01C97C}" dt="2026-01-22T02:20:36.518" v="3443" actId="478"/>
          <ac:spMkLst>
            <pc:docMk/>
            <pc:sldMk cId="859132569" sldId="394"/>
            <ac:spMk id="292" creationId="{18111251-DE55-C4EE-5E74-5271A450D3E3}"/>
          </ac:spMkLst>
        </pc:spChg>
        <pc:spChg chg="del mod topLvl">
          <ac:chgData name="Mayu Ninagawa (蜷川 真優 GE)" userId="15d22be4-2d84-414d-ac66-ca09a50eae87" providerId="ADAL" clId="{2A43D1C7-C612-4547-BA11-3049DC01C97C}" dt="2026-01-22T02:20:36.518" v="3443" actId="478"/>
          <ac:spMkLst>
            <pc:docMk/>
            <pc:sldMk cId="859132569" sldId="394"/>
            <ac:spMk id="293" creationId="{47A6B2F8-5F35-C9B9-72C6-D0D6A7B5C5AF}"/>
          </ac:spMkLst>
        </pc:spChg>
        <pc:spChg chg="del mod topLvl">
          <ac:chgData name="Mayu Ninagawa (蜷川 真優 GE)" userId="15d22be4-2d84-414d-ac66-ca09a50eae87" providerId="ADAL" clId="{2A43D1C7-C612-4547-BA11-3049DC01C97C}" dt="2026-01-22T02:20:36.518" v="3443" actId="478"/>
          <ac:spMkLst>
            <pc:docMk/>
            <pc:sldMk cId="859132569" sldId="394"/>
            <ac:spMk id="294" creationId="{E668D97F-3122-6975-9205-F209AE491BB6}"/>
          </ac:spMkLst>
        </pc:spChg>
        <pc:spChg chg="del mod topLvl">
          <ac:chgData name="Mayu Ninagawa (蜷川 真優 GE)" userId="15d22be4-2d84-414d-ac66-ca09a50eae87" providerId="ADAL" clId="{2A43D1C7-C612-4547-BA11-3049DC01C97C}" dt="2026-01-22T02:20:36.518" v="3443" actId="478"/>
          <ac:spMkLst>
            <pc:docMk/>
            <pc:sldMk cId="859132569" sldId="394"/>
            <ac:spMk id="295" creationId="{71508B3B-C95F-2967-FFEB-62465CB46280}"/>
          </ac:spMkLst>
        </pc:spChg>
        <pc:spChg chg="del mod topLvl">
          <ac:chgData name="Mayu Ninagawa (蜷川 真優 GE)" userId="15d22be4-2d84-414d-ac66-ca09a50eae87" providerId="ADAL" clId="{2A43D1C7-C612-4547-BA11-3049DC01C97C}" dt="2026-01-22T02:20:36.518" v="3443" actId="478"/>
          <ac:spMkLst>
            <pc:docMk/>
            <pc:sldMk cId="859132569" sldId="394"/>
            <ac:spMk id="296" creationId="{685B5D93-A07F-B5C8-23AD-CDEBF03B5A5C}"/>
          </ac:spMkLst>
        </pc:spChg>
        <pc:spChg chg="del mod topLvl">
          <ac:chgData name="Mayu Ninagawa (蜷川 真優 GE)" userId="15d22be4-2d84-414d-ac66-ca09a50eae87" providerId="ADAL" clId="{2A43D1C7-C612-4547-BA11-3049DC01C97C}" dt="2026-01-22T02:20:36.518" v="3443" actId="478"/>
          <ac:spMkLst>
            <pc:docMk/>
            <pc:sldMk cId="859132569" sldId="394"/>
            <ac:spMk id="297" creationId="{1B3B5DEC-7723-9491-1C3C-243CABF20A3E}"/>
          </ac:spMkLst>
        </pc:spChg>
        <pc:spChg chg="del mod topLvl">
          <ac:chgData name="Mayu Ninagawa (蜷川 真優 GE)" userId="15d22be4-2d84-414d-ac66-ca09a50eae87" providerId="ADAL" clId="{2A43D1C7-C612-4547-BA11-3049DC01C97C}" dt="2026-01-22T02:20:36.518" v="3443" actId="478"/>
          <ac:spMkLst>
            <pc:docMk/>
            <pc:sldMk cId="859132569" sldId="394"/>
            <ac:spMk id="298" creationId="{6607629C-C391-3DE4-D23F-50ECB942BE87}"/>
          </ac:spMkLst>
        </pc:spChg>
        <pc:spChg chg="del mod topLvl">
          <ac:chgData name="Mayu Ninagawa (蜷川 真優 GE)" userId="15d22be4-2d84-414d-ac66-ca09a50eae87" providerId="ADAL" clId="{2A43D1C7-C612-4547-BA11-3049DC01C97C}" dt="2026-01-22T02:20:36.518" v="3443" actId="478"/>
          <ac:spMkLst>
            <pc:docMk/>
            <pc:sldMk cId="859132569" sldId="394"/>
            <ac:spMk id="299" creationId="{BEE077FC-0040-1479-D17A-F908D890413F}"/>
          </ac:spMkLst>
        </pc:spChg>
        <pc:spChg chg="del mod topLvl">
          <ac:chgData name="Mayu Ninagawa (蜷川 真優 GE)" userId="15d22be4-2d84-414d-ac66-ca09a50eae87" providerId="ADAL" clId="{2A43D1C7-C612-4547-BA11-3049DC01C97C}" dt="2026-01-22T02:20:36.518" v="3443" actId="478"/>
          <ac:spMkLst>
            <pc:docMk/>
            <pc:sldMk cId="859132569" sldId="394"/>
            <ac:spMk id="300" creationId="{B5FC38D0-1732-A568-B532-CC2DCDD8FCA5}"/>
          </ac:spMkLst>
        </pc:spChg>
        <pc:spChg chg="del mod topLvl">
          <ac:chgData name="Mayu Ninagawa (蜷川 真優 GE)" userId="15d22be4-2d84-414d-ac66-ca09a50eae87" providerId="ADAL" clId="{2A43D1C7-C612-4547-BA11-3049DC01C97C}" dt="2026-01-22T02:20:36.518" v="3443" actId="478"/>
          <ac:spMkLst>
            <pc:docMk/>
            <pc:sldMk cId="859132569" sldId="394"/>
            <ac:spMk id="301" creationId="{8FA3B799-44B8-77A3-1963-5D6F9E98E4A4}"/>
          </ac:spMkLst>
        </pc:spChg>
        <pc:spChg chg="del mod topLvl">
          <ac:chgData name="Mayu Ninagawa (蜷川 真優 GE)" userId="15d22be4-2d84-414d-ac66-ca09a50eae87" providerId="ADAL" clId="{2A43D1C7-C612-4547-BA11-3049DC01C97C}" dt="2026-01-22T02:20:36.518" v="3443" actId="478"/>
          <ac:spMkLst>
            <pc:docMk/>
            <pc:sldMk cId="859132569" sldId="394"/>
            <ac:spMk id="302" creationId="{D01F3C52-124F-FDF6-CA8D-590DF2EA6785}"/>
          </ac:spMkLst>
        </pc:spChg>
        <pc:spChg chg="del mod topLvl">
          <ac:chgData name="Mayu Ninagawa (蜷川 真優 GE)" userId="15d22be4-2d84-414d-ac66-ca09a50eae87" providerId="ADAL" clId="{2A43D1C7-C612-4547-BA11-3049DC01C97C}" dt="2026-01-22T02:20:36.518" v="3443" actId="478"/>
          <ac:spMkLst>
            <pc:docMk/>
            <pc:sldMk cId="859132569" sldId="394"/>
            <ac:spMk id="303" creationId="{D2DCA1BD-3FA0-E37B-ABF5-3C86F777E8FE}"/>
          </ac:spMkLst>
        </pc:spChg>
        <pc:spChg chg="del mod topLvl">
          <ac:chgData name="Mayu Ninagawa (蜷川 真優 GE)" userId="15d22be4-2d84-414d-ac66-ca09a50eae87" providerId="ADAL" clId="{2A43D1C7-C612-4547-BA11-3049DC01C97C}" dt="2026-01-22T02:20:36.518" v="3443" actId="478"/>
          <ac:spMkLst>
            <pc:docMk/>
            <pc:sldMk cId="859132569" sldId="394"/>
            <ac:spMk id="304" creationId="{619A00B1-DC01-0529-89DE-8ECD9A02223E}"/>
          </ac:spMkLst>
        </pc:spChg>
        <pc:spChg chg="del mod topLvl">
          <ac:chgData name="Mayu Ninagawa (蜷川 真優 GE)" userId="15d22be4-2d84-414d-ac66-ca09a50eae87" providerId="ADAL" clId="{2A43D1C7-C612-4547-BA11-3049DC01C97C}" dt="2026-01-22T02:20:36.518" v="3443" actId="478"/>
          <ac:spMkLst>
            <pc:docMk/>
            <pc:sldMk cId="859132569" sldId="394"/>
            <ac:spMk id="305" creationId="{230605D2-6632-9849-B1E4-54CF50E955D3}"/>
          </ac:spMkLst>
        </pc:spChg>
        <pc:spChg chg="del mod topLvl">
          <ac:chgData name="Mayu Ninagawa (蜷川 真優 GE)" userId="15d22be4-2d84-414d-ac66-ca09a50eae87" providerId="ADAL" clId="{2A43D1C7-C612-4547-BA11-3049DC01C97C}" dt="2026-01-22T02:20:36.518" v="3443" actId="478"/>
          <ac:spMkLst>
            <pc:docMk/>
            <pc:sldMk cId="859132569" sldId="394"/>
            <ac:spMk id="306" creationId="{24859012-2E37-771E-05AC-A4EED073EC2C}"/>
          </ac:spMkLst>
        </pc:spChg>
        <pc:spChg chg="del mod topLvl">
          <ac:chgData name="Mayu Ninagawa (蜷川 真優 GE)" userId="15d22be4-2d84-414d-ac66-ca09a50eae87" providerId="ADAL" clId="{2A43D1C7-C612-4547-BA11-3049DC01C97C}" dt="2026-01-22T02:20:36.518" v="3443" actId="478"/>
          <ac:spMkLst>
            <pc:docMk/>
            <pc:sldMk cId="859132569" sldId="394"/>
            <ac:spMk id="307" creationId="{FBD7D52B-A3B0-DDFE-71B8-39F7FA21BC2F}"/>
          </ac:spMkLst>
        </pc:spChg>
        <pc:spChg chg="del mod topLvl">
          <ac:chgData name="Mayu Ninagawa (蜷川 真優 GE)" userId="15d22be4-2d84-414d-ac66-ca09a50eae87" providerId="ADAL" clId="{2A43D1C7-C612-4547-BA11-3049DC01C97C}" dt="2026-01-22T02:20:36.518" v="3443" actId="478"/>
          <ac:spMkLst>
            <pc:docMk/>
            <pc:sldMk cId="859132569" sldId="394"/>
            <ac:spMk id="308" creationId="{6A71C2EF-493F-904D-C73B-C12E04AFEA27}"/>
          </ac:spMkLst>
        </pc:spChg>
        <pc:spChg chg="del mod topLvl">
          <ac:chgData name="Mayu Ninagawa (蜷川 真優 GE)" userId="15d22be4-2d84-414d-ac66-ca09a50eae87" providerId="ADAL" clId="{2A43D1C7-C612-4547-BA11-3049DC01C97C}" dt="2026-01-22T02:20:36.518" v="3443" actId="478"/>
          <ac:spMkLst>
            <pc:docMk/>
            <pc:sldMk cId="859132569" sldId="394"/>
            <ac:spMk id="309" creationId="{E806CE3A-002F-A102-50F9-C06411095F89}"/>
          </ac:spMkLst>
        </pc:spChg>
        <pc:spChg chg="del mod topLvl">
          <ac:chgData name="Mayu Ninagawa (蜷川 真優 GE)" userId="15d22be4-2d84-414d-ac66-ca09a50eae87" providerId="ADAL" clId="{2A43D1C7-C612-4547-BA11-3049DC01C97C}" dt="2026-01-22T02:20:36.518" v="3443" actId="478"/>
          <ac:spMkLst>
            <pc:docMk/>
            <pc:sldMk cId="859132569" sldId="394"/>
            <ac:spMk id="310" creationId="{69E5E811-BCAC-607B-A3E6-908B75918F44}"/>
          </ac:spMkLst>
        </pc:spChg>
        <pc:spChg chg="del mod topLvl">
          <ac:chgData name="Mayu Ninagawa (蜷川 真優 GE)" userId="15d22be4-2d84-414d-ac66-ca09a50eae87" providerId="ADAL" clId="{2A43D1C7-C612-4547-BA11-3049DC01C97C}" dt="2026-01-22T02:20:36.518" v="3443" actId="478"/>
          <ac:spMkLst>
            <pc:docMk/>
            <pc:sldMk cId="859132569" sldId="394"/>
            <ac:spMk id="311" creationId="{321CA11E-4A9E-F0C7-0C30-F3454B8D2B3F}"/>
          </ac:spMkLst>
        </pc:spChg>
        <pc:spChg chg="del mod topLvl">
          <ac:chgData name="Mayu Ninagawa (蜷川 真優 GE)" userId="15d22be4-2d84-414d-ac66-ca09a50eae87" providerId="ADAL" clId="{2A43D1C7-C612-4547-BA11-3049DC01C97C}" dt="2026-01-22T02:20:36.518" v="3443" actId="478"/>
          <ac:spMkLst>
            <pc:docMk/>
            <pc:sldMk cId="859132569" sldId="394"/>
            <ac:spMk id="312" creationId="{3B4F58C5-138C-95DD-AB00-207853CAB321}"/>
          </ac:spMkLst>
        </pc:spChg>
        <pc:spChg chg="del mod topLvl">
          <ac:chgData name="Mayu Ninagawa (蜷川 真優 GE)" userId="15d22be4-2d84-414d-ac66-ca09a50eae87" providerId="ADAL" clId="{2A43D1C7-C612-4547-BA11-3049DC01C97C}" dt="2026-01-22T02:20:36.518" v="3443" actId="478"/>
          <ac:spMkLst>
            <pc:docMk/>
            <pc:sldMk cId="859132569" sldId="394"/>
            <ac:spMk id="313" creationId="{700FB2DB-1FE2-2AF5-571A-E7E62C9E9F7B}"/>
          </ac:spMkLst>
        </pc:spChg>
        <pc:spChg chg="del mod topLvl">
          <ac:chgData name="Mayu Ninagawa (蜷川 真優 GE)" userId="15d22be4-2d84-414d-ac66-ca09a50eae87" providerId="ADAL" clId="{2A43D1C7-C612-4547-BA11-3049DC01C97C}" dt="2026-01-22T02:20:36.518" v="3443" actId="478"/>
          <ac:spMkLst>
            <pc:docMk/>
            <pc:sldMk cId="859132569" sldId="394"/>
            <ac:spMk id="314" creationId="{03A95432-7E19-E295-8647-940BFF01B5CE}"/>
          </ac:spMkLst>
        </pc:spChg>
        <pc:spChg chg="del mod topLvl">
          <ac:chgData name="Mayu Ninagawa (蜷川 真優 GE)" userId="15d22be4-2d84-414d-ac66-ca09a50eae87" providerId="ADAL" clId="{2A43D1C7-C612-4547-BA11-3049DC01C97C}" dt="2026-01-22T02:20:36.518" v="3443" actId="478"/>
          <ac:spMkLst>
            <pc:docMk/>
            <pc:sldMk cId="859132569" sldId="394"/>
            <ac:spMk id="315" creationId="{866FE963-5F91-5A89-038E-DB7539487F67}"/>
          </ac:spMkLst>
        </pc:spChg>
        <pc:spChg chg="del mod topLvl">
          <ac:chgData name="Mayu Ninagawa (蜷川 真優 GE)" userId="15d22be4-2d84-414d-ac66-ca09a50eae87" providerId="ADAL" clId="{2A43D1C7-C612-4547-BA11-3049DC01C97C}" dt="2026-01-22T02:20:36.518" v="3443" actId="478"/>
          <ac:spMkLst>
            <pc:docMk/>
            <pc:sldMk cId="859132569" sldId="394"/>
            <ac:spMk id="316" creationId="{A23DB78E-AFF2-47C6-0E48-2158D7D8D760}"/>
          </ac:spMkLst>
        </pc:spChg>
        <pc:spChg chg="del mod topLvl">
          <ac:chgData name="Mayu Ninagawa (蜷川 真優 GE)" userId="15d22be4-2d84-414d-ac66-ca09a50eae87" providerId="ADAL" clId="{2A43D1C7-C612-4547-BA11-3049DC01C97C}" dt="2026-01-22T02:20:36.518" v="3443" actId="478"/>
          <ac:spMkLst>
            <pc:docMk/>
            <pc:sldMk cId="859132569" sldId="394"/>
            <ac:spMk id="317" creationId="{7A257A57-A511-3248-58A9-0FDB0B9A8D1B}"/>
          </ac:spMkLst>
        </pc:spChg>
        <pc:spChg chg="del mod topLvl">
          <ac:chgData name="Mayu Ninagawa (蜷川 真優 GE)" userId="15d22be4-2d84-414d-ac66-ca09a50eae87" providerId="ADAL" clId="{2A43D1C7-C612-4547-BA11-3049DC01C97C}" dt="2026-01-22T02:20:36.518" v="3443" actId="478"/>
          <ac:spMkLst>
            <pc:docMk/>
            <pc:sldMk cId="859132569" sldId="394"/>
            <ac:spMk id="318" creationId="{E3C370AB-237A-3AD7-F575-ECB09F296D0D}"/>
          </ac:spMkLst>
        </pc:spChg>
        <pc:spChg chg="del mod topLvl">
          <ac:chgData name="Mayu Ninagawa (蜷川 真優 GE)" userId="15d22be4-2d84-414d-ac66-ca09a50eae87" providerId="ADAL" clId="{2A43D1C7-C612-4547-BA11-3049DC01C97C}" dt="2026-01-22T02:20:36.518" v="3443" actId="478"/>
          <ac:spMkLst>
            <pc:docMk/>
            <pc:sldMk cId="859132569" sldId="394"/>
            <ac:spMk id="319" creationId="{FE706CB9-D494-13CF-6C8A-14B391279755}"/>
          </ac:spMkLst>
        </pc:spChg>
        <pc:spChg chg="del mod topLvl">
          <ac:chgData name="Mayu Ninagawa (蜷川 真優 GE)" userId="15d22be4-2d84-414d-ac66-ca09a50eae87" providerId="ADAL" clId="{2A43D1C7-C612-4547-BA11-3049DC01C97C}" dt="2026-01-22T02:20:36.518" v="3443" actId="478"/>
          <ac:spMkLst>
            <pc:docMk/>
            <pc:sldMk cId="859132569" sldId="394"/>
            <ac:spMk id="320" creationId="{F17C75B0-E798-B60F-032B-274AB5154F3F}"/>
          </ac:spMkLst>
        </pc:spChg>
        <pc:spChg chg="del mod topLvl">
          <ac:chgData name="Mayu Ninagawa (蜷川 真優 GE)" userId="15d22be4-2d84-414d-ac66-ca09a50eae87" providerId="ADAL" clId="{2A43D1C7-C612-4547-BA11-3049DC01C97C}" dt="2026-01-22T02:20:36.518" v="3443" actId="478"/>
          <ac:spMkLst>
            <pc:docMk/>
            <pc:sldMk cId="859132569" sldId="394"/>
            <ac:spMk id="321" creationId="{345E8203-4C95-94A8-ECE2-CFBBC194757C}"/>
          </ac:spMkLst>
        </pc:spChg>
        <pc:spChg chg="del mod topLvl">
          <ac:chgData name="Mayu Ninagawa (蜷川 真優 GE)" userId="15d22be4-2d84-414d-ac66-ca09a50eae87" providerId="ADAL" clId="{2A43D1C7-C612-4547-BA11-3049DC01C97C}" dt="2026-01-22T02:20:36.518" v="3443" actId="478"/>
          <ac:spMkLst>
            <pc:docMk/>
            <pc:sldMk cId="859132569" sldId="394"/>
            <ac:spMk id="322" creationId="{93950D1D-A0CD-8E54-5673-EFB9F7A1AC3C}"/>
          </ac:spMkLst>
        </pc:spChg>
        <pc:spChg chg="del mod topLvl">
          <ac:chgData name="Mayu Ninagawa (蜷川 真優 GE)" userId="15d22be4-2d84-414d-ac66-ca09a50eae87" providerId="ADAL" clId="{2A43D1C7-C612-4547-BA11-3049DC01C97C}" dt="2026-01-22T02:20:36.518" v="3443" actId="478"/>
          <ac:spMkLst>
            <pc:docMk/>
            <pc:sldMk cId="859132569" sldId="394"/>
            <ac:spMk id="323" creationId="{13E2F131-6799-BFF2-29BA-312E7527CFE6}"/>
          </ac:spMkLst>
        </pc:spChg>
        <pc:spChg chg="del mod topLvl">
          <ac:chgData name="Mayu Ninagawa (蜷川 真優 GE)" userId="15d22be4-2d84-414d-ac66-ca09a50eae87" providerId="ADAL" clId="{2A43D1C7-C612-4547-BA11-3049DC01C97C}" dt="2026-01-22T02:20:36.518" v="3443" actId="478"/>
          <ac:spMkLst>
            <pc:docMk/>
            <pc:sldMk cId="859132569" sldId="394"/>
            <ac:spMk id="324" creationId="{6D7934D7-500E-2590-A777-14576FECB72F}"/>
          </ac:spMkLst>
        </pc:spChg>
        <pc:spChg chg="del mod topLvl">
          <ac:chgData name="Mayu Ninagawa (蜷川 真優 GE)" userId="15d22be4-2d84-414d-ac66-ca09a50eae87" providerId="ADAL" clId="{2A43D1C7-C612-4547-BA11-3049DC01C97C}" dt="2026-01-22T02:20:36.518" v="3443" actId="478"/>
          <ac:spMkLst>
            <pc:docMk/>
            <pc:sldMk cId="859132569" sldId="394"/>
            <ac:spMk id="325" creationId="{8ED0A51A-6DFB-D525-1A6D-4E1B0A02D894}"/>
          </ac:spMkLst>
        </pc:spChg>
        <pc:spChg chg="del mod topLvl">
          <ac:chgData name="Mayu Ninagawa (蜷川 真優 GE)" userId="15d22be4-2d84-414d-ac66-ca09a50eae87" providerId="ADAL" clId="{2A43D1C7-C612-4547-BA11-3049DC01C97C}" dt="2026-01-22T02:20:36.518" v="3443" actId="478"/>
          <ac:spMkLst>
            <pc:docMk/>
            <pc:sldMk cId="859132569" sldId="394"/>
            <ac:spMk id="326" creationId="{C3E00573-C0EA-11C5-9281-F041A299471C}"/>
          </ac:spMkLst>
        </pc:spChg>
        <pc:spChg chg="del mod topLvl">
          <ac:chgData name="Mayu Ninagawa (蜷川 真優 GE)" userId="15d22be4-2d84-414d-ac66-ca09a50eae87" providerId="ADAL" clId="{2A43D1C7-C612-4547-BA11-3049DC01C97C}" dt="2026-01-22T02:20:36.518" v="3443" actId="478"/>
          <ac:spMkLst>
            <pc:docMk/>
            <pc:sldMk cId="859132569" sldId="394"/>
            <ac:spMk id="327" creationId="{FDEFA558-A3B7-7EA6-760C-1151D75FD6DD}"/>
          </ac:spMkLst>
        </pc:spChg>
        <pc:spChg chg="del mod topLvl">
          <ac:chgData name="Mayu Ninagawa (蜷川 真優 GE)" userId="15d22be4-2d84-414d-ac66-ca09a50eae87" providerId="ADAL" clId="{2A43D1C7-C612-4547-BA11-3049DC01C97C}" dt="2026-01-22T02:20:36.518" v="3443" actId="478"/>
          <ac:spMkLst>
            <pc:docMk/>
            <pc:sldMk cId="859132569" sldId="394"/>
            <ac:spMk id="328" creationId="{3FF29324-2B8C-3DBD-E79C-6B11C9091C5D}"/>
          </ac:spMkLst>
        </pc:spChg>
        <pc:spChg chg="del mod topLvl">
          <ac:chgData name="Mayu Ninagawa (蜷川 真優 GE)" userId="15d22be4-2d84-414d-ac66-ca09a50eae87" providerId="ADAL" clId="{2A43D1C7-C612-4547-BA11-3049DC01C97C}" dt="2026-01-22T02:20:36.518" v="3443" actId="478"/>
          <ac:spMkLst>
            <pc:docMk/>
            <pc:sldMk cId="859132569" sldId="394"/>
            <ac:spMk id="329" creationId="{CCED20DE-BC21-3E16-1771-04538AAFD589}"/>
          </ac:spMkLst>
        </pc:spChg>
        <pc:spChg chg="del mod topLvl">
          <ac:chgData name="Mayu Ninagawa (蜷川 真優 GE)" userId="15d22be4-2d84-414d-ac66-ca09a50eae87" providerId="ADAL" clId="{2A43D1C7-C612-4547-BA11-3049DC01C97C}" dt="2026-01-22T02:20:36.518" v="3443" actId="478"/>
          <ac:spMkLst>
            <pc:docMk/>
            <pc:sldMk cId="859132569" sldId="394"/>
            <ac:spMk id="330" creationId="{75DFD70A-9E70-2E48-5E80-02678D0EB3B7}"/>
          </ac:spMkLst>
        </pc:spChg>
        <pc:spChg chg="del mod topLvl">
          <ac:chgData name="Mayu Ninagawa (蜷川 真優 GE)" userId="15d22be4-2d84-414d-ac66-ca09a50eae87" providerId="ADAL" clId="{2A43D1C7-C612-4547-BA11-3049DC01C97C}" dt="2026-01-22T02:20:36.518" v="3443" actId="478"/>
          <ac:spMkLst>
            <pc:docMk/>
            <pc:sldMk cId="859132569" sldId="394"/>
            <ac:spMk id="331" creationId="{04B86F00-8FF3-35FA-F8E5-0089E5222B6F}"/>
          </ac:spMkLst>
        </pc:spChg>
        <pc:spChg chg="del mod topLvl">
          <ac:chgData name="Mayu Ninagawa (蜷川 真優 GE)" userId="15d22be4-2d84-414d-ac66-ca09a50eae87" providerId="ADAL" clId="{2A43D1C7-C612-4547-BA11-3049DC01C97C}" dt="2026-01-22T02:20:36.518" v="3443" actId="478"/>
          <ac:spMkLst>
            <pc:docMk/>
            <pc:sldMk cId="859132569" sldId="394"/>
            <ac:spMk id="332" creationId="{714128C7-31FC-0FDB-8BEF-27914164CB5D}"/>
          </ac:spMkLst>
        </pc:spChg>
        <pc:spChg chg="del mod topLvl">
          <ac:chgData name="Mayu Ninagawa (蜷川 真優 GE)" userId="15d22be4-2d84-414d-ac66-ca09a50eae87" providerId="ADAL" clId="{2A43D1C7-C612-4547-BA11-3049DC01C97C}" dt="2026-01-22T02:20:36.518" v="3443" actId="478"/>
          <ac:spMkLst>
            <pc:docMk/>
            <pc:sldMk cId="859132569" sldId="394"/>
            <ac:spMk id="333" creationId="{DEF00A30-17C5-F609-4DD3-92B94C4F73D1}"/>
          </ac:spMkLst>
        </pc:spChg>
        <pc:spChg chg="del mod topLvl">
          <ac:chgData name="Mayu Ninagawa (蜷川 真優 GE)" userId="15d22be4-2d84-414d-ac66-ca09a50eae87" providerId="ADAL" clId="{2A43D1C7-C612-4547-BA11-3049DC01C97C}" dt="2026-01-22T02:20:36.518" v="3443" actId="478"/>
          <ac:spMkLst>
            <pc:docMk/>
            <pc:sldMk cId="859132569" sldId="394"/>
            <ac:spMk id="334" creationId="{ED95DEB7-4272-26D3-5146-A0E6C24ED2D0}"/>
          </ac:spMkLst>
        </pc:spChg>
        <pc:spChg chg="del mod topLvl">
          <ac:chgData name="Mayu Ninagawa (蜷川 真優 GE)" userId="15d22be4-2d84-414d-ac66-ca09a50eae87" providerId="ADAL" clId="{2A43D1C7-C612-4547-BA11-3049DC01C97C}" dt="2026-01-22T02:20:36.518" v="3443" actId="478"/>
          <ac:spMkLst>
            <pc:docMk/>
            <pc:sldMk cId="859132569" sldId="394"/>
            <ac:spMk id="335" creationId="{78EAF19E-CC19-3F05-512E-41D6DD220327}"/>
          </ac:spMkLst>
        </pc:spChg>
        <pc:spChg chg="del mod topLvl">
          <ac:chgData name="Mayu Ninagawa (蜷川 真優 GE)" userId="15d22be4-2d84-414d-ac66-ca09a50eae87" providerId="ADAL" clId="{2A43D1C7-C612-4547-BA11-3049DC01C97C}" dt="2026-01-22T02:20:36.518" v="3443" actId="478"/>
          <ac:spMkLst>
            <pc:docMk/>
            <pc:sldMk cId="859132569" sldId="394"/>
            <ac:spMk id="339" creationId="{E80868F5-8286-61A6-87E8-987FD4F3D8EE}"/>
          </ac:spMkLst>
        </pc:spChg>
        <pc:spChg chg="del mod topLvl">
          <ac:chgData name="Mayu Ninagawa (蜷川 真優 GE)" userId="15d22be4-2d84-414d-ac66-ca09a50eae87" providerId="ADAL" clId="{2A43D1C7-C612-4547-BA11-3049DC01C97C}" dt="2026-01-22T02:20:36.518" v="3443" actId="478"/>
          <ac:spMkLst>
            <pc:docMk/>
            <pc:sldMk cId="859132569" sldId="394"/>
            <ac:spMk id="340" creationId="{F4DB5F5A-C0A8-3ABC-8CF0-3FC6A2EB950A}"/>
          </ac:spMkLst>
        </pc:spChg>
        <pc:spChg chg="del mod topLvl">
          <ac:chgData name="Mayu Ninagawa (蜷川 真優 GE)" userId="15d22be4-2d84-414d-ac66-ca09a50eae87" providerId="ADAL" clId="{2A43D1C7-C612-4547-BA11-3049DC01C97C}" dt="2026-01-22T02:20:36.518" v="3443" actId="478"/>
          <ac:spMkLst>
            <pc:docMk/>
            <pc:sldMk cId="859132569" sldId="394"/>
            <ac:spMk id="341" creationId="{93851BDF-B42C-A429-BFCD-B06AEB226286}"/>
          </ac:spMkLst>
        </pc:spChg>
        <pc:spChg chg="del mod topLvl">
          <ac:chgData name="Mayu Ninagawa (蜷川 真優 GE)" userId="15d22be4-2d84-414d-ac66-ca09a50eae87" providerId="ADAL" clId="{2A43D1C7-C612-4547-BA11-3049DC01C97C}" dt="2026-01-22T02:20:36.518" v="3443" actId="478"/>
          <ac:spMkLst>
            <pc:docMk/>
            <pc:sldMk cId="859132569" sldId="394"/>
            <ac:spMk id="342" creationId="{1190C5FD-5912-E6E3-3006-4A779E7387C6}"/>
          </ac:spMkLst>
        </pc:spChg>
        <pc:spChg chg="del mod topLvl">
          <ac:chgData name="Mayu Ninagawa (蜷川 真優 GE)" userId="15d22be4-2d84-414d-ac66-ca09a50eae87" providerId="ADAL" clId="{2A43D1C7-C612-4547-BA11-3049DC01C97C}" dt="2026-01-22T02:20:36.518" v="3443" actId="478"/>
          <ac:spMkLst>
            <pc:docMk/>
            <pc:sldMk cId="859132569" sldId="394"/>
            <ac:spMk id="343" creationId="{64BBA336-BFFC-77EA-C10C-0AAB245EB308}"/>
          </ac:spMkLst>
        </pc:spChg>
        <pc:spChg chg="del mod topLvl">
          <ac:chgData name="Mayu Ninagawa (蜷川 真優 GE)" userId="15d22be4-2d84-414d-ac66-ca09a50eae87" providerId="ADAL" clId="{2A43D1C7-C612-4547-BA11-3049DC01C97C}" dt="2026-01-22T02:20:36.518" v="3443" actId="478"/>
          <ac:spMkLst>
            <pc:docMk/>
            <pc:sldMk cId="859132569" sldId="394"/>
            <ac:spMk id="344" creationId="{57BB16BB-82B3-288F-55DA-149A0B9BC4F1}"/>
          </ac:spMkLst>
        </pc:spChg>
        <pc:spChg chg="del mod topLvl">
          <ac:chgData name="Mayu Ninagawa (蜷川 真優 GE)" userId="15d22be4-2d84-414d-ac66-ca09a50eae87" providerId="ADAL" clId="{2A43D1C7-C612-4547-BA11-3049DC01C97C}" dt="2026-01-22T02:20:36.518" v="3443" actId="478"/>
          <ac:spMkLst>
            <pc:docMk/>
            <pc:sldMk cId="859132569" sldId="394"/>
            <ac:spMk id="345" creationId="{F289EA1D-70FB-D2D0-4953-A7A82450E3E2}"/>
          </ac:spMkLst>
        </pc:spChg>
        <pc:spChg chg="del mod topLvl">
          <ac:chgData name="Mayu Ninagawa (蜷川 真優 GE)" userId="15d22be4-2d84-414d-ac66-ca09a50eae87" providerId="ADAL" clId="{2A43D1C7-C612-4547-BA11-3049DC01C97C}" dt="2026-01-22T02:20:36.518" v="3443" actId="478"/>
          <ac:spMkLst>
            <pc:docMk/>
            <pc:sldMk cId="859132569" sldId="394"/>
            <ac:spMk id="346" creationId="{4CCE35AA-9392-28AB-A801-06B5B1ABBBB9}"/>
          </ac:spMkLst>
        </pc:spChg>
        <pc:spChg chg="del mod topLvl">
          <ac:chgData name="Mayu Ninagawa (蜷川 真優 GE)" userId="15d22be4-2d84-414d-ac66-ca09a50eae87" providerId="ADAL" clId="{2A43D1C7-C612-4547-BA11-3049DC01C97C}" dt="2026-01-22T02:20:36.518" v="3443" actId="478"/>
          <ac:spMkLst>
            <pc:docMk/>
            <pc:sldMk cId="859132569" sldId="394"/>
            <ac:spMk id="347" creationId="{46FF3E23-23D0-6AFA-9FB8-0753E827E141}"/>
          </ac:spMkLst>
        </pc:spChg>
        <pc:spChg chg="del mod topLvl">
          <ac:chgData name="Mayu Ninagawa (蜷川 真優 GE)" userId="15d22be4-2d84-414d-ac66-ca09a50eae87" providerId="ADAL" clId="{2A43D1C7-C612-4547-BA11-3049DC01C97C}" dt="2026-01-22T02:20:36.518" v="3443" actId="478"/>
          <ac:spMkLst>
            <pc:docMk/>
            <pc:sldMk cId="859132569" sldId="394"/>
            <ac:spMk id="348" creationId="{CFDC89FF-FB6F-371C-9B4E-7515C1393579}"/>
          </ac:spMkLst>
        </pc:spChg>
        <pc:spChg chg="mod">
          <ac:chgData name="Mayu Ninagawa (蜷川 真優 GE)" userId="15d22be4-2d84-414d-ac66-ca09a50eae87" providerId="ADAL" clId="{2A43D1C7-C612-4547-BA11-3049DC01C97C}" dt="2026-01-22T02:36:37.556" v="3609"/>
          <ac:spMkLst>
            <pc:docMk/>
            <pc:sldMk cId="859132569" sldId="394"/>
            <ac:spMk id="349" creationId="{6CA23231-9835-D9BA-812D-9363D0211586}"/>
          </ac:spMkLst>
        </pc:spChg>
        <pc:spChg chg="mod">
          <ac:chgData name="Mayu Ninagawa (蜷川 真優 GE)" userId="15d22be4-2d84-414d-ac66-ca09a50eae87" providerId="ADAL" clId="{2A43D1C7-C612-4547-BA11-3049DC01C97C}" dt="2026-01-22T02:36:37.556" v="3609"/>
          <ac:spMkLst>
            <pc:docMk/>
            <pc:sldMk cId="859132569" sldId="394"/>
            <ac:spMk id="350" creationId="{7D59384F-4204-EFD7-B6CB-ED4EFBA5C70E}"/>
          </ac:spMkLst>
        </pc:spChg>
        <pc:spChg chg="mod">
          <ac:chgData name="Mayu Ninagawa (蜷川 真優 GE)" userId="15d22be4-2d84-414d-ac66-ca09a50eae87" providerId="ADAL" clId="{2A43D1C7-C612-4547-BA11-3049DC01C97C}" dt="2026-01-22T02:36:37.556" v="3609"/>
          <ac:spMkLst>
            <pc:docMk/>
            <pc:sldMk cId="859132569" sldId="394"/>
            <ac:spMk id="351" creationId="{6B59F7A7-4564-E2A5-A86E-5946F8C216C8}"/>
          </ac:spMkLst>
        </pc:spChg>
        <pc:spChg chg="mod">
          <ac:chgData name="Mayu Ninagawa (蜷川 真優 GE)" userId="15d22be4-2d84-414d-ac66-ca09a50eae87" providerId="ADAL" clId="{2A43D1C7-C612-4547-BA11-3049DC01C97C}" dt="2026-01-22T02:36:37.556" v="3609"/>
          <ac:spMkLst>
            <pc:docMk/>
            <pc:sldMk cId="859132569" sldId="394"/>
            <ac:spMk id="352" creationId="{F4165702-7D81-712E-6173-E28CBC0199FA}"/>
          </ac:spMkLst>
        </pc:spChg>
        <pc:spChg chg="mod">
          <ac:chgData name="Mayu Ninagawa (蜷川 真優 GE)" userId="15d22be4-2d84-414d-ac66-ca09a50eae87" providerId="ADAL" clId="{2A43D1C7-C612-4547-BA11-3049DC01C97C}" dt="2026-01-22T02:36:37.556" v="3609"/>
          <ac:spMkLst>
            <pc:docMk/>
            <pc:sldMk cId="859132569" sldId="394"/>
            <ac:spMk id="354" creationId="{660E7049-8D29-433B-5915-3E71CCDA636E}"/>
          </ac:spMkLst>
        </pc:spChg>
        <pc:spChg chg="mod">
          <ac:chgData name="Mayu Ninagawa (蜷川 真優 GE)" userId="15d22be4-2d84-414d-ac66-ca09a50eae87" providerId="ADAL" clId="{2A43D1C7-C612-4547-BA11-3049DC01C97C}" dt="2026-01-22T02:36:37.556" v="3609"/>
          <ac:spMkLst>
            <pc:docMk/>
            <pc:sldMk cId="859132569" sldId="394"/>
            <ac:spMk id="355" creationId="{E504CFBA-D1A6-713C-681A-54D109FDC82A}"/>
          </ac:spMkLst>
        </pc:spChg>
        <pc:spChg chg="mod">
          <ac:chgData name="Mayu Ninagawa (蜷川 真優 GE)" userId="15d22be4-2d84-414d-ac66-ca09a50eae87" providerId="ADAL" clId="{2A43D1C7-C612-4547-BA11-3049DC01C97C}" dt="2026-01-22T02:36:37.556" v="3609"/>
          <ac:spMkLst>
            <pc:docMk/>
            <pc:sldMk cId="859132569" sldId="394"/>
            <ac:spMk id="356" creationId="{A751F2B9-3346-0D53-F89C-A0EEF32911B1}"/>
          </ac:spMkLst>
        </pc:spChg>
        <pc:spChg chg="mod">
          <ac:chgData name="Mayu Ninagawa (蜷川 真優 GE)" userId="15d22be4-2d84-414d-ac66-ca09a50eae87" providerId="ADAL" clId="{2A43D1C7-C612-4547-BA11-3049DC01C97C}" dt="2026-01-22T02:36:37.556" v="3609"/>
          <ac:spMkLst>
            <pc:docMk/>
            <pc:sldMk cId="859132569" sldId="394"/>
            <ac:spMk id="357" creationId="{B80519F7-4655-246C-36B4-13772AF8E82F}"/>
          </ac:spMkLst>
        </pc:spChg>
        <pc:spChg chg="mod">
          <ac:chgData name="Mayu Ninagawa (蜷川 真優 GE)" userId="15d22be4-2d84-414d-ac66-ca09a50eae87" providerId="ADAL" clId="{2A43D1C7-C612-4547-BA11-3049DC01C97C}" dt="2026-01-22T02:36:37.556" v="3609"/>
          <ac:spMkLst>
            <pc:docMk/>
            <pc:sldMk cId="859132569" sldId="394"/>
            <ac:spMk id="358" creationId="{D0C5C6F2-75C7-6B10-0E15-243DCF1C9511}"/>
          </ac:spMkLst>
        </pc:spChg>
        <pc:spChg chg="mod">
          <ac:chgData name="Mayu Ninagawa (蜷川 真優 GE)" userId="15d22be4-2d84-414d-ac66-ca09a50eae87" providerId="ADAL" clId="{2A43D1C7-C612-4547-BA11-3049DC01C97C}" dt="2026-01-22T02:36:37.556" v="3609"/>
          <ac:spMkLst>
            <pc:docMk/>
            <pc:sldMk cId="859132569" sldId="394"/>
            <ac:spMk id="359" creationId="{D15F8433-559D-1D44-783A-D81AA934C481}"/>
          </ac:spMkLst>
        </pc:spChg>
        <pc:spChg chg="mod">
          <ac:chgData name="Mayu Ninagawa (蜷川 真優 GE)" userId="15d22be4-2d84-414d-ac66-ca09a50eae87" providerId="ADAL" clId="{2A43D1C7-C612-4547-BA11-3049DC01C97C}" dt="2026-01-22T02:36:37.556" v="3609"/>
          <ac:spMkLst>
            <pc:docMk/>
            <pc:sldMk cId="859132569" sldId="394"/>
            <ac:spMk id="360" creationId="{69E65886-34B2-EF04-43D4-52BEED7B6AB4}"/>
          </ac:spMkLst>
        </pc:spChg>
        <pc:spChg chg="mod">
          <ac:chgData name="Mayu Ninagawa (蜷川 真優 GE)" userId="15d22be4-2d84-414d-ac66-ca09a50eae87" providerId="ADAL" clId="{2A43D1C7-C612-4547-BA11-3049DC01C97C}" dt="2026-01-22T02:36:37.556" v="3609"/>
          <ac:spMkLst>
            <pc:docMk/>
            <pc:sldMk cId="859132569" sldId="394"/>
            <ac:spMk id="361" creationId="{16861321-C2DC-AD97-2CEC-F79A68B82A28}"/>
          </ac:spMkLst>
        </pc:spChg>
        <pc:spChg chg="mod">
          <ac:chgData name="Mayu Ninagawa (蜷川 真優 GE)" userId="15d22be4-2d84-414d-ac66-ca09a50eae87" providerId="ADAL" clId="{2A43D1C7-C612-4547-BA11-3049DC01C97C}" dt="2026-01-22T02:36:37.556" v="3609"/>
          <ac:spMkLst>
            <pc:docMk/>
            <pc:sldMk cId="859132569" sldId="394"/>
            <ac:spMk id="362" creationId="{69F9CE28-3477-C8A9-B40E-F92D34245FF7}"/>
          </ac:spMkLst>
        </pc:spChg>
        <pc:spChg chg="mod">
          <ac:chgData name="Mayu Ninagawa (蜷川 真優 GE)" userId="15d22be4-2d84-414d-ac66-ca09a50eae87" providerId="ADAL" clId="{2A43D1C7-C612-4547-BA11-3049DC01C97C}" dt="2026-01-22T02:36:37.556" v="3609"/>
          <ac:spMkLst>
            <pc:docMk/>
            <pc:sldMk cId="859132569" sldId="394"/>
            <ac:spMk id="363" creationId="{F724109B-56A9-0077-2827-91549B34F149}"/>
          </ac:spMkLst>
        </pc:spChg>
        <pc:spChg chg="mod">
          <ac:chgData name="Mayu Ninagawa (蜷川 真優 GE)" userId="15d22be4-2d84-414d-ac66-ca09a50eae87" providerId="ADAL" clId="{2A43D1C7-C612-4547-BA11-3049DC01C97C}" dt="2026-01-22T02:36:37.556" v="3609"/>
          <ac:spMkLst>
            <pc:docMk/>
            <pc:sldMk cId="859132569" sldId="394"/>
            <ac:spMk id="364" creationId="{8F0388F0-A9BC-EA08-F31F-FC2F5276E67A}"/>
          </ac:spMkLst>
        </pc:spChg>
        <pc:spChg chg="mod">
          <ac:chgData name="Mayu Ninagawa (蜷川 真優 GE)" userId="15d22be4-2d84-414d-ac66-ca09a50eae87" providerId="ADAL" clId="{2A43D1C7-C612-4547-BA11-3049DC01C97C}" dt="2026-01-22T02:36:37.556" v="3609"/>
          <ac:spMkLst>
            <pc:docMk/>
            <pc:sldMk cId="859132569" sldId="394"/>
            <ac:spMk id="365" creationId="{3F687E08-AE13-5B23-1D16-C937E500D650}"/>
          </ac:spMkLst>
        </pc:spChg>
        <pc:spChg chg="mod">
          <ac:chgData name="Mayu Ninagawa (蜷川 真優 GE)" userId="15d22be4-2d84-414d-ac66-ca09a50eae87" providerId="ADAL" clId="{2A43D1C7-C612-4547-BA11-3049DC01C97C}" dt="2026-01-22T02:36:37.556" v="3609"/>
          <ac:spMkLst>
            <pc:docMk/>
            <pc:sldMk cId="859132569" sldId="394"/>
            <ac:spMk id="366" creationId="{4523BA48-8C66-1656-ECB9-9CF7E16B6056}"/>
          </ac:spMkLst>
        </pc:spChg>
        <pc:spChg chg="mod">
          <ac:chgData name="Mayu Ninagawa (蜷川 真優 GE)" userId="15d22be4-2d84-414d-ac66-ca09a50eae87" providerId="ADAL" clId="{2A43D1C7-C612-4547-BA11-3049DC01C97C}" dt="2026-01-22T02:36:37.556" v="3609"/>
          <ac:spMkLst>
            <pc:docMk/>
            <pc:sldMk cId="859132569" sldId="394"/>
            <ac:spMk id="367" creationId="{A8A9753B-BE52-663D-B3D1-77D0D4C1CF00}"/>
          </ac:spMkLst>
        </pc:spChg>
        <pc:spChg chg="mod">
          <ac:chgData name="Mayu Ninagawa (蜷川 真優 GE)" userId="15d22be4-2d84-414d-ac66-ca09a50eae87" providerId="ADAL" clId="{2A43D1C7-C612-4547-BA11-3049DC01C97C}" dt="2026-01-22T02:36:37.556" v="3609"/>
          <ac:spMkLst>
            <pc:docMk/>
            <pc:sldMk cId="859132569" sldId="394"/>
            <ac:spMk id="368" creationId="{6E6A5873-DA87-7A49-3FBD-19E418A6EA4A}"/>
          </ac:spMkLst>
        </pc:spChg>
        <pc:spChg chg="mod">
          <ac:chgData name="Mayu Ninagawa (蜷川 真優 GE)" userId="15d22be4-2d84-414d-ac66-ca09a50eae87" providerId="ADAL" clId="{2A43D1C7-C612-4547-BA11-3049DC01C97C}" dt="2026-01-22T02:36:37.556" v="3609"/>
          <ac:spMkLst>
            <pc:docMk/>
            <pc:sldMk cId="859132569" sldId="394"/>
            <ac:spMk id="369" creationId="{0CABBB17-C819-EF84-FB9F-81E3CA7D79E5}"/>
          </ac:spMkLst>
        </pc:spChg>
        <pc:spChg chg="mod">
          <ac:chgData name="Mayu Ninagawa (蜷川 真優 GE)" userId="15d22be4-2d84-414d-ac66-ca09a50eae87" providerId="ADAL" clId="{2A43D1C7-C612-4547-BA11-3049DC01C97C}" dt="2026-01-22T02:36:37.556" v="3609"/>
          <ac:spMkLst>
            <pc:docMk/>
            <pc:sldMk cId="859132569" sldId="394"/>
            <ac:spMk id="370" creationId="{E5A942D8-44CC-FCCA-6103-AAFE775D99E6}"/>
          </ac:spMkLst>
        </pc:spChg>
        <pc:spChg chg="mod">
          <ac:chgData name="Mayu Ninagawa (蜷川 真優 GE)" userId="15d22be4-2d84-414d-ac66-ca09a50eae87" providerId="ADAL" clId="{2A43D1C7-C612-4547-BA11-3049DC01C97C}" dt="2026-01-22T02:36:37.556" v="3609"/>
          <ac:spMkLst>
            <pc:docMk/>
            <pc:sldMk cId="859132569" sldId="394"/>
            <ac:spMk id="371" creationId="{F02A14CC-F24C-DE88-64A6-F76DA9B81644}"/>
          </ac:spMkLst>
        </pc:spChg>
        <pc:spChg chg="mod">
          <ac:chgData name="Mayu Ninagawa (蜷川 真優 GE)" userId="15d22be4-2d84-414d-ac66-ca09a50eae87" providerId="ADAL" clId="{2A43D1C7-C612-4547-BA11-3049DC01C97C}" dt="2026-01-22T02:36:37.556" v="3609"/>
          <ac:spMkLst>
            <pc:docMk/>
            <pc:sldMk cId="859132569" sldId="394"/>
            <ac:spMk id="372" creationId="{D45C9EA5-CE03-825C-54EC-3FCC5C265CE4}"/>
          </ac:spMkLst>
        </pc:spChg>
        <pc:spChg chg="mod">
          <ac:chgData name="Mayu Ninagawa (蜷川 真優 GE)" userId="15d22be4-2d84-414d-ac66-ca09a50eae87" providerId="ADAL" clId="{2A43D1C7-C612-4547-BA11-3049DC01C97C}" dt="2026-01-22T02:36:37.556" v="3609"/>
          <ac:spMkLst>
            <pc:docMk/>
            <pc:sldMk cId="859132569" sldId="394"/>
            <ac:spMk id="373" creationId="{7E5F10FD-16C8-76F3-EA19-86194AAF25AB}"/>
          </ac:spMkLst>
        </pc:spChg>
        <pc:spChg chg="mod">
          <ac:chgData name="Mayu Ninagawa (蜷川 真優 GE)" userId="15d22be4-2d84-414d-ac66-ca09a50eae87" providerId="ADAL" clId="{2A43D1C7-C612-4547-BA11-3049DC01C97C}" dt="2026-01-22T02:36:37.556" v="3609"/>
          <ac:spMkLst>
            <pc:docMk/>
            <pc:sldMk cId="859132569" sldId="394"/>
            <ac:spMk id="374" creationId="{72271681-9C08-4652-2C45-8A92CDD406A4}"/>
          </ac:spMkLst>
        </pc:spChg>
        <pc:spChg chg="mod">
          <ac:chgData name="Mayu Ninagawa (蜷川 真優 GE)" userId="15d22be4-2d84-414d-ac66-ca09a50eae87" providerId="ADAL" clId="{2A43D1C7-C612-4547-BA11-3049DC01C97C}" dt="2026-01-22T02:36:37.556" v="3609"/>
          <ac:spMkLst>
            <pc:docMk/>
            <pc:sldMk cId="859132569" sldId="394"/>
            <ac:spMk id="375" creationId="{AD2D559E-273A-83D0-FA2B-C9CC6C087866}"/>
          </ac:spMkLst>
        </pc:spChg>
        <pc:spChg chg="add del mod">
          <ac:chgData name="Mayu Ninagawa (蜷川 真優 GE)" userId="15d22be4-2d84-414d-ac66-ca09a50eae87" providerId="ADAL" clId="{2A43D1C7-C612-4547-BA11-3049DC01C97C}" dt="2026-01-22T02:39:59.453" v="3646"/>
          <ac:spMkLst>
            <pc:docMk/>
            <pc:sldMk cId="859132569" sldId="394"/>
            <ac:spMk id="380" creationId="{0D5597C5-4D07-67AD-F0DE-2DCE57C268CD}"/>
          </ac:spMkLst>
        </pc:spChg>
        <pc:spChg chg="add del mod">
          <ac:chgData name="Mayu Ninagawa (蜷川 真優 GE)" userId="15d22be4-2d84-414d-ac66-ca09a50eae87" providerId="ADAL" clId="{2A43D1C7-C612-4547-BA11-3049DC01C97C}" dt="2026-01-22T02:39:59.453" v="3646"/>
          <ac:spMkLst>
            <pc:docMk/>
            <pc:sldMk cId="859132569" sldId="394"/>
            <ac:spMk id="381" creationId="{7BFBDC9A-C001-A50F-46DF-83E1874D112C}"/>
          </ac:spMkLst>
        </pc:spChg>
        <pc:spChg chg="mod">
          <ac:chgData name="Mayu Ninagawa (蜷川 真優 GE)" userId="15d22be4-2d84-414d-ac66-ca09a50eae87" providerId="ADAL" clId="{2A43D1C7-C612-4547-BA11-3049DC01C97C}" dt="2026-01-22T02:39:28.521" v="3635"/>
          <ac:spMkLst>
            <pc:docMk/>
            <pc:sldMk cId="859132569" sldId="394"/>
            <ac:spMk id="382" creationId="{7191025A-B30D-610D-DF4F-2BCE0A372B83}"/>
          </ac:spMkLst>
        </pc:spChg>
        <pc:spChg chg="add del mod">
          <ac:chgData name="Mayu Ninagawa (蜷川 真優 GE)" userId="15d22be4-2d84-414d-ac66-ca09a50eae87" providerId="ADAL" clId="{2A43D1C7-C612-4547-BA11-3049DC01C97C}" dt="2026-01-22T02:39:59.453" v="3646"/>
          <ac:spMkLst>
            <pc:docMk/>
            <pc:sldMk cId="859132569" sldId="394"/>
            <ac:spMk id="383" creationId="{B74DC68A-B0C1-F4CE-2350-76FE813C1FF6}"/>
          </ac:spMkLst>
        </pc:spChg>
        <pc:spChg chg="mod">
          <ac:chgData name="Mayu Ninagawa (蜷川 真優 GE)" userId="15d22be4-2d84-414d-ac66-ca09a50eae87" providerId="ADAL" clId="{2A43D1C7-C612-4547-BA11-3049DC01C97C}" dt="2026-01-22T02:39:47.375" v="3641"/>
          <ac:spMkLst>
            <pc:docMk/>
            <pc:sldMk cId="859132569" sldId="394"/>
            <ac:spMk id="384" creationId="{5742B827-0C0D-8679-8853-0A0B70504076}"/>
          </ac:spMkLst>
        </pc:spChg>
        <pc:spChg chg="mod">
          <ac:chgData name="Mayu Ninagawa (蜷川 真優 GE)" userId="15d22be4-2d84-414d-ac66-ca09a50eae87" providerId="ADAL" clId="{2A43D1C7-C612-4547-BA11-3049DC01C97C}" dt="2026-01-29T09:21:58.495" v="8002"/>
          <ac:spMkLst>
            <pc:docMk/>
            <pc:sldMk cId="859132569" sldId="394"/>
            <ac:spMk id="384" creationId="{B130F13F-A20C-861B-C318-226628382A32}"/>
          </ac:spMkLst>
        </pc:spChg>
        <pc:spChg chg="add del mod">
          <ac:chgData name="Mayu Ninagawa (蜷川 真優 GE)" userId="15d22be4-2d84-414d-ac66-ca09a50eae87" providerId="ADAL" clId="{2A43D1C7-C612-4547-BA11-3049DC01C97C}" dt="2026-01-29T06:29:34.500" v="6045" actId="478"/>
          <ac:spMkLst>
            <pc:docMk/>
            <pc:sldMk cId="859132569" sldId="394"/>
            <ac:spMk id="385" creationId="{5FB2C6F3-6E65-0CF7-82A1-CCCF229FE44D}"/>
          </ac:spMkLst>
        </pc:spChg>
        <pc:spChg chg="del mod ord">
          <ac:chgData name="Mayu Ninagawa (蜷川 真優 GE)" userId="15d22be4-2d84-414d-ac66-ca09a50eae87" providerId="ADAL" clId="{2A43D1C7-C612-4547-BA11-3049DC01C97C}" dt="2026-01-29T07:21:47.263" v="6517" actId="478"/>
          <ac:spMkLst>
            <pc:docMk/>
            <pc:sldMk cId="859132569" sldId="394"/>
            <ac:spMk id="386" creationId="{66FE2020-1990-579C-941E-A4043859EBF8}"/>
          </ac:spMkLst>
        </pc:spChg>
        <pc:spChg chg="add del mod">
          <ac:chgData name="Mayu Ninagawa (蜷川 真優 GE)" userId="15d22be4-2d84-414d-ac66-ca09a50eae87" providerId="ADAL" clId="{2A43D1C7-C612-4547-BA11-3049DC01C97C}" dt="2026-01-29T07:21:47.263" v="6517" actId="478"/>
          <ac:spMkLst>
            <pc:docMk/>
            <pc:sldMk cId="859132569" sldId="394"/>
            <ac:spMk id="387" creationId="{01352A16-7CA7-CF99-F986-9E5496A7BD03}"/>
          </ac:spMkLst>
        </pc:spChg>
        <pc:spChg chg="add del mod">
          <ac:chgData name="Mayu Ninagawa (蜷川 真優 GE)" userId="15d22be4-2d84-414d-ac66-ca09a50eae87" providerId="ADAL" clId="{2A43D1C7-C612-4547-BA11-3049DC01C97C}" dt="2026-01-22T02:42:47.453" v="3682"/>
          <ac:spMkLst>
            <pc:docMk/>
            <pc:sldMk cId="859132569" sldId="394"/>
            <ac:spMk id="388" creationId="{3AF91625-9129-CDBF-BEB3-499F40595F8C}"/>
          </ac:spMkLst>
        </pc:spChg>
        <pc:spChg chg="mod">
          <ac:chgData name="Mayu Ninagawa (蜷川 真優 GE)" userId="15d22be4-2d84-414d-ac66-ca09a50eae87" providerId="ADAL" clId="{2A43D1C7-C612-4547-BA11-3049DC01C97C}" dt="2026-01-29T09:21:58.495" v="8002"/>
          <ac:spMkLst>
            <pc:docMk/>
            <pc:sldMk cId="859132569" sldId="394"/>
            <ac:spMk id="388" creationId="{A37B157F-675E-906F-C05D-1383B612C37F}"/>
          </ac:spMkLst>
        </pc:spChg>
        <pc:spChg chg="add del mod">
          <ac:chgData name="Mayu Ninagawa (蜷川 真優 GE)" userId="15d22be4-2d84-414d-ac66-ca09a50eae87" providerId="ADAL" clId="{2A43D1C7-C612-4547-BA11-3049DC01C97C}" dt="2026-01-22T02:42:47.453" v="3682"/>
          <ac:spMkLst>
            <pc:docMk/>
            <pc:sldMk cId="859132569" sldId="394"/>
            <ac:spMk id="389" creationId="{DE1BB14C-77A1-CE16-89C2-8599125E3961}"/>
          </ac:spMkLst>
        </pc:spChg>
        <pc:spChg chg="mod">
          <ac:chgData name="Mayu Ninagawa (蜷川 真優 GE)" userId="15d22be4-2d84-414d-ac66-ca09a50eae87" providerId="ADAL" clId="{2A43D1C7-C612-4547-BA11-3049DC01C97C}" dt="2026-01-29T09:21:58.495" v="8002"/>
          <ac:spMkLst>
            <pc:docMk/>
            <pc:sldMk cId="859132569" sldId="394"/>
            <ac:spMk id="389" creationId="{E2FE285A-45A5-0DEF-A82D-202385C18804}"/>
          </ac:spMkLst>
        </pc:spChg>
        <pc:spChg chg="add del mod">
          <ac:chgData name="Mayu Ninagawa (蜷川 真優 GE)" userId="15d22be4-2d84-414d-ac66-ca09a50eae87" providerId="ADAL" clId="{2A43D1C7-C612-4547-BA11-3049DC01C97C}" dt="2026-01-22T02:42:47.453" v="3682"/>
          <ac:spMkLst>
            <pc:docMk/>
            <pc:sldMk cId="859132569" sldId="394"/>
            <ac:spMk id="390" creationId="{8688CA5B-BD19-FD1C-1BE0-3E5E88254B23}"/>
          </ac:spMkLst>
        </pc:spChg>
        <pc:spChg chg="mod">
          <ac:chgData name="Mayu Ninagawa (蜷川 真優 GE)" userId="15d22be4-2d84-414d-ac66-ca09a50eae87" providerId="ADAL" clId="{2A43D1C7-C612-4547-BA11-3049DC01C97C}" dt="2026-01-29T09:21:58.495" v="8002"/>
          <ac:spMkLst>
            <pc:docMk/>
            <pc:sldMk cId="859132569" sldId="394"/>
            <ac:spMk id="390" creationId="{E2E03980-6FDC-296C-3BFA-CF50EFDDB2DC}"/>
          </ac:spMkLst>
        </pc:spChg>
        <pc:spChg chg="del mod">
          <ac:chgData name="Mayu Ninagawa (蜷川 真優 GE)" userId="15d22be4-2d84-414d-ac66-ca09a50eae87" providerId="ADAL" clId="{2A43D1C7-C612-4547-BA11-3049DC01C97C}" dt="2026-01-22T02:46:21.674" v="3738" actId="478"/>
          <ac:spMkLst>
            <pc:docMk/>
            <pc:sldMk cId="859132569" sldId="394"/>
            <ac:spMk id="391" creationId="{D2171FA3-175C-813C-D6E1-C2FD7F76468A}"/>
          </ac:spMkLst>
        </pc:spChg>
        <pc:spChg chg="add del mod">
          <ac:chgData name="Mayu Ninagawa (蜷川 真優 GE)" userId="15d22be4-2d84-414d-ac66-ca09a50eae87" providerId="ADAL" clId="{2A43D1C7-C612-4547-BA11-3049DC01C97C}" dt="2026-01-29T07:21:47.263" v="6517" actId="478"/>
          <ac:spMkLst>
            <pc:docMk/>
            <pc:sldMk cId="859132569" sldId="394"/>
            <ac:spMk id="392" creationId="{76DC2820-96D5-4542-980D-FCB37F2D0C8B}"/>
          </ac:spMkLst>
        </pc:spChg>
        <pc:spChg chg="add del mod">
          <ac:chgData name="Mayu Ninagawa (蜷川 真優 GE)" userId="15d22be4-2d84-414d-ac66-ca09a50eae87" providerId="ADAL" clId="{2A43D1C7-C612-4547-BA11-3049DC01C97C}" dt="2026-01-22T02:45:26.033" v="3715" actId="21"/>
          <ac:spMkLst>
            <pc:docMk/>
            <pc:sldMk cId="859132569" sldId="394"/>
            <ac:spMk id="393" creationId="{EB5F1DE1-89D8-0035-D094-99D763C4FFF7}"/>
          </ac:spMkLst>
        </pc:spChg>
        <pc:spChg chg="add del mod">
          <ac:chgData name="Mayu Ninagawa (蜷川 真優 GE)" userId="15d22be4-2d84-414d-ac66-ca09a50eae87" providerId="ADAL" clId="{2A43D1C7-C612-4547-BA11-3049DC01C97C}" dt="2026-01-22T02:45:33.822" v="3723" actId="21"/>
          <ac:spMkLst>
            <pc:docMk/>
            <pc:sldMk cId="859132569" sldId="394"/>
            <ac:spMk id="394" creationId="{F1170421-0762-AB08-8D7A-B4F5E2A431B4}"/>
          </ac:spMkLst>
        </pc:spChg>
        <pc:spChg chg="add del mod">
          <ac:chgData name="Mayu Ninagawa (蜷川 真優 GE)" userId="15d22be4-2d84-414d-ac66-ca09a50eae87" providerId="ADAL" clId="{2A43D1C7-C612-4547-BA11-3049DC01C97C}" dt="2026-01-22T02:45:33.822" v="3723" actId="21"/>
          <ac:spMkLst>
            <pc:docMk/>
            <pc:sldMk cId="859132569" sldId="394"/>
            <ac:spMk id="395" creationId="{DCFB5246-3987-C717-39FA-795125EB34AC}"/>
          </ac:spMkLst>
        </pc:spChg>
        <pc:spChg chg="add del mod">
          <ac:chgData name="Mayu Ninagawa (蜷川 真優 GE)" userId="15d22be4-2d84-414d-ac66-ca09a50eae87" providerId="ADAL" clId="{2A43D1C7-C612-4547-BA11-3049DC01C97C}" dt="2026-01-22T02:45:26.033" v="3715" actId="21"/>
          <ac:spMkLst>
            <pc:docMk/>
            <pc:sldMk cId="859132569" sldId="394"/>
            <ac:spMk id="396" creationId="{B2E49787-DEB5-A509-5D4E-71D6D94E1E14}"/>
          </ac:spMkLst>
        </pc:spChg>
        <pc:spChg chg="add del mod">
          <ac:chgData name="Mayu Ninagawa (蜷川 真優 GE)" userId="15d22be4-2d84-414d-ac66-ca09a50eae87" providerId="ADAL" clId="{2A43D1C7-C612-4547-BA11-3049DC01C97C}" dt="2026-01-22T02:45:26.033" v="3715" actId="21"/>
          <ac:spMkLst>
            <pc:docMk/>
            <pc:sldMk cId="859132569" sldId="394"/>
            <ac:spMk id="397" creationId="{DDC00683-9CEA-FBEB-25A4-938607D8B98D}"/>
          </ac:spMkLst>
        </pc:spChg>
        <pc:spChg chg="add del mod">
          <ac:chgData name="Mayu Ninagawa (蜷川 真優 GE)" userId="15d22be4-2d84-414d-ac66-ca09a50eae87" providerId="ADAL" clId="{2A43D1C7-C612-4547-BA11-3049DC01C97C}" dt="2026-01-22T02:45:26.033" v="3715" actId="21"/>
          <ac:spMkLst>
            <pc:docMk/>
            <pc:sldMk cId="859132569" sldId="394"/>
            <ac:spMk id="398" creationId="{73F6CB5E-88C1-F68F-85F7-F24FAAF3951C}"/>
          </ac:spMkLst>
        </pc:spChg>
        <pc:spChg chg="add del mod">
          <ac:chgData name="Mayu Ninagawa (蜷川 真優 GE)" userId="15d22be4-2d84-414d-ac66-ca09a50eae87" providerId="ADAL" clId="{2A43D1C7-C612-4547-BA11-3049DC01C97C}" dt="2026-01-22T02:45:26.033" v="3715" actId="21"/>
          <ac:spMkLst>
            <pc:docMk/>
            <pc:sldMk cId="859132569" sldId="394"/>
            <ac:spMk id="399" creationId="{5DB65B3F-6AC1-6528-92A1-9B91C3C70D4E}"/>
          </ac:spMkLst>
        </pc:spChg>
        <pc:spChg chg="add del mod">
          <ac:chgData name="Mayu Ninagawa (蜷川 真優 GE)" userId="15d22be4-2d84-414d-ac66-ca09a50eae87" providerId="ADAL" clId="{2A43D1C7-C612-4547-BA11-3049DC01C97C}" dt="2026-01-22T02:45:27.881" v="3719"/>
          <ac:spMkLst>
            <pc:docMk/>
            <pc:sldMk cId="859132569" sldId="394"/>
            <ac:spMk id="400" creationId="{AB1EFF1C-882E-915D-8FD5-FBB4520A87D7}"/>
          </ac:spMkLst>
        </pc:spChg>
        <pc:spChg chg="add del mod">
          <ac:chgData name="Mayu Ninagawa (蜷川 真優 GE)" userId="15d22be4-2d84-414d-ac66-ca09a50eae87" providerId="ADAL" clId="{2A43D1C7-C612-4547-BA11-3049DC01C97C}" dt="2026-01-22T02:45:27.881" v="3719"/>
          <ac:spMkLst>
            <pc:docMk/>
            <pc:sldMk cId="859132569" sldId="394"/>
            <ac:spMk id="401" creationId="{B6DA65D2-691B-2A58-2F6D-C3258A539636}"/>
          </ac:spMkLst>
        </pc:spChg>
        <pc:spChg chg="add del mod">
          <ac:chgData name="Mayu Ninagawa (蜷川 真優 GE)" userId="15d22be4-2d84-414d-ac66-ca09a50eae87" providerId="ADAL" clId="{2A43D1C7-C612-4547-BA11-3049DC01C97C}" dt="2026-01-22T02:45:27.881" v="3719"/>
          <ac:spMkLst>
            <pc:docMk/>
            <pc:sldMk cId="859132569" sldId="394"/>
            <ac:spMk id="402" creationId="{AE91FCF3-0C1B-0994-BAB8-77FFDEC7CCA5}"/>
          </ac:spMkLst>
        </pc:spChg>
        <pc:spChg chg="add del mod">
          <ac:chgData name="Mayu Ninagawa (蜷川 真優 GE)" userId="15d22be4-2d84-414d-ac66-ca09a50eae87" providerId="ADAL" clId="{2A43D1C7-C612-4547-BA11-3049DC01C97C}" dt="2026-01-22T02:45:27.881" v="3719"/>
          <ac:spMkLst>
            <pc:docMk/>
            <pc:sldMk cId="859132569" sldId="394"/>
            <ac:spMk id="403" creationId="{28827825-FDD4-AF8E-8B0E-72AB37919E84}"/>
          </ac:spMkLst>
        </pc:spChg>
        <pc:spChg chg="add del mod">
          <ac:chgData name="Mayu Ninagawa (蜷川 真優 GE)" userId="15d22be4-2d84-414d-ac66-ca09a50eae87" providerId="ADAL" clId="{2A43D1C7-C612-4547-BA11-3049DC01C97C}" dt="2026-01-22T02:45:27.881" v="3719"/>
          <ac:spMkLst>
            <pc:docMk/>
            <pc:sldMk cId="859132569" sldId="394"/>
            <ac:spMk id="404" creationId="{CF16BC52-66D8-B85F-BBB2-2C12B7FEC3DC}"/>
          </ac:spMkLst>
        </pc:spChg>
        <pc:spChg chg="add del mod">
          <ac:chgData name="Mayu Ninagawa (蜷川 真優 GE)" userId="15d22be4-2d84-414d-ac66-ca09a50eae87" providerId="ADAL" clId="{2A43D1C7-C612-4547-BA11-3049DC01C97C}" dt="2026-01-22T02:45:35.795" v="3725"/>
          <ac:spMkLst>
            <pc:docMk/>
            <pc:sldMk cId="859132569" sldId="394"/>
            <ac:spMk id="406" creationId="{AA1BCB8E-F6EC-3C90-4F73-8B21B710828A}"/>
          </ac:spMkLst>
        </pc:spChg>
        <pc:spChg chg="add del mod">
          <ac:chgData name="Mayu Ninagawa (蜷川 真優 GE)" userId="15d22be4-2d84-414d-ac66-ca09a50eae87" providerId="ADAL" clId="{2A43D1C7-C612-4547-BA11-3049DC01C97C}" dt="2026-01-22T02:45:35.795" v="3725"/>
          <ac:spMkLst>
            <pc:docMk/>
            <pc:sldMk cId="859132569" sldId="394"/>
            <ac:spMk id="407" creationId="{9E371D9D-7DC3-2E84-D64F-548CD8D90C58}"/>
          </ac:spMkLst>
        </pc:spChg>
        <pc:spChg chg="add del mod">
          <ac:chgData name="Mayu Ninagawa (蜷川 真優 GE)" userId="15d22be4-2d84-414d-ac66-ca09a50eae87" providerId="ADAL" clId="{2A43D1C7-C612-4547-BA11-3049DC01C97C}" dt="2026-01-22T02:45:59.726" v="3731" actId="478"/>
          <ac:spMkLst>
            <pc:docMk/>
            <pc:sldMk cId="859132569" sldId="394"/>
            <ac:spMk id="409" creationId="{7C70B258-CE76-57A7-EC3F-C9F980190A26}"/>
          </ac:spMkLst>
        </pc:spChg>
        <pc:spChg chg="add del mod">
          <ac:chgData name="Mayu Ninagawa (蜷川 真優 GE)" userId="15d22be4-2d84-414d-ac66-ca09a50eae87" providerId="ADAL" clId="{2A43D1C7-C612-4547-BA11-3049DC01C97C}" dt="2026-01-22T02:46:47.703" v="3745"/>
          <ac:spMkLst>
            <pc:docMk/>
            <pc:sldMk cId="859132569" sldId="394"/>
            <ac:spMk id="410" creationId="{09902287-6A62-F1BD-324F-3D7D70A813D9}"/>
          </ac:spMkLst>
        </pc:spChg>
        <pc:spChg chg="add del mod">
          <ac:chgData name="Mayu Ninagawa (蜷川 真優 GE)" userId="15d22be4-2d84-414d-ac66-ca09a50eae87" providerId="ADAL" clId="{2A43D1C7-C612-4547-BA11-3049DC01C97C}" dt="2026-01-22T02:46:47.703" v="3745"/>
          <ac:spMkLst>
            <pc:docMk/>
            <pc:sldMk cId="859132569" sldId="394"/>
            <ac:spMk id="411" creationId="{D301532C-3FFA-F09F-D22A-B7182C0A86AA}"/>
          </ac:spMkLst>
        </pc:spChg>
        <pc:spChg chg="add del mod">
          <ac:chgData name="Mayu Ninagawa (蜷川 真優 GE)" userId="15d22be4-2d84-414d-ac66-ca09a50eae87" providerId="ADAL" clId="{2A43D1C7-C612-4547-BA11-3049DC01C97C}" dt="2026-01-22T02:47:08.825" v="3752"/>
          <ac:spMkLst>
            <pc:docMk/>
            <pc:sldMk cId="859132569" sldId="394"/>
            <ac:spMk id="412" creationId="{1B63BDE5-8F7E-9DC5-A9EB-DE2F995B3459}"/>
          </ac:spMkLst>
        </pc:spChg>
        <pc:spChg chg="del mod">
          <ac:chgData name="Mayu Ninagawa (蜷川 真優 GE)" userId="15d22be4-2d84-414d-ac66-ca09a50eae87" providerId="ADAL" clId="{2A43D1C7-C612-4547-BA11-3049DC01C97C}" dt="2026-01-22T02:47:08.825" v="3752"/>
          <ac:spMkLst>
            <pc:docMk/>
            <pc:sldMk cId="859132569" sldId="394"/>
            <ac:spMk id="413" creationId="{C5F239E2-0984-9F62-2F30-69DB5DA26F23}"/>
          </ac:spMkLst>
        </pc:spChg>
        <pc:spChg chg="del mod ord">
          <ac:chgData name="Mayu Ninagawa (蜷川 真優 GE)" userId="15d22be4-2d84-414d-ac66-ca09a50eae87" providerId="ADAL" clId="{2A43D1C7-C612-4547-BA11-3049DC01C97C}" dt="2026-01-29T07:21:47.263" v="6517" actId="478"/>
          <ac:spMkLst>
            <pc:docMk/>
            <pc:sldMk cId="859132569" sldId="394"/>
            <ac:spMk id="414" creationId="{C20C3BAB-6560-4A05-2F05-665208AF120E}"/>
          </ac:spMkLst>
        </pc:spChg>
        <pc:spChg chg="add mod">
          <ac:chgData name="Mayu Ninagawa (蜷川 真優 GE)" userId="15d22be4-2d84-414d-ac66-ca09a50eae87" providerId="ADAL" clId="{2A43D1C7-C612-4547-BA11-3049DC01C97C}" dt="2026-01-22T03:00:36.237" v="4037" actId="164"/>
          <ac:spMkLst>
            <pc:docMk/>
            <pc:sldMk cId="859132569" sldId="394"/>
            <ac:spMk id="415" creationId="{306295B8-E3AE-CADA-9E45-D7C562429020}"/>
          </ac:spMkLst>
        </pc:spChg>
        <pc:spChg chg="add mod">
          <ac:chgData name="Mayu Ninagawa (蜷川 真優 GE)" userId="15d22be4-2d84-414d-ac66-ca09a50eae87" providerId="ADAL" clId="{2A43D1C7-C612-4547-BA11-3049DC01C97C}" dt="2026-01-22T03:00:36.237" v="4037" actId="164"/>
          <ac:spMkLst>
            <pc:docMk/>
            <pc:sldMk cId="859132569" sldId="394"/>
            <ac:spMk id="416" creationId="{F2AF9E3E-242C-7CB1-ABB5-93CC8C7F0F11}"/>
          </ac:spMkLst>
        </pc:spChg>
        <pc:spChg chg="add del mod">
          <ac:chgData name="Mayu Ninagawa (蜷川 真優 GE)" userId="15d22be4-2d84-414d-ac66-ca09a50eae87" providerId="ADAL" clId="{2A43D1C7-C612-4547-BA11-3049DC01C97C}" dt="2026-01-22T02:48:49.017" v="3778" actId="478"/>
          <ac:spMkLst>
            <pc:docMk/>
            <pc:sldMk cId="859132569" sldId="394"/>
            <ac:spMk id="417" creationId="{3EE5A352-B553-2BC7-CD26-5631E35BF998}"/>
          </ac:spMkLst>
        </pc:spChg>
        <pc:spChg chg="add del mod">
          <ac:chgData name="Mayu Ninagawa (蜷川 真優 GE)" userId="15d22be4-2d84-414d-ac66-ca09a50eae87" providerId="ADAL" clId="{2A43D1C7-C612-4547-BA11-3049DC01C97C}" dt="2026-01-22T02:48:49.017" v="3778" actId="478"/>
          <ac:spMkLst>
            <pc:docMk/>
            <pc:sldMk cId="859132569" sldId="394"/>
            <ac:spMk id="418" creationId="{1268D55C-33E3-4E56-AD46-05507D52E1A4}"/>
          </ac:spMkLst>
        </pc:spChg>
        <pc:spChg chg="add del mod">
          <ac:chgData name="Mayu Ninagawa (蜷川 真優 GE)" userId="15d22be4-2d84-414d-ac66-ca09a50eae87" providerId="ADAL" clId="{2A43D1C7-C612-4547-BA11-3049DC01C97C}" dt="2026-01-22T02:49:18.429" v="3792" actId="478"/>
          <ac:spMkLst>
            <pc:docMk/>
            <pc:sldMk cId="859132569" sldId="394"/>
            <ac:spMk id="419" creationId="{93D434B6-47AF-BD02-B968-6D1B6BA38CEC}"/>
          </ac:spMkLst>
        </pc:spChg>
        <pc:spChg chg="add del mod">
          <ac:chgData name="Mayu Ninagawa (蜷川 真優 GE)" userId="15d22be4-2d84-414d-ac66-ca09a50eae87" providerId="ADAL" clId="{2A43D1C7-C612-4547-BA11-3049DC01C97C}" dt="2026-01-22T02:49:18.429" v="3792" actId="478"/>
          <ac:spMkLst>
            <pc:docMk/>
            <pc:sldMk cId="859132569" sldId="394"/>
            <ac:spMk id="420" creationId="{DE9802C5-0475-A182-11B7-D672C2181886}"/>
          </ac:spMkLst>
        </pc:spChg>
        <pc:spChg chg="add del mod">
          <ac:chgData name="Mayu Ninagawa (蜷川 真優 GE)" userId="15d22be4-2d84-414d-ac66-ca09a50eae87" providerId="ADAL" clId="{2A43D1C7-C612-4547-BA11-3049DC01C97C}" dt="2026-01-22T02:49:31.881" v="3798" actId="478"/>
          <ac:spMkLst>
            <pc:docMk/>
            <pc:sldMk cId="859132569" sldId="394"/>
            <ac:spMk id="421" creationId="{8A8D1E9E-E89F-9692-1643-0D1A3086773C}"/>
          </ac:spMkLst>
        </pc:spChg>
        <pc:spChg chg="add mod">
          <ac:chgData name="Mayu Ninagawa (蜷川 真優 GE)" userId="15d22be4-2d84-414d-ac66-ca09a50eae87" providerId="ADAL" clId="{2A43D1C7-C612-4547-BA11-3049DC01C97C}" dt="2026-01-22T03:00:36.237" v="4037" actId="164"/>
          <ac:spMkLst>
            <pc:docMk/>
            <pc:sldMk cId="859132569" sldId="394"/>
            <ac:spMk id="422" creationId="{4BA2FC7A-CF69-A091-9EFC-37A20BBBDAF3}"/>
          </ac:spMkLst>
        </pc:spChg>
        <pc:spChg chg="add mod">
          <ac:chgData name="Mayu Ninagawa (蜷川 真優 GE)" userId="15d22be4-2d84-414d-ac66-ca09a50eae87" providerId="ADAL" clId="{2A43D1C7-C612-4547-BA11-3049DC01C97C}" dt="2026-01-22T03:00:36.237" v="4037" actId="164"/>
          <ac:spMkLst>
            <pc:docMk/>
            <pc:sldMk cId="859132569" sldId="394"/>
            <ac:spMk id="423" creationId="{A02DB067-E138-7328-C37D-6C4CE76BC289}"/>
          </ac:spMkLst>
        </pc:spChg>
        <pc:spChg chg="mod">
          <ac:chgData name="Mayu Ninagawa (蜷川 真優 GE)" userId="15d22be4-2d84-414d-ac66-ca09a50eae87" providerId="ADAL" clId="{2A43D1C7-C612-4547-BA11-3049DC01C97C}" dt="2026-01-22T02:51:51.890" v="3816"/>
          <ac:spMkLst>
            <pc:docMk/>
            <pc:sldMk cId="859132569" sldId="394"/>
            <ac:spMk id="425" creationId="{79D73897-4F27-5972-CEA5-1E8ACB9DA9B9}"/>
          </ac:spMkLst>
        </pc:spChg>
        <pc:spChg chg="mod">
          <ac:chgData name="Mayu Ninagawa (蜷川 真優 GE)" userId="15d22be4-2d84-414d-ac66-ca09a50eae87" providerId="ADAL" clId="{2A43D1C7-C612-4547-BA11-3049DC01C97C}" dt="2026-01-22T02:51:51.890" v="3816"/>
          <ac:spMkLst>
            <pc:docMk/>
            <pc:sldMk cId="859132569" sldId="394"/>
            <ac:spMk id="426" creationId="{8F29F60D-A9FE-E38D-12FC-1307618847AE}"/>
          </ac:spMkLst>
        </pc:spChg>
        <pc:spChg chg="mod">
          <ac:chgData name="Mayu Ninagawa (蜷川 真優 GE)" userId="15d22be4-2d84-414d-ac66-ca09a50eae87" providerId="ADAL" clId="{2A43D1C7-C612-4547-BA11-3049DC01C97C}" dt="2026-01-22T02:51:51.890" v="3816"/>
          <ac:spMkLst>
            <pc:docMk/>
            <pc:sldMk cId="859132569" sldId="394"/>
            <ac:spMk id="427" creationId="{6FE992FE-DDDD-01EA-E7E1-28ADD29CA528}"/>
          </ac:spMkLst>
        </pc:spChg>
        <pc:spChg chg="mod">
          <ac:chgData name="Mayu Ninagawa (蜷川 真優 GE)" userId="15d22be4-2d84-414d-ac66-ca09a50eae87" providerId="ADAL" clId="{2A43D1C7-C612-4547-BA11-3049DC01C97C}" dt="2026-01-22T02:51:51.890" v="3816"/>
          <ac:spMkLst>
            <pc:docMk/>
            <pc:sldMk cId="859132569" sldId="394"/>
            <ac:spMk id="428" creationId="{28B274CF-5CF2-B69A-2DE9-CFC5F70F37FC}"/>
          </ac:spMkLst>
        </pc:spChg>
        <pc:spChg chg="mod">
          <ac:chgData name="Mayu Ninagawa (蜷川 真優 GE)" userId="15d22be4-2d84-414d-ac66-ca09a50eae87" providerId="ADAL" clId="{2A43D1C7-C612-4547-BA11-3049DC01C97C}" dt="2026-01-22T02:51:51.890" v="3816"/>
          <ac:spMkLst>
            <pc:docMk/>
            <pc:sldMk cId="859132569" sldId="394"/>
            <ac:spMk id="429" creationId="{B83E90AE-CCAA-6962-F8CD-CD61B2C5A2F5}"/>
          </ac:spMkLst>
        </pc:spChg>
        <pc:spChg chg="mod">
          <ac:chgData name="Mayu Ninagawa (蜷川 真優 GE)" userId="15d22be4-2d84-414d-ac66-ca09a50eae87" providerId="ADAL" clId="{2A43D1C7-C612-4547-BA11-3049DC01C97C}" dt="2026-01-22T02:51:51.890" v="3816"/>
          <ac:spMkLst>
            <pc:docMk/>
            <pc:sldMk cId="859132569" sldId="394"/>
            <ac:spMk id="430" creationId="{00488903-E5EB-A035-C790-82E48E3986AE}"/>
          </ac:spMkLst>
        </pc:spChg>
        <pc:spChg chg="mod">
          <ac:chgData name="Mayu Ninagawa (蜷川 真優 GE)" userId="15d22be4-2d84-414d-ac66-ca09a50eae87" providerId="ADAL" clId="{2A43D1C7-C612-4547-BA11-3049DC01C97C}" dt="2026-01-22T02:51:51.890" v="3816"/>
          <ac:spMkLst>
            <pc:docMk/>
            <pc:sldMk cId="859132569" sldId="394"/>
            <ac:spMk id="431" creationId="{1A607384-9653-A329-7185-2BBBC662F99B}"/>
          </ac:spMkLst>
        </pc:spChg>
        <pc:spChg chg="mod">
          <ac:chgData name="Mayu Ninagawa (蜷川 真優 GE)" userId="15d22be4-2d84-414d-ac66-ca09a50eae87" providerId="ADAL" clId="{2A43D1C7-C612-4547-BA11-3049DC01C97C}" dt="2026-01-22T02:51:51.890" v="3816"/>
          <ac:spMkLst>
            <pc:docMk/>
            <pc:sldMk cId="859132569" sldId="394"/>
            <ac:spMk id="432" creationId="{CEF9906B-CF14-AD8F-4DD2-A80DAF64FEA0}"/>
          </ac:spMkLst>
        </pc:spChg>
        <pc:spChg chg="mod">
          <ac:chgData name="Mayu Ninagawa (蜷川 真優 GE)" userId="15d22be4-2d84-414d-ac66-ca09a50eae87" providerId="ADAL" clId="{2A43D1C7-C612-4547-BA11-3049DC01C97C}" dt="2026-01-22T02:51:51.890" v="3816"/>
          <ac:spMkLst>
            <pc:docMk/>
            <pc:sldMk cId="859132569" sldId="394"/>
            <ac:spMk id="433" creationId="{AE2AF279-6E45-88A1-BC35-C62FD466A4CF}"/>
          </ac:spMkLst>
        </pc:spChg>
        <pc:spChg chg="mod">
          <ac:chgData name="Mayu Ninagawa (蜷川 真優 GE)" userId="15d22be4-2d84-414d-ac66-ca09a50eae87" providerId="ADAL" clId="{2A43D1C7-C612-4547-BA11-3049DC01C97C}" dt="2026-01-22T02:51:51.890" v="3816"/>
          <ac:spMkLst>
            <pc:docMk/>
            <pc:sldMk cId="859132569" sldId="394"/>
            <ac:spMk id="434" creationId="{FB10B0B7-0DCA-666D-1A53-E4322B3E2012}"/>
          </ac:spMkLst>
        </pc:spChg>
        <pc:spChg chg="mod">
          <ac:chgData name="Mayu Ninagawa (蜷川 真優 GE)" userId="15d22be4-2d84-414d-ac66-ca09a50eae87" providerId="ADAL" clId="{2A43D1C7-C612-4547-BA11-3049DC01C97C}" dt="2026-01-22T02:51:51.890" v="3816"/>
          <ac:spMkLst>
            <pc:docMk/>
            <pc:sldMk cId="859132569" sldId="394"/>
            <ac:spMk id="435" creationId="{4B493A94-A88D-E75B-C6D2-2A0F54040A08}"/>
          </ac:spMkLst>
        </pc:spChg>
        <pc:spChg chg="mod">
          <ac:chgData name="Mayu Ninagawa (蜷川 真優 GE)" userId="15d22be4-2d84-414d-ac66-ca09a50eae87" providerId="ADAL" clId="{2A43D1C7-C612-4547-BA11-3049DC01C97C}" dt="2026-01-22T02:51:51.890" v="3816"/>
          <ac:spMkLst>
            <pc:docMk/>
            <pc:sldMk cId="859132569" sldId="394"/>
            <ac:spMk id="436" creationId="{01779AA5-615E-B856-093D-7A0A7B08F00E}"/>
          </ac:spMkLst>
        </pc:spChg>
        <pc:spChg chg="mod">
          <ac:chgData name="Mayu Ninagawa (蜷川 真優 GE)" userId="15d22be4-2d84-414d-ac66-ca09a50eae87" providerId="ADAL" clId="{2A43D1C7-C612-4547-BA11-3049DC01C97C}" dt="2026-01-22T02:51:51.890" v="3816"/>
          <ac:spMkLst>
            <pc:docMk/>
            <pc:sldMk cId="859132569" sldId="394"/>
            <ac:spMk id="437" creationId="{D038E03E-EF04-F76C-FB9E-77AC84195DB2}"/>
          </ac:spMkLst>
        </pc:spChg>
        <pc:spChg chg="mod">
          <ac:chgData name="Mayu Ninagawa (蜷川 真優 GE)" userId="15d22be4-2d84-414d-ac66-ca09a50eae87" providerId="ADAL" clId="{2A43D1C7-C612-4547-BA11-3049DC01C97C}" dt="2026-01-22T02:51:51.890" v="3816"/>
          <ac:spMkLst>
            <pc:docMk/>
            <pc:sldMk cId="859132569" sldId="394"/>
            <ac:spMk id="438" creationId="{4DB75FAE-2DD1-0D46-214B-2A4DC7363F8F}"/>
          </ac:spMkLst>
        </pc:spChg>
        <pc:spChg chg="mod">
          <ac:chgData name="Mayu Ninagawa (蜷川 真優 GE)" userId="15d22be4-2d84-414d-ac66-ca09a50eae87" providerId="ADAL" clId="{2A43D1C7-C612-4547-BA11-3049DC01C97C}" dt="2026-01-22T02:51:51.890" v="3816"/>
          <ac:spMkLst>
            <pc:docMk/>
            <pc:sldMk cId="859132569" sldId="394"/>
            <ac:spMk id="439" creationId="{C9ACCFDE-966A-98A2-D54A-23FE7372D7A2}"/>
          </ac:spMkLst>
        </pc:spChg>
        <pc:spChg chg="mod">
          <ac:chgData name="Mayu Ninagawa (蜷川 真優 GE)" userId="15d22be4-2d84-414d-ac66-ca09a50eae87" providerId="ADAL" clId="{2A43D1C7-C612-4547-BA11-3049DC01C97C}" dt="2026-01-22T02:51:51.890" v="3816"/>
          <ac:spMkLst>
            <pc:docMk/>
            <pc:sldMk cId="859132569" sldId="394"/>
            <ac:spMk id="440" creationId="{12CF1FD2-AB84-70FD-86A5-BD2EF3969EA0}"/>
          </ac:spMkLst>
        </pc:spChg>
        <pc:spChg chg="mod">
          <ac:chgData name="Mayu Ninagawa (蜷川 真優 GE)" userId="15d22be4-2d84-414d-ac66-ca09a50eae87" providerId="ADAL" clId="{2A43D1C7-C612-4547-BA11-3049DC01C97C}" dt="2026-01-22T02:51:51.890" v="3816"/>
          <ac:spMkLst>
            <pc:docMk/>
            <pc:sldMk cId="859132569" sldId="394"/>
            <ac:spMk id="441" creationId="{E01D2208-3640-4582-D6F4-9D88289462D3}"/>
          </ac:spMkLst>
        </pc:spChg>
        <pc:spChg chg="mod">
          <ac:chgData name="Mayu Ninagawa (蜷川 真優 GE)" userId="15d22be4-2d84-414d-ac66-ca09a50eae87" providerId="ADAL" clId="{2A43D1C7-C612-4547-BA11-3049DC01C97C}" dt="2026-01-22T02:51:51.890" v="3816"/>
          <ac:spMkLst>
            <pc:docMk/>
            <pc:sldMk cId="859132569" sldId="394"/>
            <ac:spMk id="442" creationId="{07CCA9A8-3B9C-6246-CC98-CC258D41D46E}"/>
          </ac:spMkLst>
        </pc:spChg>
        <pc:spChg chg="mod">
          <ac:chgData name="Mayu Ninagawa (蜷川 真優 GE)" userId="15d22be4-2d84-414d-ac66-ca09a50eae87" providerId="ADAL" clId="{2A43D1C7-C612-4547-BA11-3049DC01C97C}" dt="2026-01-22T02:51:51.890" v="3816"/>
          <ac:spMkLst>
            <pc:docMk/>
            <pc:sldMk cId="859132569" sldId="394"/>
            <ac:spMk id="443" creationId="{1261F868-57AE-B69F-CECA-F2A1585E1451}"/>
          </ac:spMkLst>
        </pc:spChg>
        <pc:spChg chg="mod">
          <ac:chgData name="Mayu Ninagawa (蜷川 真優 GE)" userId="15d22be4-2d84-414d-ac66-ca09a50eae87" providerId="ADAL" clId="{2A43D1C7-C612-4547-BA11-3049DC01C97C}" dt="2026-01-22T02:51:51.890" v="3816"/>
          <ac:spMkLst>
            <pc:docMk/>
            <pc:sldMk cId="859132569" sldId="394"/>
            <ac:spMk id="444" creationId="{87B93868-A8C1-EB66-64AC-3F4C391044A7}"/>
          </ac:spMkLst>
        </pc:spChg>
        <pc:spChg chg="mod">
          <ac:chgData name="Mayu Ninagawa (蜷川 真優 GE)" userId="15d22be4-2d84-414d-ac66-ca09a50eae87" providerId="ADAL" clId="{2A43D1C7-C612-4547-BA11-3049DC01C97C}" dt="2026-01-22T02:51:51.890" v="3816"/>
          <ac:spMkLst>
            <pc:docMk/>
            <pc:sldMk cId="859132569" sldId="394"/>
            <ac:spMk id="445" creationId="{F8E96975-F4B2-8B43-E8D5-341C51700027}"/>
          </ac:spMkLst>
        </pc:spChg>
        <pc:spChg chg="mod">
          <ac:chgData name="Mayu Ninagawa (蜷川 真優 GE)" userId="15d22be4-2d84-414d-ac66-ca09a50eae87" providerId="ADAL" clId="{2A43D1C7-C612-4547-BA11-3049DC01C97C}" dt="2026-01-22T02:51:51.890" v="3816"/>
          <ac:spMkLst>
            <pc:docMk/>
            <pc:sldMk cId="859132569" sldId="394"/>
            <ac:spMk id="446" creationId="{017B1D29-AE43-DDA2-4EC2-C760D5929A61}"/>
          </ac:spMkLst>
        </pc:spChg>
        <pc:spChg chg="mod">
          <ac:chgData name="Mayu Ninagawa (蜷川 真優 GE)" userId="15d22be4-2d84-414d-ac66-ca09a50eae87" providerId="ADAL" clId="{2A43D1C7-C612-4547-BA11-3049DC01C97C}" dt="2026-01-22T02:51:51.890" v="3816"/>
          <ac:spMkLst>
            <pc:docMk/>
            <pc:sldMk cId="859132569" sldId="394"/>
            <ac:spMk id="447" creationId="{7A02B9FB-63F0-CB4D-DCC5-ACAD1394EEF2}"/>
          </ac:spMkLst>
        </pc:spChg>
        <pc:spChg chg="mod">
          <ac:chgData name="Mayu Ninagawa (蜷川 真優 GE)" userId="15d22be4-2d84-414d-ac66-ca09a50eae87" providerId="ADAL" clId="{2A43D1C7-C612-4547-BA11-3049DC01C97C}" dt="2026-01-22T02:51:51.890" v="3816"/>
          <ac:spMkLst>
            <pc:docMk/>
            <pc:sldMk cId="859132569" sldId="394"/>
            <ac:spMk id="448" creationId="{FA30EE66-3B0D-479D-7BE5-FAF0D98B2900}"/>
          </ac:spMkLst>
        </pc:spChg>
        <pc:spChg chg="mod">
          <ac:chgData name="Mayu Ninagawa (蜷川 真優 GE)" userId="15d22be4-2d84-414d-ac66-ca09a50eae87" providerId="ADAL" clId="{2A43D1C7-C612-4547-BA11-3049DC01C97C}" dt="2026-01-22T02:51:51.890" v="3816"/>
          <ac:spMkLst>
            <pc:docMk/>
            <pc:sldMk cId="859132569" sldId="394"/>
            <ac:spMk id="449" creationId="{2A684E50-5858-D186-15D7-6557B57B607F}"/>
          </ac:spMkLst>
        </pc:spChg>
        <pc:spChg chg="mod">
          <ac:chgData name="Mayu Ninagawa (蜷川 真優 GE)" userId="15d22be4-2d84-414d-ac66-ca09a50eae87" providerId="ADAL" clId="{2A43D1C7-C612-4547-BA11-3049DC01C97C}" dt="2026-01-22T02:51:51.890" v="3816"/>
          <ac:spMkLst>
            <pc:docMk/>
            <pc:sldMk cId="859132569" sldId="394"/>
            <ac:spMk id="450" creationId="{20DEBC74-2D5F-C136-D4DE-2EAAAA59A96E}"/>
          </ac:spMkLst>
        </pc:spChg>
        <pc:spChg chg="mod">
          <ac:chgData name="Mayu Ninagawa (蜷川 真優 GE)" userId="15d22be4-2d84-414d-ac66-ca09a50eae87" providerId="ADAL" clId="{2A43D1C7-C612-4547-BA11-3049DC01C97C}" dt="2026-01-22T02:51:51.890" v="3816"/>
          <ac:spMkLst>
            <pc:docMk/>
            <pc:sldMk cId="859132569" sldId="394"/>
            <ac:spMk id="451" creationId="{222E942D-19FC-FEF5-49CF-156F618DDB14}"/>
          </ac:spMkLst>
        </pc:spChg>
        <pc:spChg chg="mod">
          <ac:chgData name="Mayu Ninagawa (蜷川 真優 GE)" userId="15d22be4-2d84-414d-ac66-ca09a50eae87" providerId="ADAL" clId="{2A43D1C7-C612-4547-BA11-3049DC01C97C}" dt="2026-01-22T02:51:51.890" v="3816"/>
          <ac:spMkLst>
            <pc:docMk/>
            <pc:sldMk cId="859132569" sldId="394"/>
            <ac:spMk id="452" creationId="{E7ACED23-AAC8-9AB7-D49B-A32059B065F0}"/>
          </ac:spMkLst>
        </pc:spChg>
        <pc:spChg chg="mod">
          <ac:chgData name="Mayu Ninagawa (蜷川 真優 GE)" userId="15d22be4-2d84-414d-ac66-ca09a50eae87" providerId="ADAL" clId="{2A43D1C7-C612-4547-BA11-3049DC01C97C}" dt="2026-01-22T02:51:51.890" v="3816"/>
          <ac:spMkLst>
            <pc:docMk/>
            <pc:sldMk cId="859132569" sldId="394"/>
            <ac:spMk id="453" creationId="{FA104C76-EB5D-F9C8-5971-2D86D1AE524B}"/>
          </ac:spMkLst>
        </pc:spChg>
        <pc:spChg chg="mod">
          <ac:chgData name="Mayu Ninagawa (蜷川 真優 GE)" userId="15d22be4-2d84-414d-ac66-ca09a50eae87" providerId="ADAL" clId="{2A43D1C7-C612-4547-BA11-3049DC01C97C}" dt="2026-01-22T02:51:51.890" v="3816"/>
          <ac:spMkLst>
            <pc:docMk/>
            <pc:sldMk cId="859132569" sldId="394"/>
            <ac:spMk id="454" creationId="{CE45B2C2-31E8-CC27-8BAE-AE41EF27A56F}"/>
          </ac:spMkLst>
        </pc:spChg>
        <pc:spChg chg="mod">
          <ac:chgData name="Mayu Ninagawa (蜷川 真優 GE)" userId="15d22be4-2d84-414d-ac66-ca09a50eae87" providerId="ADAL" clId="{2A43D1C7-C612-4547-BA11-3049DC01C97C}" dt="2026-01-22T02:51:51.890" v="3816"/>
          <ac:spMkLst>
            <pc:docMk/>
            <pc:sldMk cId="859132569" sldId="394"/>
            <ac:spMk id="455" creationId="{F2356D3D-0789-45C8-78C9-623721EA8F17}"/>
          </ac:spMkLst>
        </pc:spChg>
        <pc:spChg chg="mod">
          <ac:chgData name="Mayu Ninagawa (蜷川 真優 GE)" userId="15d22be4-2d84-414d-ac66-ca09a50eae87" providerId="ADAL" clId="{2A43D1C7-C612-4547-BA11-3049DC01C97C}" dt="2026-01-22T02:51:51.890" v="3816"/>
          <ac:spMkLst>
            <pc:docMk/>
            <pc:sldMk cId="859132569" sldId="394"/>
            <ac:spMk id="456" creationId="{12561ED8-4F68-5193-F882-FBE489CEA7BD}"/>
          </ac:spMkLst>
        </pc:spChg>
        <pc:spChg chg="mod">
          <ac:chgData name="Mayu Ninagawa (蜷川 真優 GE)" userId="15d22be4-2d84-414d-ac66-ca09a50eae87" providerId="ADAL" clId="{2A43D1C7-C612-4547-BA11-3049DC01C97C}" dt="2026-01-22T02:51:51.890" v="3816"/>
          <ac:spMkLst>
            <pc:docMk/>
            <pc:sldMk cId="859132569" sldId="394"/>
            <ac:spMk id="457" creationId="{76CAFFBC-C500-1E17-33C1-387829EFC212}"/>
          </ac:spMkLst>
        </pc:spChg>
        <pc:spChg chg="mod">
          <ac:chgData name="Mayu Ninagawa (蜷川 真優 GE)" userId="15d22be4-2d84-414d-ac66-ca09a50eae87" providerId="ADAL" clId="{2A43D1C7-C612-4547-BA11-3049DC01C97C}" dt="2026-01-22T02:51:51.890" v="3816"/>
          <ac:spMkLst>
            <pc:docMk/>
            <pc:sldMk cId="859132569" sldId="394"/>
            <ac:spMk id="458" creationId="{F8DC82B6-A7AC-E87D-F3E6-B81F2ABD1F6E}"/>
          </ac:spMkLst>
        </pc:spChg>
        <pc:spChg chg="mod">
          <ac:chgData name="Mayu Ninagawa (蜷川 真優 GE)" userId="15d22be4-2d84-414d-ac66-ca09a50eae87" providerId="ADAL" clId="{2A43D1C7-C612-4547-BA11-3049DC01C97C}" dt="2026-01-22T02:51:51.890" v="3816"/>
          <ac:spMkLst>
            <pc:docMk/>
            <pc:sldMk cId="859132569" sldId="394"/>
            <ac:spMk id="459" creationId="{FD6FCE64-DE82-890A-8DCD-52D6B4DFC811}"/>
          </ac:spMkLst>
        </pc:spChg>
        <pc:spChg chg="mod">
          <ac:chgData name="Mayu Ninagawa (蜷川 真優 GE)" userId="15d22be4-2d84-414d-ac66-ca09a50eae87" providerId="ADAL" clId="{2A43D1C7-C612-4547-BA11-3049DC01C97C}" dt="2026-01-22T02:51:51.890" v="3816"/>
          <ac:spMkLst>
            <pc:docMk/>
            <pc:sldMk cId="859132569" sldId="394"/>
            <ac:spMk id="460" creationId="{BD099FC8-C806-6AE6-A454-2F33DAEB5FFF}"/>
          </ac:spMkLst>
        </pc:spChg>
        <pc:spChg chg="mod">
          <ac:chgData name="Mayu Ninagawa (蜷川 真優 GE)" userId="15d22be4-2d84-414d-ac66-ca09a50eae87" providerId="ADAL" clId="{2A43D1C7-C612-4547-BA11-3049DC01C97C}" dt="2026-01-22T02:51:51.890" v="3816"/>
          <ac:spMkLst>
            <pc:docMk/>
            <pc:sldMk cId="859132569" sldId="394"/>
            <ac:spMk id="461" creationId="{4FE9B4DB-BF61-3D6C-4059-753AC7F28A0A}"/>
          </ac:spMkLst>
        </pc:spChg>
        <pc:spChg chg="mod">
          <ac:chgData name="Mayu Ninagawa (蜷川 真優 GE)" userId="15d22be4-2d84-414d-ac66-ca09a50eae87" providerId="ADAL" clId="{2A43D1C7-C612-4547-BA11-3049DC01C97C}" dt="2026-01-22T02:51:51.890" v="3816"/>
          <ac:spMkLst>
            <pc:docMk/>
            <pc:sldMk cId="859132569" sldId="394"/>
            <ac:spMk id="462" creationId="{AF94DCBE-9B41-0541-EEB4-BAF7F54C26BC}"/>
          </ac:spMkLst>
        </pc:spChg>
        <pc:spChg chg="mod">
          <ac:chgData name="Mayu Ninagawa (蜷川 真優 GE)" userId="15d22be4-2d84-414d-ac66-ca09a50eae87" providerId="ADAL" clId="{2A43D1C7-C612-4547-BA11-3049DC01C97C}" dt="2026-01-22T02:51:51.890" v="3816"/>
          <ac:spMkLst>
            <pc:docMk/>
            <pc:sldMk cId="859132569" sldId="394"/>
            <ac:spMk id="463" creationId="{E921D395-1C94-E72F-4992-331B3E85EABC}"/>
          </ac:spMkLst>
        </pc:spChg>
        <pc:spChg chg="mod">
          <ac:chgData name="Mayu Ninagawa (蜷川 真優 GE)" userId="15d22be4-2d84-414d-ac66-ca09a50eae87" providerId="ADAL" clId="{2A43D1C7-C612-4547-BA11-3049DC01C97C}" dt="2026-01-22T02:51:51.890" v="3816"/>
          <ac:spMkLst>
            <pc:docMk/>
            <pc:sldMk cId="859132569" sldId="394"/>
            <ac:spMk id="464" creationId="{9D3A2BB9-2989-78A3-8DD2-7BBCF0D7A33A}"/>
          </ac:spMkLst>
        </pc:spChg>
        <pc:spChg chg="mod">
          <ac:chgData name="Mayu Ninagawa (蜷川 真優 GE)" userId="15d22be4-2d84-414d-ac66-ca09a50eae87" providerId="ADAL" clId="{2A43D1C7-C612-4547-BA11-3049DC01C97C}" dt="2026-01-22T02:51:51.890" v="3816"/>
          <ac:spMkLst>
            <pc:docMk/>
            <pc:sldMk cId="859132569" sldId="394"/>
            <ac:spMk id="465" creationId="{1C864FC5-35EE-D384-B8B1-09D750D5E236}"/>
          </ac:spMkLst>
        </pc:spChg>
        <pc:spChg chg="mod">
          <ac:chgData name="Mayu Ninagawa (蜷川 真優 GE)" userId="15d22be4-2d84-414d-ac66-ca09a50eae87" providerId="ADAL" clId="{2A43D1C7-C612-4547-BA11-3049DC01C97C}" dt="2026-01-22T02:51:51.890" v="3816"/>
          <ac:spMkLst>
            <pc:docMk/>
            <pc:sldMk cId="859132569" sldId="394"/>
            <ac:spMk id="466" creationId="{FA8507BE-975E-D71A-128C-8BD54663E2E4}"/>
          </ac:spMkLst>
        </pc:spChg>
        <pc:spChg chg="mod">
          <ac:chgData name="Mayu Ninagawa (蜷川 真優 GE)" userId="15d22be4-2d84-414d-ac66-ca09a50eae87" providerId="ADAL" clId="{2A43D1C7-C612-4547-BA11-3049DC01C97C}" dt="2026-01-22T02:51:51.890" v="3816"/>
          <ac:spMkLst>
            <pc:docMk/>
            <pc:sldMk cId="859132569" sldId="394"/>
            <ac:spMk id="467" creationId="{B618B26E-79A0-6E17-EBBE-E62112D9EC4F}"/>
          </ac:spMkLst>
        </pc:spChg>
        <pc:spChg chg="mod">
          <ac:chgData name="Mayu Ninagawa (蜷川 真優 GE)" userId="15d22be4-2d84-414d-ac66-ca09a50eae87" providerId="ADAL" clId="{2A43D1C7-C612-4547-BA11-3049DC01C97C}" dt="2026-01-22T02:51:51.890" v="3816"/>
          <ac:spMkLst>
            <pc:docMk/>
            <pc:sldMk cId="859132569" sldId="394"/>
            <ac:spMk id="468" creationId="{BD1A6807-19FF-33AE-4F85-0467F0858CD6}"/>
          </ac:spMkLst>
        </pc:spChg>
        <pc:spChg chg="mod">
          <ac:chgData name="Mayu Ninagawa (蜷川 真優 GE)" userId="15d22be4-2d84-414d-ac66-ca09a50eae87" providerId="ADAL" clId="{2A43D1C7-C612-4547-BA11-3049DC01C97C}" dt="2026-01-22T02:51:51.890" v="3816"/>
          <ac:spMkLst>
            <pc:docMk/>
            <pc:sldMk cId="859132569" sldId="394"/>
            <ac:spMk id="469" creationId="{D28DE1D9-E73E-2334-023D-DCCE8D047D65}"/>
          </ac:spMkLst>
        </pc:spChg>
        <pc:spChg chg="mod">
          <ac:chgData name="Mayu Ninagawa (蜷川 真優 GE)" userId="15d22be4-2d84-414d-ac66-ca09a50eae87" providerId="ADAL" clId="{2A43D1C7-C612-4547-BA11-3049DC01C97C}" dt="2026-01-22T02:51:51.890" v="3816"/>
          <ac:spMkLst>
            <pc:docMk/>
            <pc:sldMk cId="859132569" sldId="394"/>
            <ac:spMk id="470" creationId="{5AD10129-76BD-7F28-8C9B-9518E09162C2}"/>
          </ac:spMkLst>
        </pc:spChg>
        <pc:spChg chg="mod">
          <ac:chgData name="Mayu Ninagawa (蜷川 真優 GE)" userId="15d22be4-2d84-414d-ac66-ca09a50eae87" providerId="ADAL" clId="{2A43D1C7-C612-4547-BA11-3049DC01C97C}" dt="2026-01-22T02:51:51.890" v="3816"/>
          <ac:spMkLst>
            <pc:docMk/>
            <pc:sldMk cId="859132569" sldId="394"/>
            <ac:spMk id="471" creationId="{A91CA866-75A0-C480-4C90-F0A8842B74F9}"/>
          </ac:spMkLst>
        </pc:spChg>
        <pc:spChg chg="mod">
          <ac:chgData name="Mayu Ninagawa (蜷川 真優 GE)" userId="15d22be4-2d84-414d-ac66-ca09a50eae87" providerId="ADAL" clId="{2A43D1C7-C612-4547-BA11-3049DC01C97C}" dt="2026-01-22T02:51:51.890" v="3816"/>
          <ac:spMkLst>
            <pc:docMk/>
            <pc:sldMk cId="859132569" sldId="394"/>
            <ac:spMk id="472" creationId="{E6105270-D7C1-A0C2-5E96-4615B891E661}"/>
          </ac:spMkLst>
        </pc:spChg>
        <pc:spChg chg="mod">
          <ac:chgData name="Mayu Ninagawa (蜷川 真優 GE)" userId="15d22be4-2d84-414d-ac66-ca09a50eae87" providerId="ADAL" clId="{2A43D1C7-C612-4547-BA11-3049DC01C97C}" dt="2026-01-22T02:51:51.890" v="3816"/>
          <ac:spMkLst>
            <pc:docMk/>
            <pc:sldMk cId="859132569" sldId="394"/>
            <ac:spMk id="473" creationId="{2697DD6F-DB4D-ED64-71FA-7EBB195E8616}"/>
          </ac:spMkLst>
        </pc:spChg>
        <pc:spChg chg="mod">
          <ac:chgData name="Mayu Ninagawa (蜷川 真優 GE)" userId="15d22be4-2d84-414d-ac66-ca09a50eae87" providerId="ADAL" clId="{2A43D1C7-C612-4547-BA11-3049DC01C97C}" dt="2026-01-22T02:51:51.890" v="3816"/>
          <ac:spMkLst>
            <pc:docMk/>
            <pc:sldMk cId="859132569" sldId="394"/>
            <ac:spMk id="474" creationId="{6E5ABEC8-1497-5CD9-3C1D-E3ADF8765221}"/>
          </ac:spMkLst>
        </pc:spChg>
        <pc:spChg chg="mod">
          <ac:chgData name="Mayu Ninagawa (蜷川 真優 GE)" userId="15d22be4-2d84-414d-ac66-ca09a50eae87" providerId="ADAL" clId="{2A43D1C7-C612-4547-BA11-3049DC01C97C}" dt="2026-01-22T02:51:51.890" v="3816"/>
          <ac:spMkLst>
            <pc:docMk/>
            <pc:sldMk cId="859132569" sldId="394"/>
            <ac:spMk id="475" creationId="{39CA8E57-2DDC-C94B-0B43-0CE96252518E}"/>
          </ac:spMkLst>
        </pc:spChg>
        <pc:spChg chg="mod">
          <ac:chgData name="Mayu Ninagawa (蜷川 真優 GE)" userId="15d22be4-2d84-414d-ac66-ca09a50eae87" providerId="ADAL" clId="{2A43D1C7-C612-4547-BA11-3049DC01C97C}" dt="2026-01-22T02:51:51.890" v="3816"/>
          <ac:spMkLst>
            <pc:docMk/>
            <pc:sldMk cId="859132569" sldId="394"/>
            <ac:spMk id="476" creationId="{E7648879-B775-6BDE-3D65-26E634009862}"/>
          </ac:spMkLst>
        </pc:spChg>
        <pc:spChg chg="mod">
          <ac:chgData name="Mayu Ninagawa (蜷川 真優 GE)" userId="15d22be4-2d84-414d-ac66-ca09a50eae87" providerId="ADAL" clId="{2A43D1C7-C612-4547-BA11-3049DC01C97C}" dt="2026-01-22T02:51:51.890" v="3816"/>
          <ac:spMkLst>
            <pc:docMk/>
            <pc:sldMk cId="859132569" sldId="394"/>
            <ac:spMk id="477" creationId="{3785D72F-F272-FF32-1DCB-F473B9C0B9A6}"/>
          </ac:spMkLst>
        </pc:spChg>
        <pc:spChg chg="mod">
          <ac:chgData name="Mayu Ninagawa (蜷川 真優 GE)" userId="15d22be4-2d84-414d-ac66-ca09a50eae87" providerId="ADAL" clId="{2A43D1C7-C612-4547-BA11-3049DC01C97C}" dt="2026-01-22T02:51:51.890" v="3816"/>
          <ac:spMkLst>
            <pc:docMk/>
            <pc:sldMk cId="859132569" sldId="394"/>
            <ac:spMk id="478" creationId="{4DA5E1C3-B07D-D2DA-2CEF-2E8B4F0075AB}"/>
          </ac:spMkLst>
        </pc:spChg>
        <pc:spChg chg="mod">
          <ac:chgData name="Mayu Ninagawa (蜷川 真優 GE)" userId="15d22be4-2d84-414d-ac66-ca09a50eae87" providerId="ADAL" clId="{2A43D1C7-C612-4547-BA11-3049DC01C97C}" dt="2026-01-22T02:51:51.890" v="3816"/>
          <ac:spMkLst>
            <pc:docMk/>
            <pc:sldMk cId="859132569" sldId="394"/>
            <ac:spMk id="479" creationId="{57C7E4AB-BB00-0F33-0E36-6A017F6C7371}"/>
          </ac:spMkLst>
        </pc:spChg>
        <pc:spChg chg="mod">
          <ac:chgData name="Mayu Ninagawa (蜷川 真優 GE)" userId="15d22be4-2d84-414d-ac66-ca09a50eae87" providerId="ADAL" clId="{2A43D1C7-C612-4547-BA11-3049DC01C97C}" dt="2026-01-22T02:51:51.890" v="3816"/>
          <ac:spMkLst>
            <pc:docMk/>
            <pc:sldMk cId="859132569" sldId="394"/>
            <ac:spMk id="480" creationId="{8C6187BE-9DA0-921A-E366-B7B22A8E4131}"/>
          </ac:spMkLst>
        </pc:spChg>
        <pc:spChg chg="mod">
          <ac:chgData name="Mayu Ninagawa (蜷川 真優 GE)" userId="15d22be4-2d84-414d-ac66-ca09a50eae87" providerId="ADAL" clId="{2A43D1C7-C612-4547-BA11-3049DC01C97C}" dt="2026-01-22T02:51:51.890" v="3816"/>
          <ac:spMkLst>
            <pc:docMk/>
            <pc:sldMk cId="859132569" sldId="394"/>
            <ac:spMk id="481" creationId="{A3C4E709-AE1F-65F5-42FA-8CCC717C7E69}"/>
          </ac:spMkLst>
        </pc:spChg>
        <pc:spChg chg="mod">
          <ac:chgData name="Mayu Ninagawa (蜷川 真優 GE)" userId="15d22be4-2d84-414d-ac66-ca09a50eae87" providerId="ADAL" clId="{2A43D1C7-C612-4547-BA11-3049DC01C97C}" dt="2026-01-22T02:51:51.890" v="3816"/>
          <ac:spMkLst>
            <pc:docMk/>
            <pc:sldMk cId="859132569" sldId="394"/>
            <ac:spMk id="482" creationId="{F67F1B8F-6039-0D56-AC1A-E405A3340756}"/>
          </ac:spMkLst>
        </pc:spChg>
        <pc:spChg chg="mod">
          <ac:chgData name="Mayu Ninagawa (蜷川 真優 GE)" userId="15d22be4-2d84-414d-ac66-ca09a50eae87" providerId="ADAL" clId="{2A43D1C7-C612-4547-BA11-3049DC01C97C}" dt="2026-01-22T02:51:51.890" v="3816"/>
          <ac:spMkLst>
            <pc:docMk/>
            <pc:sldMk cId="859132569" sldId="394"/>
            <ac:spMk id="483" creationId="{18479CED-F7B5-8AB7-BCAA-48E85327A48B}"/>
          </ac:spMkLst>
        </pc:spChg>
        <pc:spChg chg="mod">
          <ac:chgData name="Mayu Ninagawa (蜷川 真優 GE)" userId="15d22be4-2d84-414d-ac66-ca09a50eae87" providerId="ADAL" clId="{2A43D1C7-C612-4547-BA11-3049DC01C97C}" dt="2026-01-22T02:51:51.890" v="3816"/>
          <ac:spMkLst>
            <pc:docMk/>
            <pc:sldMk cId="859132569" sldId="394"/>
            <ac:spMk id="484" creationId="{E885BEE0-C418-C83C-B2AC-68D5F2E3380E}"/>
          </ac:spMkLst>
        </pc:spChg>
        <pc:spChg chg="del mod">
          <ac:chgData name="Mayu Ninagawa (蜷川 真優 GE)" userId="15d22be4-2d84-414d-ac66-ca09a50eae87" providerId="ADAL" clId="{2A43D1C7-C612-4547-BA11-3049DC01C97C}" dt="2026-01-22T02:52:23.700" v="3834" actId="478"/>
          <ac:spMkLst>
            <pc:docMk/>
            <pc:sldMk cId="859132569" sldId="394"/>
            <ac:spMk id="488" creationId="{2DABD5CF-1887-3DDD-0AF1-B4D7DEE88710}"/>
          </ac:spMkLst>
        </pc:spChg>
        <pc:spChg chg="del mod">
          <ac:chgData name="Mayu Ninagawa (蜷川 真優 GE)" userId="15d22be4-2d84-414d-ac66-ca09a50eae87" providerId="ADAL" clId="{2A43D1C7-C612-4547-BA11-3049DC01C97C}" dt="2026-01-22T02:52:23.700" v="3834" actId="478"/>
          <ac:spMkLst>
            <pc:docMk/>
            <pc:sldMk cId="859132569" sldId="394"/>
            <ac:spMk id="489" creationId="{2607137F-CD9E-ABA7-9079-DB0E330FEA99}"/>
          </ac:spMkLst>
        </pc:spChg>
        <pc:spChg chg="del mod">
          <ac:chgData name="Mayu Ninagawa (蜷川 真優 GE)" userId="15d22be4-2d84-414d-ac66-ca09a50eae87" providerId="ADAL" clId="{2A43D1C7-C612-4547-BA11-3049DC01C97C}" dt="2026-01-22T02:52:23.700" v="3834" actId="478"/>
          <ac:spMkLst>
            <pc:docMk/>
            <pc:sldMk cId="859132569" sldId="394"/>
            <ac:spMk id="490" creationId="{A3B48249-B791-E4D1-3DD9-E7BE2B31AFDF}"/>
          </ac:spMkLst>
        </pc:spChg>
        <pc:spChg chg="del mod">
          <ac:chgData name="Mayu Ninagawa (蜷川 真優 GE)" userId="15d22be4-2d84-414d-ac66-ca09a50eae87" providerId="ADAL" clId="{2A43D1C7-C612-4547-BA11-3049DC01C97C}" dt="2026-01-22T02:52:23.700" v="3834" actId="478"/>
          <ac:spMkLst>
            <pc:docMk/>
            <pc:sldMk cId="859132569" sldId="394"/>
            <ac:spMk id="491" creationId="{77F9B23A-AAC7-6422-8B1D-6B3B8F584456}"/>
          </ac:spMkLst>
        </pc:spChg>
        <pc:spChg chg="del mod">
          <ac:chgData name="Mayu Ninagawa (蜷川 真優 GE)" userId="15d22be4-2d84-414d-ac66-ca09a50eae87" providerId="ADAL" clId="{2A43D1C7-C612-4547-BA11-3049DC01C97C}" dt="2026-01-22T02:52:23.700" v="3834" actId="478"/>
          <ac:spMkLst>
            <pc:docMk/>
            <pc:sldMk cId="859132569" sldId="394"/>
            <ac:spMk id="492" creationId="{02D84E9E-1541-2302-1C00-DC3AE493C0B9}"/>
          </ac:spMkLst>
        </pc:spChg>
        <pc:spChg chg="del mod">
          <ac:chgData name="Mayu Ninagawa (蜷川 真優 GE)" userId="15d22be4-2d84-414d-ac66-ca09a50eae87" providerId="ADAL" clId="{2A43D1C7-C612-4547-BA11-3049DC01C97C}" dt="2026-01-22T02:52:26.356" v="3835" actId="478"/>
          <ac:spMkLst>
            <pc:docMk/>
            <pc:sldMk cId="859132569" sldId="394"/>
            <ac:spMk id="493" creationId="{ABAD38AE-992B-CE79-32F9-97756193BBF3}"/>
          </ac:spMkLst>
        </pc:spChg>
        <pc:spChg chg="del mod">
          <ac:chgData name="Mayu Ninagawa (蜷川 真優 GE)" userId="15d22be4-2d84-414d-ac66-ca09a50eae87" providerId="ADAL" clId="{2A43D1C7-C612-4547-BA11-3049DC01C97C}" dt="2026-01-22T02:52:26.356" v="3835" actId="478"/>
          <ac:spMkLst>
            <pc:docMk/>
            <pc:sldMk cId="859132569" sldId="394"/>
            <ac:spMk id="494" creationId="{00431C13-5F4B-672C-47B8-4292BA975EAB}"/>
          </ac:spMkLst>
        </pc:spChg>
        <pc:spChg chg="del mod">
          <ac:chgData name="Mayu Ninagawa (蜷川 真優 GE)" userId="15d22be4-2d84-414d-ac66-ca09a50eae87" providerId="ADAL" clId="{2A43D1C7-C612-4547-BA11-3049DC01C97C}" dt="2026-01-22T02:52:23.700" v="3834" actId="478"/>
          <ac:spMkLst>
            <pc:docMk/>
            <pc:sldMk cId="859132569" sldId="394"/>
            <ac:spMk id="495" creationId="{B7E1F3A6-94C7-3A0F-29A7-5387DEE0D404}"/>
          </ac:spMkLst>
        </pc:spChg>
        <pc:spChg chg="mod">
          <ac:chgData name="Mayu Ninagawa (蜷川 真優 GE)" userId="15d22be4-2d84-414d-ac66-ca09a50eae87" providerId="ADAL" clId="{2A43D1C7-C612-4547-BA11-3049DC01C97C}" dt="2026-01-22T02:52:05.166" v="3822"/>
          <ac:spMkLst>
            <pc:docMk/>
            <pc:sldMk cId="859132569" sldId="394"/>
            <ac:spMk id="497" creationId="{CD4D8775-9808-A1D7-C286-3DAA4DD99D4B}"/>
          </ac:spMkLst>
        </pc:spChg>
        <pc:spChg chg="mod">
          <ac:chgData name="Mayu Ninagawa (蜷川 真優 GE)" userId="15d22be4-2d84-414d-ac66-ca09a50eae87" providerId="ADAL" clId="{2A43D1C7-C612-4547-BA11-3049DC01C97C}" dt="2026-01-22T02:52:05.166" v="3822"/>
          <ac:spMkLst>
            <pc:docMk/>
            <pc:sldMk cId="859132569" sldId="394"/>
            <ac:spMk id="498" creationId="{69654C02-50CB-443E-4618-B0A07D7368F2}"/>
          </ac:spMkLst>
        </pc:spChg>
        <pc:spChg chg="mod">
          <ac:chgData name="Mayu Ninagawa (蜷川 真優 GE)" userId="15d22be4-2d84-414d-ac66-ca09a50eae87" providerId="ADAL" clId="{2A43D1C7-C612-4547-BA11-3049DC01C97C}" dt="2026-01-22T02:52:05.166" v="3822"/>
          <ac:spMkLst>
            <pc:docMk/>
            <pc:sldMk cId="859132569" sldId="394"/>
            <ac:spMk id="499" creationId="{9A4BA82A-F11C-604E-FC08-50B0681A3F1E}"/>
          </ac:spMkLst>
        </pc:spChg>
        <pc:spChg chg="mod">
          <ac:chgData name="Mayu Ninagawa (蜷川 真優 GE)" userId="15d22be4-2d84-414d-ac66-ca09a50eae87" providerId="ADAL" clId="{2A43D1C7-C612-4547-BA11-3049DC01C97C}" dt="2026-01-22T02:52:05.166" v="3822"/>
          <ac:spMkLst>
            <pc:docMk/>
            <pc:sldMk cId="859132569" sldId="394"/>
            <ac:spMk id="500" creationId="{4EE5D857-61CC-AC8E-6774-53C525DAF555}"/>
          </ac:spMkLst>
        </pc:spChg>
        <pc:spChg chg="mod">
          <ac:chgData name="Mayu Ninagawa (蜷川 真優 GE)" userId="15d22be4-2d84-414d-ac66-ca09a50eae87" providerId="ADAL" clId="{2A43D1C7-C612-4547-BA11-3049DC01C97C}" dt="2026-01-22T02:52:05.166" v="3822"/>
          <ac:spMkLst>
            <pc:docMk/>
            <pc:sldMk cId="859132569" sldId="394"/>
            <ac:spMk id="501" creationId="{25FDF24A-96F6-75B5-4798-C9B3811F6EAA}"/>
          </ac:spMkLst>
        </pc:spChg>
        <pc:spChg chg="mod">
          <ac:chgData name="Mayu Ninagawa (蜷川 真優 GE)" userId="15d22be4-2d84-414d-ac66-ca09a50eae87" providerId="ADAL" clId="{2A43D1C7-C612-4547-BA11-3049DC01C97C}" dt="2026-01-22T02:52:05.166" v="3822"/>
          <ac:spMkLst>
            <pc:docMk/>
            <pc:sldMk cId="859132569" sldId="394"/>
            <ac:spMk id="502" creationId="{B64B2263-9CE7-3DCE-3E14-47D86EAC7351}"/>
          </ac:spMkLst>
        </pc:spChg>
        <pc:spChg chg="mod">
          <ac:chgData name="Mayu Ninagawa (蜷川 真優 GE)" userId="15d22be4-2d84-414d-ac66-ca09a50eae87" providerId="ADAL" clId="{2A43D1C7-C612-4547-BA11-3049DC01C97C}" dt="2026-01-22T02:52:05.166" v="3822"/>
          <ac:spMkLst>
            <pc:docMk/>
            <pc:sldMk cId="859132569" sldId="394"/>
            <ac:spMk id="503" creationId="{08375517-6B0B-C918-F5FD-104E884FF54D}"/>
          </ac:spMkLst>
        </pc:spChg>
        <pc:spChg chg="mod">
          <ac:chgData name="Mayu Ninagawa (蜷川 真優 GE)" userId="15d22be4-2d84-414d-ac66-ca09a50eae87" providerId="ADAL" clId="{2A43D1C7-C612-4547-BA11-3049DC01C97C}" dt="2026-01-22T02:52:05.166" v="3822"/>
          <ac:spMkLst>
            <pc:docMk/>
            <pc:sldMk cId="859132569" sldId="394"/>
            <ac:spMk id="504" creationId="{79144E5B-0A72-F95D-7E85-73402EA5E39E}"/>
          </ac:spMkLst>
        </pc:spChg>
        <pc:spChg chg="mod">
          <ac:chgData name="Mayu Ninagawa (蜷川 真優 GE)" userId="15d22be4-2d84-414d-ac66-ca09a50eae87" providerId="ADAL" clId="{2A43D1C7-C612-4547-BA11-3049DC01C97C}" dt="2026-01-22T02:52:05.166" v="3822"/>
          <ac:spMkLst>
            <pc:docMk/>
            <pc:sldMk cId="859132569" sldId="394"/>
            <ac:spMk id="505" creationId="{7548C3A6-4187-1D79-AB38-65587A6D78BD}"/>
          </ac:spMkLst>
        </pc:spChg>
        <pc:spChg chg="mod">
          <ac:chgData name="Mayu Ninagawa (蜷川 真優 GE)" userId="15d22be4-2d84-414d-ac66-ca09a50eae87" providerId="ADAL" clId="{2A43D1C7-C612-4547-BA11-3049DC01C97C}" dt="2026-01-22T02:52:05.166" v="3822"/>
          <ac:spMkLst>
            <pc:docMk/>
            <pc:sldMk cId="859132569" sldId="394"/>
            <ac:spMk id="506" creationId="{A9B82EE7-4B6B-EFF7-45C2-564358368987}"/>
          </ac:spMkLst>
        </pc:spChg>
        <pc:spChg chg="mod">
          <ac:chgData name="Mayu Ninagawa (蜷川 真優 GE)" userId="15d22be4-2d84-414d-ac66-ca09a50eae87" providerId="ADAL" clId="{2A43D1C7-C612-4547-BA11-3049DC01C97C}" dt="2026-01-22T02:52:05.166" v="3822"/>
          <ac:spMkLst>
            <pc:docMk/>
            <pc:sldMk cId="859132569" sldId="394"/>
            <ac:spMk id="507" creationId="{365BF49C-578D-2F35-D0CE-47C50881527B}"/>
          </ac:spMkLst>
        </pc:spChg>
        <pc:spChg chg="mod">
          <ac:chgData name="Mayu Ninagawa (蜷川 真優 GE)" userId="15d22be4-2d84-414d-ac66-ca09a50eae87" providerId="ADAL" clId="{2A43D1C7-C612-4547-BA11-3049DC01C97C}" dt="2026-01-22T02:52:05.166" v="3822"/>
          <ac:spMkLst>
            <pc:docMk/>
            <pc:sldMk cId="859132569" sldId="394"/>
            <ac:spMk id="508" creationId="{93D0B699-947E-3C22-B7D6-34EB0DB53FFA}"/>
          </ac:spMkLst>
        </pc:spChg>
        <pc:spChg chg="mod">
          <ac:chgData name="Mayu Ninagawa (蜷川 真優 GE)" userId="15d22be4-2d84-414d-ac66-ca09a50eae87" providerId="ADAL" clId="{2A43D1C7-C612-4547-BA11-3049DC01C97C}" dt="2026-01-22T02:52:05.166" v="3822"/>
          <ac:spMkLst>
            <pc:docMk/>
            <pc:sldMk cId="859132569" sldId="394"/>
            <ac:spMk id="509" creationId="{A8240C8F-1341-8FC9-5B28-789EBB620DC3}"/>
          </ac:spMkLst>
        </pc:spChg>
        <pc:spChg chg="mod">
          <ac:chgData name="Mayu Ninagawa (蜷川 真優 GE)" userId="15d22be4-2d84-414d-ac66-ca09a50eae87" providerId="ADAL" clId="{2A43D1C7-C612-4547-BA11-3049DC01C97C}" dt="2026-01-22T02:52:05.166" v="3822"/>
          <ac:spMkLst>
            <pc:docMk/>
            <pc:sldMk cId="859132569" sldId="394"/>
            <ac:spMk id="510" creationId="{F926C3FA-5936-DAE5-6A96-EC039FF595B8}"/>
          </ac:spMkLst>
        </pc:spChg>
        <pc:spChg chg="mod">
          <ac:chgData name="Mayu Ninagawa (蜷川 真優 GE)" userId="15d22be4-2d84-414d-ac66-ca09a50eae87" providerId="ADAL" clId="{2A43D1C7-C612-4547-BA11-3049DC01C97C}" dt="2026-01-22T02:52:05.166" v="3822"/>
          <ac:spMkLst>
            <pc:docMk/>
            <pc:sldMk cId="859132569" sldId="394"/>
            <ac:spMk id="511" creationId="{D9D98CD0-BE73-4CBB-2E74-BC80CA82FDFA}"/>
          </ac:spMkLst>
        </pc:spChg>
        <pc:spChg chg="mod">
          <ac:chgData name="Mayu Ninagawa (蜷川 真優 GE)" userId="15d22be4-2d84-414d-ac66-ca09a50eae87" providerId="ADAL" clId="{2A43D1C7-C612-4547-BA11-3049DC01C97C}" dt="2026-01-22T02:52:05.166" v="3822"/>
          <ac:spMkLst>
            <pc:docMk/>
            <pc:sldMk cId="859132569" sldId="394"/>
            <ac:spMk id="512" creationId="{FDB71FD0-03B9-BFFF-477A-48F8ADECF713}"/>
          </ac:spMkLst>
        </pc:spChg>
        <pc:spChg chg="mod">
          <ac:chgData name="Mayu Ninagawa (蜷川 真優 GE)" userId="15d22be4-2d84-414d-ac66-ca09a50eae87" providerId="ADAL" clId="{2A43D1C7-C612-4547-BA11-3049DC01C97C}" dt="2026-01-22T02:52:05.166" v="3822"/>
          <ac:spMkLst>
            <pc:docMk/>
            <pc:sldMk cId="859132569" sldId="394"/>
            <ac:spMk id="513" creationId="{4096DC7B-6AEE-B38C-68A0-14AB79B9E7EB}"/>
          </ac:spMkLst>
        </pc:spChg>
        <pc:spChg chg="mod">
          <ac:chgData name="Mayu Ninagawa (蜷川 真優 GE)" userId="15d22be4-2d84-414d-ac66-ca09a50eae87" providerId="ADAL" clId="{2A43D1C7-C612-4547-BA11-3049DC01C97C}" dt="2026-01-22T02:52:05.166" v="3822"/>
          <ac:spMkLst>
            <pc:docMk/>
            <pc:sldMk cId="859132569" sldId="394"/>
            <ac:spMk id="514" creationId="{AED02A34-3A5B-56BD-67A3-2B693FE26FED}"/>
          </ac:spMkLst>
        </pc:spChg>
        <pc:spChg chg="mod">
          <ac:chgData name="Mayu Ninagawa (蜷川 真優 GE)" userId="15d22be4-2d84-414d-ac66-ca09a50eae87" providerId="ADAL" clId="{2A43D1C7-C612-4547-BA11-3049DC01C97C}" dt="2026-01-22T02:52:05.166" v="3822"/>
          <ac:spMkLst>
            <pc:docMk/>
            <pc:sldMk cId="859132569" sldId="394"/>
            <ac:spMk id="515" creationId="{E5F35C55-1221-38A7-5579-859CCBB591B6}"/>
          </ac:spMkLst>
        </pc:spChg>
        <pc:spChg chg="mod">
          <ac:chgData name="Mayu Ninagawa (蜷川 真優 GE)" userId="15d22be4-2d84-414d-ac66-ca09a50eae87" providerId="ADAL" clId="{2A43D1C7-C612-4547-BA11-3049DC01C97C}" dt="2026-01-22T02:52:05.166" v="3822"/>
          <ac:spMkLst>
            <pc:docMk/>
            <pc:sldMk cId="859132569" sldId="394"/>
            <ac:spMk id="516" creationId="{5C7C43B7-45AC-357F-58C1-2F2B62E02E3F}"/>
          </ac:spMkLst>
        </pc:spChg>
        <pc:spChg chg="mod">
          <ac:chgData name="Mayu Ninagawa (蜷川 真優 GE)" userId="15d22be4-2d84-414d-ac66-ca09a50eae87" providerId="ADAL" clId="{2A43D1C7-C612-4547-BA11-3049DC01C97C}" dt="2026-01-22T02:52:05.166" v="3822"/>
          <ac:spMkLst>
            <pc:docMk/>
            <pc:sldMk cId="859132569" sldId="394"/>
            <ac:spMk id="517" creationId="{0D99E80B-5566-3E01-CEF4-9CEFE1443E25}"/>
          </ac:spMkLst>
        </pc:spChg>
        <pc:spChg chg="mod">
          <ac:chgData name="Mayu Ninagawa (蜷川 真優 GE)" userId="15d22be4-2d84-414d-ac66-ca09a50eae87" providerId="ADAL" clId="{2A43D1C7-C612-4547-BA11-3049DC01C97C}" dt="2026-01-22T02:52:05.166" v="3822"/>
          <ac:spMkLst>
            <pc:docMk/>
            <pc:sldMk cId="859132569" sldId="394"/>
            <ac:spMk id="518" creationId="{FE60CF90-1FFD-6C84-B0E0-65144A2E0573}"/>
          </ac:spMkLst>
        </pc:spChg>
        <pc:spChg chg="mod">
          <ac:chgData name="Mayu Ninagawa (蜷川 真優 GE)" userId="15d22be4-2d84-414d-ac66-ca09a50eae87" providerId="ADAL" clId="{2A43D1C7-C612-4547-BA11-3049DC01C97C}" dt="2026-01-22T02:52:05.166" v="3822"/>
          <ac:spMkLst>
            <pc:docMk/>
            <pc:sldMk cId="859132569" sldId="394"/>
            <ac:spMk id="519" creationId="{84B86B28-4B77-4E49-1A4F-5EF938DBE145}"/>
          </ac:spMkLst>
        </pc:spChg>
        <pc:spChg chg="mod">
          <ac:chgData name="Mayu Ninagawa (蜷川 真優 GE)" userId="15d22be4-2d84-414d-ac66-ca09a50eae87" providerId="ADAL" clId="{2A43D1C7-C612-4547-BA11-3049DC01C97C}" dt="2026-01-22T02:52:05.166" v="3822"/>
          <ac:spMkLst>
            <pc:docMk/>
            <pc:sldMk cId="859132569" sldId="394"/>
            <ac:spMk id="520" creationId="{092E9A3A-AC00-96C6-E0BC-BB4F7546D45D}"/>
          </ac:spMkLst>
        </pc:spChg>
        <pc:spChg chg="mod">
          <ac:chgData name="Mayu Ninagawa (蜷川 真優 GE)" userId="15d22be4-2d84-414d-ac66-ca09a50eae87" providerId="ADAL" clId="{2A43D1C7-C612-4547-BA11-3049DC01C97C}" dt="2026-01-22T02:52:05.166" v="3822"/>
          <ac:spMkLst>
            <pc:docMk/>
            <pc:sldMk cId="859132569" sldId="394"/>
            <ac:spMk id="521" creationId="{ADAD53E1-EC7C-5DB9-A84D-92AEBCD30C83}"/>
          </ac:spMkLst>
        </pc:spChg>
        <pc:spChg chg="mod">
          <ac:chgData name="Mayu Ninagawa (蜷川 真優 GE)" userId="15d22be4-2d84-414d-ac66-ca09a50eae87" providerId="ADAL" clId="{2A43D1C7-C612-4547-BA11-3049DC01C97C}" dt="2026-01-22T02:52:05.166" v="3822"/>
          <ac:spMkLst>
            <pc:docMk/>
            <pc:sldMk cId="859132569" sldId="394"/>
            <ac:spMk id="522" creationId="{03279EB8-090D-B1FC-E17E-D79927B7FC0C}"/>
          </ac:spMkLst>
        </pc:spChg>
        <pc:spChg chg="mod">
          <ac:chgData name="Mayu Ninagawa (蜷川 真優 GE)" userId="15d22be4-2d84-414d-ac66-ca09a50eae87" providerId="ADAL" clId="{2A43D1C7-C612-4547-BA11-3049DC01C97C}" dt="2026-01-22T02:52:05.166" v="3822"/>
          <ac:spMkLst>
            <pc:docMk/>
            <pc:sldMk cId="859132569" sldId="394"/>
            <ac:spMk id="523" creationId="{6E36C69D-615A-B0D0-F48D-3136FDEC9B46}"/>
          </ac:spMkLst>
        </pc:spChg>
        <pc:spChg chg="mod">
          <ac:chgData name="Mayu Ninagawa (蜷川 真優 GE)" userId="15d22be4-2d84-414d-ac66-ca09a50eae87" providerId="ADAL" clId="{2A43D1C7-C612-4547-BA11-3049DC01C97C}" dt="2026-01-22T02:52:05.166" v="3822"/>
          <ac:spMkLst>
            <pc:docMk/>
            <pc:sldMk cId="859132569" sldId="394"/>
            <ac:spMk id="524" creationId="{92C62DF4-C219-5519-EF01-DF8F82B35520}"/>
          </ac:spMkLst>
        </pc:spChg>
        <pc:spChg chg="mod">
          <ac:chgData name="Mayu Ninagawa (蜷川 真優 GE)" userId="15d22be4-2d84-414d-ac66-ca09a50eae87" providerId="ADAL" clId="{2A43D1C7-C612-4547-BA11-3049DC01C97C}" dt="2026-01-22T02:52:05.166" v="3822"/>
          <ac:spMkLst>
            <pc:docMk/>
            <pc:sldMk cId="859132569" sldId="394"/>
            <ac:spMk id="525" creationId="{467188A0-6B64-98CD-F35E-80EF26EFB6D3}"/>
          </ac:spMkLst>
        </pc:spChg>
        <pc:spChg chg="mod">
          <ac:chgData name="Mayu Ninagawa (蜷川 真優 GE)" userId="15d22be4-2d84-414d-ac66-ca09a50eae87" providerId="ADAL" clId="{2A43D1C7-C612-4547-BA11-3049DC01C97C}" dt="2026-01-22T02:52:05.166" v="3822"/>
          <ac:spMkLst>
            <pc:docMk/>
            <pc:sldMk cId="859132569" sldId="394"/>
            <ac:spMk id="526" creationId="{B25F4155-8362-09CC-137C-A2431962F1A5}"/>
          </ac:spMkLst>
        </pc:spChg>
        <pc:spChg chg="mod">
          <ac:chgData name="Mayu Ninagawa (蜷川 真優 GE)" userId="15d22be4-2d84-414d-ac66-ca09a50eae87" providerId="ADAL" clId="{2A43D1C7-C612-4547-BA11-3049DC01C97C}" dt="2026-01-22T02:52:05.166" v="3822"/>
          <ac:spMkLst>
            <pc:docMk/>
            <pc:sldMk cId="859132569" sldId="394"/>
            <ac:spMk id="527" creationId="{D7DEF0FA-ABB0-56CD-9894-2CBC04A0D7AB}"/>
          </ac:spMkLst>
        </pc:spChg>
        <pc:spChg chg="mod">
          <ac:chgData name="Mayu Ninagawa (蜷川 真優 GE)" userId="15d22be4-2d84-414d-ac66-ca09a50eae87" providerId="ADAL" clId="{2A43D1C7-C612-4547-BA11-3049DC01C97C}" dt="2026-01-22T02:52:05.166" v="3822"/>
          <ac:spMkLst>
            <pc:docMk/>
            <pc:sldMk cId="859132569" sldId="394"/>
            <ac:spMk id="528" creationId="{3AE6DFCA-A725-76E0-C00B-A57C63A7E38A}"/>
          </ac:spMkLst>
        </pc:spChg>
        <pc:spChg chg="mod">
          <ac:chgData name="Mayu Ninagawa (蜷川 真優 GE)" userId="15d22be4-2d84-414d-ac66-ca09a50eae87" providerId="ADAL" clId="{2A43D1C7-C612-4547-BA11-3049DC01C97C}" dt="2026-01-22T02:52:05.166" v="3822"/>
          <ac:spMkLst>
            <pc:docMk/>
            <pc:sldMk cId="859132569" sldId="394"/>
            <ac:spMk id="529" creationId="{EECC0FFE-645F-3471-7D79-2F5438AFA115}"/>
          </ac:spMkLst>
        </pc:spChg>
        <pc:spChg chg="mod">
          <ac:chgData name="Mayu Ninagawa (蜷川 真優 GE)" userId="15d22be4-2d84-414d-ac66-ca09a50eae87" providerId="ADAL" clId="{2A43D1C7-C612-4547-BA11-3049DC01C97C}" dt="2026-01-22T02:52:05.166" v="3822"/>
          <ac:spMkLst>
            <pc:docMk/>
            <pc:sldMk cId="859132569" sldId="394"/>
            <ac:spMk id="530" creationId="{936D6C21-65EF-6D24-C267-81DD829095F1}"/>
          </ac:spMkLst>
        </pc:spChg>
        <pc:spChg chg="mod">
          <ac:chgData name="Mayu Ninagawa (蜷川 真優 GE)" userId="15d22be4-2d84-414d-ac66-ca09a50eae87" providerId="ADAL" clId="{2A43D1C7-C612-4547-BA11-3049DC01C97C}" dt="2026-01-22T02:52:05.166" v="3822"/>
          <ac:spMkLst>
            <pc:docMk/>
            <pc:sldMk cId="859132569" sldId="394"/>
            <ac:spMk id="531" creationId="{350A4CC6-B96C-4AF7-7A27-F76FFBC0C452}"/>
          </ac:spMkLst>
        </pc:spChg>
        <pc:spChg chg="mod">
          <ac:chgData name="Mayu Ninagawa (蜷川 真優 GE)" userId="15d22be4-2d84-414d-ac66-ca09a50eae87" providerId="ADAL" clId="{2A43D1C7-C612-4547-BA11-3049DC01C97C}" dt="2026-01-22T02:52:05.166" v="3822"/>
          <ac:spMkLst>
            <pc:docMk/>
            <pc:sldMk cId="859132569" sldId="394"/>
            <ac:spMk id="532" creationId="{44AD8716-2542-83CF-9BD3-83D8E09FCD1A}"/>
          </ac:spMkLst>
        </pc:spChg>
        <pc:spChg chg="mod">
          <ac:chgData name="Mayu Ninagawa (蜷川 真優 GE)" userId="15d22be4-2d84-414d-ac66-ca09a50eae87" providerId="ADAL" clId="{2A43D1C7-C612-4547-BA11-3049DC01C97C}" dt="2026-01-22T02:52:05.166" v="3822"/>
          <ac:spMkLst>
            <pc:docMk/>
            <pc:sldMk cId="859132569" sldId="394"/>
            <ac:spMk id="533" creationId="{D4567EAC-2617-A1C3-F9FB-276714264C33}"/>
          </ac:spMkLst>
        </pc:spChg>
        <pc:spChg chg="mod">
          <ac:chgData name="Mayu Ninagawa (蜷川 真優 GE)" userId="15d22be4-2d84-414d-ac66-ca09a50eae87" providerId="ADAL" clId="{2A43D1C7-C612-4547-BA11-3049DC01C97C}" dt="2026-01-22T02:52:05.166" v="3822"/>
          <ac:spMkLst>
            <pc:docMk/>
            <pc:sldMk cId="859132569" sldId="394"/>
            <ac:spMk id="534" creationId="{D5DA3790-DF56-3032-7EAA-E781CDF53671}"/>
          </ac:spMkLst>
        </pc:spChg>
        <pc:spChg chg="mod">
          <ac:chgData name="Mayu Ninagawa (蜷川 真優 GE)" userId="15d22be4-2d84-414d-ac66-ca09a50eae87" providerId="ADAL" clId="{2A43D1C7-C612-4547-BA11-3049DC01C97C}" dt="2026-01-22T02:52:05.166" v="3822"/>
          <ac:spMkLst>
            <pc:docMk/>
            <pc:sldMk cId="859132569" sldId="394"/>
            <ac:spMk id="535" creationId="{1C5E8AFC-DA9E-01A3-980B-84A0A0550757}"/>
          </ac:spMkLst>
        </pc:spChg>
        <pc:spChg chg="mod">
          <ac:chgData name="Mayu Ninagawa (蜷川 真優 GE)" userId="15d22be4-2d84-414d-ac66-ca09a50eae87" providerId="ADAL" clId="{2A43D1C7-C612-4547-BA11-3049DC01C97C}" dt="2026-01-22T02:52:05.166" v="3822"/>
          <ac:spMkLst>
            <pc:docMk/>
            <pc:sldMk cId="859132569" sldId="394"/>
            <ac:spMk id="536" creationId="{15E19CCC-C409-4517-FD38-21087EE2C69C}"/>
          </ac:spMkLst>
        </pc:spChg>
        <pc:spChg chg="mod">
          <ac:chgData name="Mayu Ninagawa (蜷川 真優 GE)" userId="15d22be4-2d84-414d-ac66-ca09a50eae87" providerId="ADAL" clId="{2A43D1C7-C612-4547-BA11-3049DC01C97C}" dt="2026-01-22T02:52:05.166" v="3822"/>
          <ac:spMkLst>
            <pc:docMk/>
            <pc:sldMk cId="859132569" sldId="394"/>
            <ac:spMk id="537" creationId="{9150904F-690E-4510-3AB0-65A0A346BBCC}"/>
          </ac:spMkLst>
        </pc:spChg>
        <pc:spChg chg="mod">
          <ac:chgData name="Mayu Ninagawa (蜷川 真優 GE)" userId="15d22be4-2d84-414d-ac66-ca09a50eae87" providerId="ADAL" clId="{2A43D1C7-C612-4547-BA11-3049DC01C97C}" dt="2026-01-22T02:52:05.166" v="3822"/>
          <ac:spMkLst>
            <pc:docMk/>
            <pc:sldMk cId="859132569" sldId="394"/>
            <ac:spMk id="538" creationId="{DF8ACD69-0865-92B4-F89F-5514A5E1D078}"/>
          </ac:spMkLst>
        </pc:spChg>
        <pc:spChg chg="mod">
          <ac:chgData name="Mayu Ninagawa (蜷川 真優 GE)" userId="15d22be4-2d84-414d-ac66-ca09a50eae87" providerId="ADAL" clId="{2A43D1C7-C612-4547-BA11-3049DC01C97C}" dt="2026-01-22T02:52:05.166" v="3822"/>
          <ac:spMkLst>
            <pc:docMk/>
            <pc:sldMk cId="859132569" sldId="394"/>
            <ac:spMk id="539" creationId="{81FFB6C5-2452-9FFE-B78F-63AAF9F812F7}"/>
          </ac:spMkLst>
        </pc:spChg>
        <pc:spChg chg="mod">
          <ac:chgData name="Mayu Ninagawa (蜷川 真優 GE)" userId="15d22be4-2d84-414d-ac66-ca09a50eae87" providerId="ADAL" clId="{2A43D1C7-C612-4547-BA11-3049DC01C97C}" dt="2026-01-22T02:52:05.166" v="3822"/>
          <ac:spMkLst>
            <pc:docMk/>
            <pc:sldMk cId="859132569" sldId="394"/>
            <ac:spMk id="540" creationId="{F7D55616-A563-9D75-5515-136C3C527C45}"/>
          </ac:spMkLst>
        </pc:spChg>
        <pc:spChg chg="mod">
          <ac:chgData name="Mayu Ninagawa (蜷川 真優 GE)" userId="15d22be4-2d84-414d-ac66-ca09a50eae87" providerId="ADAL" clId="{2A43D1C7-C612-4547-BA11-3049DC01C97C}" dt="2026-01-22T02:52:05.166" v="3822"/>
          <ac:spMkLst>
            <pc:docMk/>
            <pc:sldMk cId="859132569" sldId="394"/>
            <ac:spMk id="541" creationId="{7CE05B98-4520-31FD-BED1-A11AE47E8F1B}"/>
          </ac:spMkLst>
        </pc:spChg>
        <pc:spChg chg="mod">
          <ac:chgData name="Mayu Ninagawa (蜷川 真優 GE)" userId="15d22be4-2d84-414d-ac66-ca09a50eae87" providerId="ADAL" clId="{2A43D1C7-C612-4547-BA11-3049DC01C97C}" dt="2026-01-22T02:52:05.166" v="3822"/>
          <ac:spMkLst>
            <pc:docMk/>
            <pc:sldMk cId="859132569" sldId="394"/>
            <ac:spMk id="542" creationId="{897C2B43-261D-19FA-860F-ACCC3AD7BEA3}"/>
          </ac:spMkLst>
        </pc:spChg>
        <pc:spChg chg="mod">
          <ac:chgData name="Mayu Ninagawa (蜷川 真優 GE)" userId="15d22be4-2d84-414d-ac66-ca09a50eae87" providerId="ADAL" clId="{2A43D1C7-C612-4547-BA11-3049DC01C97C}" dt="2026-01-22T02:52:05.166" v="3822"/>
          <ac:spMkLst>
            <pc:docMk/>
            <pc:sldMk cId="859132569" sldId="394"/>
            <ac:spMk id="543" creationId="{AB18FB53-7644-8E22-78ED-C673AC4ED68F}"/>
          </ac:spMkLst>
        </pc:spChg>
        <pc:spChg chg="mod">
          <ac:chgData name="Mayu Ninagawa (蜷川 真優 GE)" userId="15d22be4-2d84-414d-ac66-ca09a50eae87" providerId="ADAL" clId="{2A43D1C7-C612-4547-BA11-3049DC01C97C}" dt="2026-01-22T02:52:05.166" v="3822"/>
          <ac:spMkLst>
            <pc:docMk/>
            <pc:sldMk cId="859132569" sldId="394"/>
            <ac:spMk id="544" creationId="{086967C3-0DF7-B20C-2C80-754BA420FB12}"/>
          </ac:spMkLst>
        </pc:spChg>
        <pc:spChg chg="mod">
          <ac:chgData name="Mayu Ninagawa (蜷川 真優 GE)" userId="15d22be4-2d84-414d-ac66-ca09a50eae87" providerId="ADAL" clId="{2A43D1C7-C612-4547-BA11-3049DC01C97C}" dt="2026-01-22T02:52:05.166" v="3822"/>
          <ac:spMkLst>
            <pc:docMk/>
            <pc:sldMk cId="859132569" sldId="394"/>
            <ac:spMk id="545" creationId="{D7769F3F-4EEC-D6A6-F3A7-9DD9B94539C4}"/>
          </ac:spMkLst>
        </pc:spChg>
        <pc:spChg chg="mod">
          <ac:chgData name="Mayu Ninagawa (蜷川 真優 GE)" userId="15d22be4-2d84-414d-ac66-ca09a50eae87" providerId="ADAL" clId="{2A43D1C7-C612-4547-BA11-3049DC01C97C}" dt="2026-01-22T02:52:05.166" v="3822"/>
          <ac:spMkLst>
            <pc:docMk/>
            <pc:sldMk cId="859132569" sldId="394"/>
            <ac:spMk id="546" creationId="{470D0A59-C7F4-A463-F587-8BDA3994D538}"/>
          </ac:spMkLst>
        </pc:spChg>
        <pc:spChg chg="mod">
          <ac:chgData name="Mayu Ninagawa (蜷川 真優 GE)" userId="15d22be4-2d84-414d-ac66-ca09a50eae87" providerId="ADAL" clId="{2A43D1C7-C612-4547-BA11-3049DC01C97C}" dt="2026-01-22T02:52:05.166" v="3822"/>
          <ac:spMkLst>
            <pc:docMk/>
            <pc:sldMk cId="859132569" sldId="394"/>
            <ac:spMk id="547" creationId="{7E8820F4-B7A0-81EA-4EA3-BEC597780E3D}"/>
          </ac:spMkLst>
        </pc:spChg>
        <pc:spChg chg="mod">
          <ac:chgData name="Mayu Ninagawa (蜷川 真優 GE)" userId="15d22be4-2d84-414d-ac66-ca09a50eae87" providerId="ADAL" clId="{2A43D1C7-C612-4547-BA11-3049DC01C97C}" dt="2026-01-22T02:52:05.166" v="3822"/>
          <ac:spMkLst>
            <pc:docMk/>
            <pc:sldMk cId="859132569" sldId="394"/>
            <ac:spMk id="548" creationId="{EB1260BF-8D01-9851-B8A6-67D0BF95235D}"/>
          </ac:spMkLst>
        </pc:spChg>
        <pc:spChg chg="mod">
          <ac:chgData name="Mayu Ninagawa (蜷川 真優 GE)" userId="15d22be4-2d84-414d-ac66-ca09a50eae87" providerId="ADAL" clId="{2A43D1C7-C612-4547-BA11-3049DC01C97C}" dt="2026-01-22T02:52:05.166" v="3822"/>
          <ac:spMkLst>
            <pc:docMk/>
            <pc:sldMk cId="859132569" sldId="394"/>
            <ac:spMk id="549" creationId="{F7FE2DE6-871B-D608-0B19-8F161FE43349}"/>
          </ac:spMkLst>
        </pc:spChg>
        <pc:spChg chg="mod">
          <ac:chgData name="Mayu Ninagawa (蜷川 真優 GE)" userId="15d22be4-2d84-414d-ac66-ca09a50eae87" providerId="ADAL" clId="{2A43D1C7-C612-4547-BA11-3049DC01C97C}" dt="2026-01-22T02:52:05.166" v="3822"/>
          <ac:spMkLst>
            <pc:docMk/>
            <pc:sldMk cId="859132569" sldId="394"/>
            <ac:spMk id="550" creationId="{E0DC2C57-225A-923C-20C3-9EC5FD27AED0}"/>
          </ac:spMkLst>
        </pc:spChg>
        <pc:spChg chg="mod">
          <ac:chgData name="Mayu Ninagawa (蜷川 真優 GE)" userId="15d22be4-2d84-414d-ac66-ca09a50eae87" providerId="ADAL" clId="{2A43D1C7-C612-4547-BA11-3049DC01C97C}" dt="2026-01-22T02:52:05.166" v="3822"/>
          <ac:spMkLst>
            <pc:docMk/>
            <pc:sldMk cId="859132569" sldId="394"/>
            <ac:spMk id="551" creationId="{B01C9D01-8B1D-0FFF-CB92-17E72FFB320F}"/>
          </ac:spMkLst>
        </pc:spChg>
        <pc:spChg chg="mod">
          <ac:chgData name="Mayu Ninagawa (蜷川 真優 GE)" userId="15d22be4-2d84-414d-ac66-ca09a50eae87" providerId="ADAL" clId="{2A43D1C7-C612-4547-BA11-3049DC01C97C}" dt="2026-01-22T02:52:05.166" v="3822"/>
          <ac:spMkLst>
            <pc:docMk/>
            <pc:sldMk cId="859132569" sldId="394"/>
            <ac:spMk id="552" creationId="{1036489C-0761-8540-F207-E112C13A6C48}"/>
          </ac:spMkLst>
        </pc:spChg>
        <pc:spChg chg="mod">
          <ac:chgData name="Mayu Ninagawa (蜷川 真優 GE)" userId="15d22be4-2d84-414d-ac66-ca09a50eae87" providerId="ADAL" clId="{2A43D1C7-C612-4547-BA11-3049DC01C97C}" dt="2026-01-22T02:52:05.166" v="3822"/>
          <ac:spMkLst>
            <pc:docMk/>
            <pc:sldMk cId="859132569" sldId="394"/>
            <ac:spMk id="553" creationId="{1C8A354F-FBC0-50D3-21B0-DEE339B1811E}"/>
          </ac:spMkLst>
        </pc:spChg>
        <pc:spChg chg="mod">
          <ac:chgData name="Mayu Ninagawa (蜷川 真優 GE)" userId="15d22be4-2d84-414d-ac66-ca09a50eae87" providerId="ADAL" clId="{2A43D1C7-C612-4547-BA11-3049DC01C97C}" dt="2026-01-22T02:52:05.166" v="3822"/>
          <ac:spMkLst>
            <pc:docMk/>
            <pc:sldMk cId="859132569" sldId="394"/>
            <ac:spMk id="554" creationId="{BA01C7A6-7549-4D33-1F7D-6B3A5A8CAAE3}"/>
          </ac:spMkLst>
        </pc:spChg>
        <pc:spChg chg="mod">
          <ac:chgData name="Mayu Ninagawa (蜷川 真優 GE)" userId="15d22be4-2d84-414d-ac66-ca09a50eae87" providerId="ADAL" clId="{2A43D1C7-C612-4547-BA11-3049DC01C97C}" dt="2026-01-22T02:52:05.166" v="3822"/>
          <ac:spMkLst>
            <pc:docMk/>
            <pc:sldMk cId="859132569" sldId="394"/>
            <ac:spMk id="555" creationId="{3EF2FB4C-5D16-6020-B4A9-167D77B2E5B1}"/>
          </ac:spMkLst>
        </pc:spChg>
        <pc:spChg chg="mod">
          <ac:chgData name="Mayu Ninagawa (蜷川 真優 GE)" userId="15d22be4-2d84-414d-ac66-ca09a50eae87" providerId="ADAL" clId="{2A43D1C7-C612-4547-BA11-3049DC01C97C}" dt="2026-01-22T02:52:05.166" v="3822"/>
          <ac:spMkLst>
            <pc:docMk/>
            <pc:sldMk cId="859132569" sldId="394"/>
            <ac:spMk id="556" creationId="{1D826AF1-145E-C46A-6D20-7C644762192F}"/>
          </ac:spMkLst>
        </pc:spChg>
        <pc:spChg chg="mod">
          <ac:chgData name="Mayu Ninagawa (蜷川 真優 GE)" userId="15d22be4-2d84-414d-ac66-ca09a50eae87" providerId="ADAL" clId="{2A43D1C7-C612-4547-BA11-3049DC01C97C}" dt="2026-01-22T02:52:05.166" v="3822"/>
          <ac:spMkLst>
            <pc:docMk/>
            <pc:sldMk cId="859132569" sldId="394"/>
            <ac:spMk id="560" creationId="{04522883-91B8-2205-30C4-C6A392D69AEE}"/>
          </ac:spMkLst>
        </pc:spChg>
        <pc:spChg chg="mod">
          <ac:chgData name="Mayu Ninagawa (蜷川 真優 GE)" userId="15d22be4-2d84-414d-ac66-ca09a50eae87" providerId="ADAL" clId="{2A43D1C7-C612-4547-BA11-3049DC01C97C}" dt="2026-01-22T02:52:05.166" v="3822"/>
          <ac:spMkLst>
            <pc:docMk/>
            <pc:sldMk cId="859132569" sldId="394"/>
            <ac:spMk id="561" creationId="{C1F12017-2034-8799-F445-3A46C3F96A41}"/>
          </ac:spMkLst>
        </pc:spChg>
        <pc:spChg chg="mod">
          <ac:chgData name="Mayu Ninagawa (蜷川 真優 GE)" userId="15d22be4-2d84-414d-ac66-ca09a50eae87" providerId="ADAL" clId="{2A43D1C7-C612-4547-BA11-3049DC01C97C}" dt="2026-01-22T02:52:05.166" v="3822"/>
          <ac:spMkLst>
            <pc:docMk/>
            <pc:sldMk cId="859132569" sldId="394"/>
            <ac:spMk id="562" creationId="{387BDC85-4970-F047-BA8D-E4DC68327CE2}"/>
          </ac:spMkLst>
        </pc:spChg>
        <pc:spChg chg="mod">
          <ac:chgData name="Mayu Ninagawa (蜷川 真優 GE)" userId="15d22be4-2d84-414d-ac66-ca09a50eae87" providerId="ADAL" clId="{2A43D1C7-C612-4547-BA11-3049DC01C97C}" dt="2026-01-22T02:52:05.166" v="3822"/>
          <ac:spMkLst>
            <pc:docMk/>
            <pc:sldMk cId="859132569" sldId="394"/>
            <ac:spMk id="563" creationId="{0E42C4A4-147A-2F68-668F-61EFC7F571E4}"/>
          </ac:spMkLst>
        </pc:spChg>
        <pc:spChg chg="mod">
          <ac:chgData name="Mayu Ninagawa (蜷川 真優 GE)" userId="15d22be4-2d84-414d-ac66-ca09a50eae87" providerId="ADAL" clId="{2A43D1C7-C612-4547-BA11-3049DC01C97C}" dt="2026-01-22T02:52:05.166" v="3822"/>
          <ac:spMkLst>
            <pc:docMk/>
            <pc:sldMk cId="859132569" sldId="394"/>
            <ac:spMk id="564" creationId="{F93EA329-61CB-4487-BE7D-70827AF32D14}"/>
          </ac:spMkLst>
        </pc:spChg>
        <pc:spChg chg="mod">
          <ac:chgData name="Mayu Ninagawa (蜷川 真優 GE)" userId="15d22be4-2d84-414d-ac66-ca09a50eae87" providerId="ADAL" clId="{2A43D1C7-C612-4547-BA11-3049DC01C97C}" dt="2026-01-22T02:52:05.166" v="3822"/>
          <ac:spMkLst>
            <pc:docMk/>
            <pc:sldMk cId="859132569" sldId="394"/>
            <ac:spMk id="565" creationId="{60BDD16C-C178-3C3D-DAB2-45507510CD5A}"/>
          </ac:spMkLst>
        </pc:spChg>
        <pc:spChg chg="mod">
          <ac:chgData name="Mayu Ninagawa (蜷川 真優 GE)" userId="15d22be4-2d84-414d-ac66-ca09a50eae87" providerId="ADAL" clId="{2A43D1C7-C612-4547-BA11-3049DC01C97C}" dt="2026-01-22T02:52:05.166" v="3822"/>
          <ac:spMkLst>
            <pc:docMk/>
            <pc:sldMk cId="859132569" sldId="394"/>
            <ac:spMk id="566" creationId="{73F7EFED-E00A-B91B-9A9F-25E0FA40C5DF}"/>
          </ac:spMkLst>
        </pc:spChg>
        <pc:spChg chg="mod">
          <ac:chgData name="Mayu Ninagawa (蜷川 真優 GE)" userId="15d22be4-2d84-414d-ac66-ca09a50eae87" providerId="ADAL" clId="{2A43D1C7-C612-4547-BA11-3049DC01C97C}" dt="2026-01-22T02:52:05.166" v="3822"/>
          <ac:spMkLst>
            <pc:docMk/>
            <pc:sldMk cId="859132569" sldId="394"/>
            <ac:spMk id="567" creationId="{034D842F-00B3-C7B8-22F2-81A035005640}"/>
          </ac:spMkLst>
        </pc:spChg>
        <pc:spChg chg="mod">
          <ac:chgData name="Mayu Ninagawa (蜷川 真優 GE)" userId="15d22be4-2d84-414d-ac66-ca09a50eae87" providerId="ADAL" clId="{2A43D1C7-C612-4547-BA11-3049DC01C97C}" dt="2026-01-22T02:52:39.749" v="3842"/>
          <ac:spMkLst>
            <pc:docMk/>
            <pc:sldMk cId="859132569" sldId="394"/>
            <ac:spMk id="570" creationId="{62EE06A4-684D-9139-EA01-C6DA79A025E1}"/>
          </ac:spMkLst>
        </pc:spChg>
        <pc:spChg chg="mod">
          <ac:chgData name="Mayu Ninagawa (蜷川 真優 GE)" userId="15d22be4-2d84-414d-ac66-ca09a50eae87" providerId="ADAL" clId="{2A43D1C7-C612-4547-BA11-3049DC01C97C}" dt="2026-01-22T02:52:39.749" v="3842"/>
          <ac:spMkLst>
            <pc:docMk/>
            <pc:sldMk cId="859132569" sldId="394"/>
            <ac:spMk id="571" creationId="{84086A20-A835-6374-EAB9-8A462B471DE9}"/>
          </ac:spMkLst>
        </pc:spChg>
        <pc:spChg chg="mod">
          <ac:chgData name="Mayu Ninagawa (蜷川 真優 GE)" userId="15d22be4-2d84-414d-ac66-ca09a50eae87" providerId="ADAL" clId="{2A43D1C7-C612-4547-BA11-3049DC01C97C}" dt="2026-01-22T02:52:39.749" v="3842"/>
          <ac:spMkLst>
            <pc:docMk/>
            <pc:sldMk cId="859132569" sldId="394"/>
            <ac:spMk id="572" creationId="{54D7A7A3-763E-1905-DF25-F202737D26C5}"/>
          </ac:spMkLst>
        </pc:spChg>
        <pc:spChg chg="mod">
          <ac:chgData name="Mayu Ninagawa (蜷川 真優 GE)" userId="15d22be4-2d84-414d-ac66-ca09a50eae87" providerId="ADAL" clId="{2A43D1C7-C612-4547-BA11-3049DC01C97C}" dt="2026-01-22T02:52:39.749" v="3842"/>
          <ac:spMkLst>
            <pc:docMk/>
            <pc:sldMk cId="859132569" sldId="394"/>
            <ac:spMk id="573" creationId="{3E72BAD6-7EFC-EED6-4E24-89004E9FAE25}"/>
          </ac:spMkLst>
        </pc:spChg>
        <pc:spChg chg="mod">
          <ac:chgData name="Mayu Ninagawa (蜷川 真優 GE)" userId="15d22be4-2d84-414d-ac66-ca09a50eae87" providerId="ADAL" clId="{2A43D1C7-C612-4547-BA11-3049DC01C97C}" dt="2026-01-22T02:52:39.749" v="3842"/>
          <ac:spMkLst>
            <pc:docMk/>
            <pc:sldMk cId="859132569" sldId="394"/>
            <ac:spMk id="574" creationId="{AE13E633-897A-20AF-162E-CF399EA94275}"/>
          </ac:spMkLst>
        </pc:spChg>
        <pc:spChg chg="mod">
          <ac:chgData name="Mayu Ninagawa (蜷川 真優 GE)" userId="15d22be4-2d84-414d-ac66-ca09a50eae87" providerId="ADAL" clId="{2A43D1C7-C612-4547-BA11-3049DC01C97C}" dt="2026-01-22T02:52:39.749" v="3842"/>
          <ac:spMkLst>
            <pc:docMk/>
            <pc:sldMk cId="859132569" sldId="394"/>
            <ac:spMk id="575" creationId="{4317DE65-68D0-8659-C066-DFF6E4B760A2}"/>
          </ac:spMkLst>
        </pc:spChg>
        <pc:spChg chg="mod">
          <ac:chgData name="Mayu Ninagawa (蜷川 真優 GE)" userId="15d22be4-2d84-414d-ac66-ca09a50eae87" providerId="ADAL" clId="{2A43D1C7-C612-4547-BA11-3049DC01C97C}" dt="2026-01-22T02:52:39.749" v="3842"/>
          <ac:spMkLst>
            <pc:docMk/>
            <pc:sldMk cId="859132569" sldId="394"/>
            <ac:spMk id="576" creationId="{39E68644-DA19-70C7-8F56-3C664E83246A}"/>
          </ac:spMkLst>
        </pc:spChg>
        <pc:spChg chg="mod">
          <ac:chgData name="Mayu Ninagawa (蜷川 真優 GE)" userId="15d22be4-2d84-414d-ac66-ca09a50eae87" providerId="ADAL" clId="{2A43D1C7-C612-4547-BA11-3049DC01C97C}" dt="2026-01-22T02:52:39.749" v="3842"/>
          <ac:spMkLst>
            <pc:docMk/>
            <pc:sldMk cId="859132569" sldId="394"/>
            <ac:spMk id="577" creationId="{46072D4E-722B-4BEF-FAA7-73A0018A6617}"/>
          </ac:spMkLst>
        </pc:spChg>
        <pc:spChg chg="mod">
          <ac:chgData name="Mayu Ninagawa (蜷川 真優 GE)" userId="15d22be4-2d84-414d-ac66-ca09a50eae87" providerId="ADAL" clId="{2A43D1C7-C612-4547-BA11-3049DC01C97C}" dt="2026-01-22T02:52:39.749" v="3842"/>
          <ac:spMkLst>
            <pc:docMk/>
            <pc:sldMk cId="859132569" sldId="394"/>
            <ac:spMk id="578" creationId="{8AB3D568-7E4D-0959-EFE0-04E3BD6B4959}"/>
          </ac:spMkLst>
        </pc:spChg>
        <pc:spChg chg="mod">
          <ac:chgData name="Mayu Ninagawa (蜷川 真優 GE)" userId="15d22be4-2d84-414d-ac66-ca09a50eae87" providerId="ADAL" clId="{2A43D1C7-C612-4547-BA11-3049DC01C97C}" dt="2026-01-22T02:52:39.749" v="3842"/>
          <ac:spMkLst>
            <pc:docMk/>
            <pc:sldMk cId="859132569" sldId="394"/>
            <ac:spMk id="579" creationId="{E54DCB9F-EB28-BC3A-7675-C874F09764F2}"/>
          </ac:spMkLst>
        </pc:spChg>
        <pc:spChg chg="mod">
          <ac:chgData name="Mayu Ninagawa (蜷川 真優 GE)" userId="15d22be4-2d84-414d-ac66-ca09a50eae87" providerId="ADAL" clId="{2A43D1C7-C612-4547-BA11-3049DC01C97C}" dt="2026-01-22T02:52:39.749" v="3842"/>
          <ac:spMkLst>
            <pc:docMk/>
            <pc:sldMk cId="859132569" sldId="394"/>
            <ac:spMk id="580" creationId="{7CFF4309-CA7C-7DBA-4C8B-FA7F966E2740}"/>
          </ac:spMkLst>
        </pc:spChg>
        <pc:spChg chg="mod">
          <ac:chgData name="Mayu Ninagawa (蜷川 真優 GE)" userId="15d22be4-2d84-414d-ac66-ca09a50eae87" providerId="ADAL" clId="{2A43D1C7-C612-4547-BA11-3049DC01C97C}" dt="2026-01-22T02:52:39.749" v="3842"/>
          <ac:spMkLst>
            <pc:docMk/>
            <pc:sldMk cId="859132569" sldId="394"/>
            <ac:spMk id="581" creationId="{F12F19B6-4C93-104A-BCD0-5D21D772981E}"/>
          </ac:spMkLst>
        </pc:spChg>
        <pc:spChg chg="mod">
          <ac:chgData name="Mayu Ninagawa (蜷川 真優 GE)" userId="15d22be4-2d84-414d-ac66-ca09a50eae87" providerId="ADAL" clId="{2A43D1C7-C612-4547-BA11-3049DC01C97C}" dt="2026-01-22T02:52:39.749" v="3842"/>
          <ac:spMkLst>
            <pc:docMk/>
            <pc:sldMk cId="859132569" sldId="394"/>
            <ac:spMk id="582" creationId="{25C60752-3801-D415-8657-7E7FCFA345DE}"/>
          </ac:spMkLst>
        </pc:spChg>
        <pc:spChg chg="mod">
          <ac:chgData name="Mayu Ninagawa (蜷川 真優 GE)" userId="15d22be4-2d84-414d-ac66-ca09a50eae87" providerId="ADAL" clId="{2A43D1C7-C612-4547-BA11-3049DC01C97C}" dt="2026-01-29T09:06:43.518" v="7350"/>
          <ac:spMkLst>
            <pc:docMk/>
            <pc:sldMk cId="859132569" sldId="394"/>
            <ac:spMk id="583" creationId="{0BB6A370-FCB3-73DE-679D-BD4315843BB9}"/>
          </ac:spMkLst>
        </pc:spChg>
        <pc:spChg chg="mod">
          <ac:chgData name="Mayu Ninagawa (蜷川 真優 GE)" userId="15d22be4-2d84-414d-ac66-ca09a50eae87" providerId="ADAL" clId="{2A43D1C7-C612-4547-BA11-3049DC01C97C}" dt="2026-01-22T02:52:39.749" v="3842"/>
          <ac:spMkLst>
            <pc:docMk/>
            <pc:sldMk cId="859132569" sldId="394"/>
            <ac:spMk id="583" creationId="{D00FE498-E9E5-47E3-416F-53980B4A2858}"/>
          </ac:spMkLst>
        </pc:spChg>
        <pc:spChg chg="mod">
          <ac:chgData name="Mayu Ninagawa (蜷川 真優 GE)" userId="15d22be4-2d84-414d-ac66-ca09a50eae87" providerId="ADAL" clId="{2A43D1C7-C612-4547-BA11-3049DC01C97C}" dt="2026-01-22T02:52:39.749" v="3842"/>
          <ac:spMkLst>
            <pc:docMk/>
            <pc:sldMk cId="859132569" sldId="394"/>
            <ac:spMk id="584" creationId="{4050CAA5-585B-BDD2-F529-67A227EBDB17}"/>
          </ac:spMkLst>
        </pc:spChg>
        <pc:spChg chg="mod">
          <ac:chgData name="Mayu Ninagawa (蜷川 真優 GE)" userId="15d22be4-2d84-414d-ac66-ca09a50eae87" providerId="ADAL" clId="{2A43D1C7-C612-4547-BA11-3049DC01C97C}" dt="2026-01-29T09:06:43.518" v="7350"/>
          <ac:spMkLst>
            <pc:docMk/>
            <pc:sldMk cId="859132569" sldId="394"/>
            <ac:spMk id="584" creationId="{A10C0862-1FDA-5D1F-8CB4-B5481BC29C33}"/>
          </ac:spMkLst>
        </pc:spChg>
        <pc:spChg chg="mod">
          <ac:chgData name="Mayu Ninagawa (蜷川 真優 GE)" userId="15d22be4-2d84-414d-ac66-ca09a50eae87" providerId="ADAL" clId="{2A43D1C7-C612-4547-BA11-3049DC01C97C}" dt="2026-01-22T02:52:39.749" v="3842"/>
          <ac:spMkLst>
            <pc:docMk/>
            <pc:sldMk cId="859132569" sldId="394"/>
            <ac:spMk id="585" creationId="{4F1F77BA-9868-512A-E270-7629D80C126B}"/>
          </ac:spMkLst>
        </pc:spChg>
        <pc:spChg chg="mod">
          <ac:chgData name="Mayu Ninagawa (蜷川 真優 GE)" userId="15d22be4-2d84-414d-ac66-ca09a50eae87" providerId="ADAL" clId="{2A43D1C7-C612-4547-BA11-3049DC01C97C}" dt="2026-01-29T09:08:05.223" v="7362" actId="555"/>
          <ac:spMkLst>
            <pc:docMk/>
            <pc:sldMk cId="859132569" sldId="394"/>
            <ac:spMk id="585" creationId="{8BF1EAF8-19A0-B2CD-2D47-44AB27A96176}"/>
          </ac:spMkLst>
        </pc:spChg>
        <pc:spChg chg="mod">
          <ac:chgData name="Mayu Ninagawa (蜷川 真優 GE)" userId="15d22be4-2d84-414d-ac66-ca09a50eae87" providerId="ADAL" clId="{2A43D1C7-C612-4547-BA11-3049DC01C97C}" dt="2026-01-29T09:06:43.518" v="7350"/>
          <ac:spMkLst>
            <pc:docMk/>
            <pc:sldMk cId="859132569" sldId="394"/>
            <ac:spMk id="586" creationId="{3A392D53-2DFB-48B8-8CA2-D6CAAE8E5AF7}"/>
          </ac:spMkLst>
        </pc:spChg>
        <pc:spChg chg="mod">
          <ac:chgData name="Mayu Ninagawa (蜷川 真優 GE)" userId="15d22be4-2d84-414d-ac66-ca09a50eae87" providerId="ADAL" clId="{2A43D1C7-C612-4547-BA11-3049DC01C97C}" dt="2026-01-22T02:52:39.749" v="3842"/>
          <ac:spMkLst>
            <pc:docMk/>
            <pc:sldMk cId="859132569" sldId="394"/>
            <ac:spMk id="586" creationId="{EA1DC1CB-0837-A5FF-22B8-C15FD04BB617}"/>
          </ac:spMkLst>
        </pc:spChg>
        <pc:spChg chg="mod">
          <ac:chgData name="Mayu Ninagawa (蜷川 真優 GE)" userId="15d22be4-2d84-414d-ac66-ca09a50eae87" providerId="ADAL" clId="{2A43D1C7-C612-4547-BA11-3049DC01C97C}" dt="2026-01-29T09:08:05.223" v="7362" actId="555"/>
          <ac:spMkLst>
            <pc:docMk/>
            <pc:sldMk cId="859132569" sldId="394"/>
            <ac:spMk id="587" creationId="{0C092E73-7688-3DBA-3980-F722A825A31A}"/>
          </ac:spMkLst>
        </pc:spChg>
        <pc:spChg chg="mod">
          <ac:chgData name="Mayu Ninagawa (蜷川 真優 GE)" userId="15d22be4-2d84-414d-ac66-ca09a50eae87" providerId="ADAL" clId="{2A43D1C7-C612-4547-BA11-3049DC01C97C}" dt="2026-01-22T02:52:39.749" v="3842"/>
          <ac:spMkLst>
            <pc:docMk/>
            <pc:sldMk cId="859132569" sldId="394"/>
            <ac:spMk id="587" creationId="{6D86501C-7D0F-A98E-C2CC-192ECB3180F8}"/>
          </ac:spMkLst>
        </pc:spChg>
        <pc:spChg chg="mod">
          <ac:chgData name="Mayu Ninagawa (蜷川 真優 GE)" userId="15d22be4-2d84-414d-ac66-ca09a50eae87" providerId="ADAL" clId="{2A43D1C7-C612-4547-BA11-3049DC01C97C}" dt="2026-01-22T02:52:39.749" v="3842"/>
          <ac:spMkLst>
            <pc:docMk/>
            <pc:sldMk cId="859132569" sldId="394"/>
            <ac:spMk id="588" creationId="{A0FC3704-22CF-525C-10B8-71163CCF78ED}"/>
          </ac:spMkLst>
        </pc:spChg>
        <pc:spChg chg="mod">
          <ac:chgData name="Mayu Ninagawa (蜷川 真優 GE)" userId="15d22be4-2d84-414d-ac66-ca09a50eae87" providerId="ADAL" clId="{2A43D1C7-C612-4547-BA11-3049DC01C97C}" dt="2026-01-29T09:06:43.518" v="7350"/>
          <ac:spMkLst>
            <pc:docMk/>
            <pc:sldMk cId="859132569" sldId="394"/>
            <ac:spMk id="588" creationId="{F742F261-CCBA-6049-DF7C-8CDCF28F9F5F}"/>
          </ac:spMkLst>
        </pc:spChg>
        <pc:spChg chg="mod">
          <ac:chgData name="Mayu Ninagawa (蜷川 真優 GE)" userId="15d22be4-2d84-414d-ac66-ca09a50eae87" providerId="ADAL" clId="{2A43D1C7-C612-4547-BA11-3049DC01C97C}" dt="2026-01-22T02:52:39.749" v="3842"/>
          <ac:spMkLst>
            <pc:docMk/>
            <pc:sldMk cId="859132569" sldId="394"/>
            <ac:spMk id="589" creationId="{39A34FF8-AAF3-7C02-84E9-2EB39206216B}"/>
          </ac:spMkLst>
        </pc:spChg>
        <pc:spChg chg="mod">
          <ac:chgData name="Mayu Ninagawa (蜷川 真優 GE)" userId="15d22be4-2d84-414d-ac66-ca09a50eae87" providerId="ADAL" clId="{2A43D1C7-C612-4547-BA11-3049DC01C97C}" dt="2026-01-29T09:06:43.518" v="7350"/>
          <ac:spMkLst>
            <pc:docMk/>
            <pc:sldMk cId="859132569" sldId="394"/>
            <ac:spMk id="589" creationId="{78670B7F-11E7-51FB-8663-7314CD5DDB6F}"/>
          </ac:spMkLst>
        </pc:spChg>
        <pc:spChg chg="mod">
          <ac:chgData name="Mayu Ninagawa (蜷川 真優 GE)" userId="15d22be4-2d84-414d-ac66-ca09a50eae87" providerId="ADAL" clId="{2A43D1C7-C612-4547-BA11-3049DC01C97C}" dt="2026-01-29T09:06:43.518" v="7350"/>
          <ac:spMkLst>
            <pc:docMk/>
            <pc:sldMk cId="859132569" sldId="394"/>
            <ac:spMk id="590" creationId="{2BA8A6A3-B4A3-4725-D613-55306E72F3ED}"/>
          </ac:spMkLst>
        </pc:spChg>
        <pc:spChg chg="mod">
          <ac:chgData name="Mayu Ninagawa (蜷川 真優 GE)" userId="15d22be4-2d84-414d-ac66-ca09a50eae87" providerId="ADAL" clId="{2A43D1C7-C612-4547-BA11-3049DC01C97C}" dt="2026-01-22T02:52:39.749" v="3842"/>
          <ac:spMkLst>
            <pc:docMk/>
            <pc:sldMk cId="859132569" sldId="394"/>
            <ac:spMk id="590" creationId="{3F1B2BD1-4C9F-45B2-3E8E-5265127F411C}"/>
          </ac:spMkLst>
        </pc:spChg>
        <pc:spChg chg="mod">
          <ac:chgData name="Mayu Ninagawa (蜷川 真優 GE)" userId="15d22be4-2d84-414d-ac66-ca09a50eae87" providerId="ADAL" clId="{2A43D1C7-C612-4547-BA11-3049DC01C97C}" dt="2026-01-29T09:06:43.518" v="7350"/>
          <ac:spMkLst>
            <pc:docMk/>
            <pc:sldMk cId="859132569" sldId="394"/>
            <ac:spMk id="591" creationId="{B4E1D5EB-533B-BC9B-17B3-15E1BF35E53B}"/>
          </ac:spMkLst>
        </pc:spChg>
        <pc:spChg chg="mod">
          <ac:chgData name="Mayu Ninagawa (蜷川 真優 GE)" userId="15d22be4-2d84-414d-ac66-ca09a50eae87" providerId="ADAL" clId="{2A43D1C7-C612-4547-BA11-3049DC01C97C}" dt="2026-01-22T02:52:39.749" v="3842"/>
          <ac:spMkLst>
            <pc:docMk/>
            <pc:sldMk cId="859132569" sldId="394"/>
            <ac:spMk id="591" creationId="{BB084EFC-859E-2232-43AE-ED67CD180DC6}"/>
          </ac:spMkLst>
        </pc:spChg>
        <pc:spChg chg="mod">
          <ac:chgData name="Mayu Ninagawa (蜷川 真優 GE)" userId="15d22be4-2d84-414d-ac66-ca09a50eae87" providerId="ADAL" clId="{2A43D1C7-C612-4547-BA11-3049DC01C97C}" dt="2026-01-29T09:06:43.518" v="7350"/>
          <ac:spMkLst>
            <pc:docMk/>
            <pc:sldMk cId="859132569" sldId="394"/>
            <ac:spMk id="592" creationId="{234614EA-990B-029A-4DA8-4120C5D535A4}"/>
          </ac:spMkLst>
        </pc:spChg>
        <pc:spChg chg="mod">
          <ac:chgData name="Mayu Ninagawa (蜷川 真優 GE)" userId="15d22be4-2d84-414d-ac66-ca09a50eae87" providerId="ADAL" clId="{2A43D1C7-C612-4547-BA11-3049DC01C97C}" dt="2026-01-22T02:52:39.749" v="3842"/>
          <ac:spMkLst>
            <pc:docMk/>
            <pc:sldMk cId="859132569" sldId="394"/>
            <ac:spMk id="592" creationId="{7D60A5FD-A262-9133-B626-CB8A61D87F31}"/>
          </ac:spMkLst>
        </pc:spChg>
        <pc:spChg chg="mod">
          <ac:chgData name="Mayu Ninagawa (蜷川 真優 GE)" userId="15d22be4-2d84-414d-ac66-ca09a50eae87" providerId="ADAL" clId="{2A43D1C7-C612-4547-BA11-3049DC01C97C}" dt="2026-01-29T09:06:43.518" v="7350"/>
          <ac:spMkLst>
            <pc:docMk/>
            <pc:sldMk cId="859132569" sldId="394"/>
            <ac:spMk id="593" creationId="{09CA5D6B-491A-957A-2569-47090489BDDD}"/>
          </ac:spMkLst>
        </pc:spChg>
        <pc:spChg chg="mod">
          <ac:chgData name="Mayu Ninagawa (蜷川 真優 GE)" userId="15d22be4-2d84-414d-ac66-ca09a50eae87" providerId="ADAL" clId="{2A43D1C7-C612-4547-BA11-3049DC01C97C}" dt="2026-01-22T02:52:39.749" v="3842"/>
          <ac:spMkLst>
            <pc:docMk/>
            <pc:sldMk cId="859132569" sldId="394"/>
            <ac:spMk id="593" creationId="{8EFFBC98-0B28-09F3-38ED-9E8F19635610}"/>
          </ac:spMkLst>
        </pc:spChg>
        <pc:spChg chg="mod">
          <ac:chgData name="Mayu Ninagawa (蜷川 真優 GE)" userId="15d22be4-2d84-414d-ac66-ca09a50eae87" providerId="ADAL" clId="{2A43D1C7-C612-4547-BA11-3049DC01C97C}" dt="2026-01-22T02:52:39.749" v="3842"/>
          <ac:spMkLst>
            <pc:docMk/>
            <pc:sldMk cId="859132569" sldId="394"/>
            <ac:spMk id="594" creationId="{85E3D2B8-30A2-EEDC-8F60-4D691E65CDF5}"/>
          </ac:spMkLst>
        </pc:spChg>
        <pc:spChg chg="mod">
          <ac:chgData name="Mayu Ninagawa (蜷川 真優 GE)" userId="15d22be4-2d84-414d-ac66-ca09a50eae87" providerId="ADAL" clId="{2A43D1C7-C612-4547-BA11-3049DC01C97C}" dt="2026-01-29T09:07:49.992" v="7360" actId="14100"/>
          <ac:spMkLst>
            <pc:docMk/>
            <pc:sldMk cId="859132569" sldId="394"/>
            <ac:spMk id="594" creationId="{A59C8377-EF80-BE38-7FAC-857F5F632EB4}"/>
          </ac:spMkLst>
        </pc:spChg>
        <pc:spChg chg="mod">
          <ac:chgData name="Mayu Ninagawa (蜷川 真優 GE)" userId="15d22be4-2d84-414d-ac66-ca09a50eae87" providerId="ADAL" clId="{2A43D1C7-C612-4547-BA11-3049DC01C97C}" dt="2026-01-29T09:06:43.518" v="7350"/>
          <ac:spMkLst>
            <pc:docMk/>
            <pc:sldMk cId="859132569" sldId="394"/>
            <ac:spMk id="595" creationId="{B0EE4212-0DBA-CF5D-78B0-64238EFC8F93}"/>
          </ac:spMkLst>
        </pc:spChg>
        <pc:spChg chg="mod">
          <ac:chgData name="Mayu Ninagawa (蜷川 真優 GE)" userId="15d22be4-2d84-414d-ac66-ca09a50eae87" providerId="ADAL" clId="{2A43D1C7-C612-4547-BA11-3049DC01C97C}" dt="2026-01-22T02:52:39.749" v="3842"/>
          <ac:spMkLst>
            <pc:docMk/>
            <pc:sldMk cId="859132569" sldId="394"/>
            <ac:spMk id="595" creationId="{D0E5AFAE-488A-5EAA-E215-E4AD508CF794}"/>
          </ac:spMkLst>
        </pc:spChg>
        <pc:spChg chg="mod">
          <ac:chgData name="Mayu Ninagawa (蜷川 真優 GE)" userId="15d22be4-2d84-414d-ac66-ca09a50eae87" providerId="ADAL" clId="{2A43D1C7-C612-4547-BA11-3049DC01C97C}" dt="2026-01-29T09:06:43.518" v="7350"/>
          <ac:spMkLst>
            <pc:docMk/>
            <pc:sldMk cId="859132569" sldId="394"/>
            <ac:spMk id="596" creationId="{8637BBFE-C889-CC58-7822-AA0542B34685}"/>
          </ac:spMkLst>
        </pc:spChg>
        <pc:spChg chg="mod">
          <ac:chgData name="Mayu Ninagawa (蜷川 真優 GE)" userId="15d22be4-2d84-414d-ac66-ca09a50eae87" providerId="ADAL" clId="{2A43D1C7-C612-4547-BA11-3049DC01C97C}" dt="2026-01-22T02:52:39.749" v="3842"/>
          <ac:spMkLst>
            <pc:docMk/>
            <pc:sldMk cId="859132569" sldId="394"/>
            <ac:spMk id="596" creationId="{F8420E9F-AD11-D4EF-1D09-A3639137291B}"/>
          </ac:spMkLst>
        </pc:spChg>
        <pc:spChg chg="mod">
          <ac:chgData name="Mayu Ninagawa (蜷川 真優 GE)" userId="15d22be4-2d84-414d-ac66-ca09a50eae87" providerId="ADAL" clId="{2A43D1C7-C612-4547-BA11-3049DC01C97C}" dt="2026-01-22T02:52:39.749" v="3842"/>
          <ac:spMkLst>
            <pc:docMk/>
            <pc:sldMk cId="859132569" sldId="394"/>
            <ac:spMk id="597" creationId="{B3946155-AC9A-5D19-D9FF-24D343178DA5}"/>
          </ac:spMkLst>
        </pc:spChg>
        <pc:spChg chg="mod">
          <ac:chgData name="Mayu Ninagawa (蜷川 真優 GE)" userId="15d22be4-2d84-414d-ac66-ca09a50eae87" providerId="ADAL" clId="{2A43D1C7-C612-4547-BA11-3049DC01C97C}" dt="2026-01-29T09:06:43.518" v="7350"/>
          <ac:spMkLst>
            <pc:docMk/>
            <pc:sldMk cId="859132569" sldId="394"/>
            <ac:spMk id="597" creationId="{D37CC929-2E85-60EB-6CC3-0EDC7A27CA7D}"/>
          </ac:spMkLst>
        </pc:spChg>
        <pc:spChg chg="mod">
          <ac:chgData name="Mayu Ninagawa (蜷川 真優 GE)" userId="15d22be4-2d84-414d-ac66-ca09a50eae87" providerId="ADAL" clId="{2A43D1C7-C612-4547-BA11-3049DC01C97C}" dt="2026-01-22T02:52:39.749" v="3842"/>
          <ac:spMkLst>
            <pc:docMk/>
            <pc:sldMk cId="859132569" sldId="394"/>
            <ac:spMk id="598" creationId="{49C3701B-13C2-E64F-C5D6-2CAAB72BFAE9}"/>
          </ac:spMkLst>
        </pc:spChg>
        <pc:spChg chg="mod">
          <ac:chgData name="Mayu Ninagawa (蜷川 真優 GE)" userId="15d22be4-2d84-414d-ac66-ca09a50eae87" providerId="ADAL" clId="{2A43D1C7-C612-4547-BA11-3049DC01C97C}" dt="2026-01-29T09:06:43.518" v="7350"/>
          <ac:spMkLst>
            <pc:docMk/>
            <pc:sldMk cId="859132569" sldId="394"/>
            <ac:spMk id="598" creationId="{D7D273C3-C74D-DF4E-8E4F-3F81F8CBBD65}"/>
          </ac:spMkLst>
        </pc:spChg>
        <pc:spChg chg="mod">
          <ac:chgData name="Mayu Ninagawa (蜷川 真優 GE)" userId="15d22be4-2d84-414d-ac66-ca09a50eae87" providerId="ADAL" clId="{2A43D1C7-C612-4547-BA11-3049DC01C97C}" dt="2026-01-29T09:06:43.518" v="7350"/>
          <ac:spMkLst>
            <pc:docMk/>
            <pc:sldMk cId="859132569" sldId="394"/>
            <ac:spMk id="599" creationId="{88C254F6-C90B-6EDA-7CAA-1265B1763C32}"/>
          </ac:spMkLst>
        </pc:spChg>
        <pc:spChg chg="mod">
          <ac:chgData name="Mayu Ninagawa (蜷川 真優 GE)" userId="15d22be4-2d84-414d-ac66-ca09a50eae87" providerId="ADAL" clId="{2A43D1C7-C612-4547-BA11-3049DC01C97C}" dt="2026-01-22T02:52:39.749" v="3842"/>
          <ac:spMkLst>
            <pc:docMk/>
            <pc:sldMk cId="859132569" sldId="394"/>
            <ac:spMk id="599" creationId="{FBDFC86F-047E-660B-7E0A-9B48A0AB306E}"/>
          </ac:spMkLst>
        </pc:spChg>
        <pc:spChg chg="mod">
          <ac:chgData name="Mayu Ninagawa (蜷川 真優 GE)" userId="15d22be4-2d84-414d-ac66-ca09a50eae87" providerId="ADAL" clId="{2A43D1C7-C612-4547-BA11-3049DC01C97C}" dt="2026-01-29T09:06:43.518" v="7350"/>
          <ac:spMkLst>
            <pc:docMk/>
            <pc:sldMk cId="859132569" sldId="394"/>
            <ac:spMk id="600" creationId="{8134B187-DCAE-9274-4224-11324C2CE75F}"/>
          </ac:spMkLst>
        </pc:spChg>
        <pc:spChg chg="mod">
          <ac:chgData name="Mayu Ninagawa (蜷川 真優 GE)" userId="15d22be4-2d84-414d-ac66-ca09a50eae87" providerId="ADAL" clId="{2A43D1C7-C612-4547-BA11-3049DC01C97C}" dt="2026-01-22T02:52:39.749" v="3842"/>
          <ac:spMkLst>
            <pc:docMk/>
            <pc:sldMk cId="859132569" sldId="394"/>
            <ac:spMk id="600" creationId="{E6CBE0D1-A97E-FF95-DA8B-21ABA4CE5E8A}"/>
          </ac:spMkLst>
        </pc:spChg>
        <pc:spChg chg="mod">
          <ac:chgData name="Mayu Ninagawa (蜷川 真優 GE)" userId="15d22be4-2d84-414d-ac66-ca09a50eae87" providerId="ADAL" clId="{2A43D1C7-C612-4547-BA11-3049DC01C97C}" dt="2026-01-22T02:52:39.749" v="3842"/>
          <ac:spMkLst>
            <pc:docMk/>
            <pc:sldMk cId="859132569" sldId="394"/>
            <ac:spMk id="601" creationId="{EC8E5DFB-2EDD-30D2-DD4E-7C4D3CF5A250}"/>
          </ac:spMkLst>
        </pc:spChg>
        <pc:spChg chg="mod">
          <ac:chgData name="Mayu Ninagawa (蜷川 真優 GE)" userId="15d22be4-2d84-414d-ac66-ca09a50eae87" providerId="ADAL" clId="{2A43D1C7-C612-4547-BA11-3049DC01C97C}" dt="2026-01-29T09:07:51.930" v="7361" actId="14100"/>
          <ac:spMkLst>
            <pc:docMk/>
            <pc:sldMk cId="859132569" sldId="394"/>
            <ac:spMk id="601" creationId="{F0B67AC2-93B4-2DD6-D0DA-9A414E783B99}"/>
          </ac:spMkLst>
        </pc:spChg>
        <pc:spChg chg="mod">
          <ac:chgData name="Mayu Ninagawa (蜷川 真優 GE)" userId="15d22be4-2d84-414d-ac66-ca09a50eae87" providerId="ADAL" clId="{2A43D1C7-C612-4547-BA11-3049DC01C97C}" dt="2026-01-22T02:52:39.749" v="3842"/>
          <ac:spMkLst>
            <pc:docMk/>
            <pc:sldMk cId="859132569" sldId="394"/>
            <ac:spMk id="602" creationId="{B10AFE68-D403-A4BC-6319-A998822402CE}"/>
          </ac:spMkLst>
        </pc:spChg>
        <pc:spChg chg="mod">
          <ac:chgData name="Mayu Ninagawa (蜷川 真優 GE)" userId="15d22be4-2d84-414d-ac66-ca09a50eae87" providerId="ADAL" clId="{2A43D1C7-C612-4547-BA11-3049DC01C97C}" dt="2026-01-29T09:06:43.518" v="7350"/>
          <ac:spMkLst>
            <pc:docMk/>
            <pc:sldMk cId="859132569" sldId="394"/>
            <ac:spMk id="602" creationId="{E13AAAF1-9261-6978-A6A9-C7ECFCD40A28}"/>
          </ac:spMkLst>
        </pc:spChg>
        <pc:spChg chg="mod">
          <ac:chgData name="Mayu Ninagawa (蜷川 真優 GE)" userId="15d22be4-2d84-414d-ac66-ca09a50eae87" providerId="ADAL" clId="{2A43D1C7-C612-4547-BA11-3049DC01C97C}" dt="2026-01-22T02:52:39.749" v="3842"/>
          <ac:spMkLst>
            <pc:docMk/>
            <pc:sldMk cId="859132569" sldId="394"/>
            <ac:spMk id="603" creationId="{EEAB78AF-E44C-FBAE-723B-BD2D4845DB7F}"/>
          </ac:spMkLst>
        </pc:spChg>
        <pc:spChg chg="mod">
          <ac:chgData name="Mayu Ninagawa (蜷川 真優 GE)" userId="15d22be4-2d84-414d-ac66-ca09a50eae87" providerId="ADAL" clId="{2A43D1C7-C612-4547-BA11-3049DC01C97C}" dt="2026-01-29T09:21:58.495" v="8002"/>
          <ac:spMkLst>
            <pc:docMk/>
            <pc:sldMk cId="859132569" sldId="394"/>
            <ac:spMk id="604" creationId="{40DF6CD8-7964-2D5E-DE41-0B034F31947F}"/>
          </ac:spMkLst>
        </pc:spChg>
        <pc:spChg chg="mod">
          <ac:chgData name="Mayu Ninagawa (蜷川 真優 GE)" userId="15d22be4-2d84-414d-ac66-ca09a50eae87" providerId="ADAL" clId="{2A43D1C7-C612-4547-BA11-3049DC01C97C}" dt="2026-01-22T02:52:39.749" v="3842"/>
          <ac:spMkLst>
            <pc:docMk/>
            <pc:sldMk cId="859132569" sldId="394"/>
            <ac:spMk id="604" creationId="{F83F60FB-0A57-6C44-189B-F5BCF3AD78E8}"/>
          </ac:spMkLst>
        </pc:spChg>
        <pc:spChg chg="mod">
          <ac:chgData name="Mayu Ninagawa (蜷川 真優 GE)" userId="15d22be4-2d84-414d-ac66-ca09a50eae87" providerId="ADAL" clId="{2A43D1C7-C612-4547-BA11-3049DC01C97C}" dt="2026-01-22T02:52:39.749" v="3842"/>
          <ac:spMkLst>
            <pc:docMk/>
            <pc:sldMk cId="859132569" sldId="394"/>
            <ac:spMk id="605" creationId="{980897DB-195A-BFB8-9532-73D27BB2D031}"/>
          </ac:spMkLst>
        </pc:spChg>
        <pc:spChg chg="mod">
          <ac:chgData name="Mayu Ninagawa (蜷川 真優 GE)" userId="15d22be4-2d84-414d-ac66-ca09a50eae87" providerId="ADAL" clId="{2A43D1C7-C612-4547-BA11-3049DC01C97C}" dt="2026-01-29T09:21:58.495" v="8002"/>
          <ac:spMkLst>
            <pc:docMk/>
            <pc:sldMk cId="859132569" sldId="394"/>
            <ac:spMk id="605" creationId="{982665E5-4855-5946-2909-B2355848882F}"/>
          </ac:spMkLst>
        </pc:spChg>
        <pc:spChg chg="mod">
          <ac:chgData name="Mayu Ninagawa (蜷川 真優 GE)" userId="15d22be4-2d84-414d-ac66-ca09a50eae87" providerId="ADAL" clId="{2A43D1C7-C612-4547-BA11-3049DC01C97C}" dt="2026-01-29T09:21:58.495" v="8002"/>
          <ac:spMkLst>
            <pc:docMk/>
            <pc:sldMk cId="859132569" sldId="394"/>
            <ac:spMk id="606" creationId="{54490C02-836D-DA01-B9D5-6357AFB782F8}"/>
          </ac:spMkLst>
        </pc:spChg>
        <pc:spChg chg="mod">
          <ac:chgData name="Mayu Ninagawa (蜷川 真優 GE)" userId="15d22be4-2d84-414d-ac66-ca09a50eae87" providerId="ADAL" clId="{2A43D1C7-C612-4547-BA11-3049DC01C97C}" dt="2026-01-22T02:52:39.749" v="3842"/>
          <ac:spMkLst>
            <pc:docMk/>
            <pc:sldMk cId="859132569" sldId="394"/>
            <ac:spMk id="606" creationId="{D9693C1F-108A-F891-0BEE-17EFFC6C5B29}"/>
          </ac:spMkLst>
        </pc:spChg>
        <pc:spChg chg="mod">
          <ac:chgData name="Mayu Ninagawa (蜷川 真優 GE)" userId="15d22be4-2d84-414d-ac66-ca09a50eae87" providerId="ADAL" clId="{2A43D1C7-C612-4547-BA11-3049DC01C97C}" dt="2026-01-22T02:52:39.749" v="3842"/>
          <ac:spMkLst>
            <pc:docMk/>
            <pc:sldMk cId="859132569" sldId="394"/>
            <ac:spMk id="607" creationId="{5A268173-AD7A-E3B5-7D7F-AEE9C9AA99CD}"/>
          </ac:spMkLst>
        </pc:spChg>
        <pc:spChg chg="mod">
          <ac:chgData name="Mayu Ninagawa (蜷川 真優 GE)" userId="15d22be4-2d84-414d-ac66-ca09a50eae87" providerId="ADAL" clId="{2A43D1C7-C612-4547-BA11-3049DC01C97C}" dt="2026-01-29T09:21:58.495" v="8002"/>
          <ac:spMkLst>
            <pc:docMk/>
            <pc:sldMk cId="859132569" sldId="394"/>
            <ac:spMk id="607" creationId="{A717F5C9-7AC0-3E0D-0B2B-B4E2BF1B43FB}"/>
          </ac:spMkLst>
        </pc:spChg>
        <pc:spChg chg="mod">
          <ac:chgData name="Mayu Ninagawa (蜷川 真優 GE)" userId="15d22be4-2d84-414d-ac66-ca09a50eae87" providerId="ADAL" clId="{2A43D1C7-C612-4547-BA11-3049DC01C97C}" dt="2026-01-29T09:21:58.495" v="8002"/>
          <ac:spMkLst>
            <pc:docMk/>
            <pc:sldMk cId="859132569" sldId="394"/>
            <ac:spMk id="608" creationId="{80DE47D6-0AB7-C358-84FC-04608142A9FB}"/>
          </ac:spMkLst>
        </pc:spChg>
        <pc:spChg chg="mod">
          <ac:chgData name="Mayu Ninagawa (蜷川 真優 GE)" userId="15d22be4-2d84-414d-ac66-ca09a50eae87" providerId="ADAL" clId="{2A43D1C7-C612-4547-BA11-3049DC01C97C}" dt="2026-01-22T02:52:39.749" v="3842"/>
          <ac:spMkLst>
            <pc:docMk/>
            <pc:sldMk cId="859132569" sldId="394"/>
            <ac:spMk id="608" creationId="{B04F47FE-2F40-25BF-E25C-3BA502BB3ABF}"/>
          </ac:spMkLst>
        </pc:spChg>
        <pc:spChg chg="mod">
          <ac:chgData name="Mayu Ninagawa (蜷川 真優 GE)" userId="15d22be4-2d84-414d-ac66-ca09a50eae87" providerId="ADAL" clId="{2A43D1C7-C612-4547-BA11-3049DC01C97C}" dt="2026-01-22T02:52:39.749" v="3842"/>
          <ac:spMkLst>
            <pc:docMk/>
            <pc:sldMk cId="859132569" sldId="394"/>
            <ac:spMk id="609" creationId="{0C5624FD-0428-E89F-F2A2-37AB6EE7A1AD}"/>
          </ac:spMkLst>
        </pc:spChg>
        <pc:spChg chg="mod">
          <ac:chgData name="Mayu Ninagawa (蜷川 真優 GE)" userId="15d22be4-2d84-414d-ac66-ca09a50eae87" providerId="ADAL" clId="{2A43D1C7-C612-4547-BA11-3049DC01C97C}" dt="2026-01-29T09:21:58.495" v="8002"/>
          <ac:spMkLst>
            <pc:docMk/>
            <pc:sldMk cId="859132569" sldId="394"/>
            <ac:spMk id="609" creationId="{44CD025A-D88F-B53D-6CA7-35C16317C3E2}"/>
          </ac:spMkLst>
        </pc:spChg>
        <pc:spChg chg="mod">
          <ac:chgData name="Mayu Ninagawa (蜷川 真優 GE)" userId="15d22be4-2d84-414d-ac66-ca09a50eae87" providerId="ADAL" clId="{2A43D1C7-C612-4547-BA11-3049DC01C97C}" dt="2026-01-29T09:21:58.495" v="8002"/>
          <ac:spMkLst>
            <pc:docMk/>
            <pc:sldMk cId="859132569" sldId="394"/>
            <ac:spMk id="610" creationId="{29F39C23-61F2-3B6A-F67E-709FB5B0B5CB}"/>
          </ac:spMkLst>
        </pc:spChg>
        <pc:spChg chg="mod">
          <ac:chgData name="Mayu Ninagawa (蜷川 真優 GE)" userId="15d22be4-2d84-414d-ac66-ca09a50eae87" providerId="ADAL" clId="{2A43D1C7-C612-4547-BA11-3049DC01C97C}" dt="2026-01-22T02:52:39.749" v="3842"/>
          <ac:spMkLst>
            <pc:docMk/>
            <pc:sldMk cId="859132569" sldId="394"/>
            <ac:spMk id="610" creationId="{4EC6546F-E077-8215-CA96-B76DA2ACA47F}"/>
          </ac:spMkLst>
        </pc:spChg>
        <pc:spChg chg="mod">
          <ac:chgData name="Mayu Ninagawa (蜷川 真優 GE)" userId="15d22be4-2d84-414d-ac66-ca09a50eae87" providerId="ADAL" clId="{2A43D1C7-C612-4547-BA11-3049DC01C97C}" dt="2026-01-29T09:21:58.495" v="8002"/>
          <ac:spMkLst>
            <pc:docMk/>
            <pc:sldMk cId="859132569" sldId="394"/>
            <ac:spMk id="611" creationId="{192E26B6-62D8-61CE-FFB1-FFF5B4495D76}"/>
          </ac:spMkLst>
        </pc:spChg>
        <pc:spChg chg="mod">
          <ac:chgData name="Mayu Ninagawa (蜷川 真優 GE)" userId="15d22be4-2d84-414d-ac66-ca09a50eae87" providerId="ADAL" clId="{2A43D1C7-C612-4547-BA11-3049DC01C97C}" dt="2026-01-22T02:52:39.749" v="3842"/>
          <ac:spMkLst>
            <pc:docMk/>
            <pc:sldMk cId="859132569" sldId="394"/>
            <ac:spMk id="611" creationId="{EF5DBF9F-D553-21C7-953D-84E4BFB5BF66}"/>
          </ac:spMkLst>
        </pc:spChg>
        <pc:spChg chg="mod">
          <ac:chgData name="Mayu Ninagawa (蜷川 真優 GE)" userId="15d22be4-2d84-414d-ac66-ca09a50eae87" providerId="ADAL" clId="{2A43D1C7-C612-4547-BA11-3049DC01C97C}" dt="2026-01-29T09:21:58.495" v="8002"/>
          <ac:spMkLst>
            <pc:docMk/>
            <pc:sldMk cId="859132569" sldId="394"/>
            <ac:spMk id="612" creationId="{49BADBD2-B8E7-3C5B-848E-8B23C5567F5F}"/>
          </ac:spMkLst>
        </pc:spChg>
        <pc:spChg chg="mod">
          <ac:chgData name="Mayu Ninagawa (蜷川 真優 GE)" userId="15d22be4-2d84-414d-ac66-ca09a50eae87" providerId="ADAL" clId="{2A43D1C7-C612-4547-BA11-3049DC01C97C}" dt="2026-01-22T02:52:39.749" v="3842"/>
          <ac:spMkLst>
            <pc:docMk/>
            <pc:sldMk cId="859132569" sldId="394"/>
            <ac:spMk id="612" creationId="{D12494E3-043D-22B9-C6C1-9AA0767F891F}"/>
          </ac:spMkLst>
        </pc:spChg>
        <pc:spChg chg="mod">
          <ac:chgData name="Mayu Ninagawa (蜷川 真優 GE)" userId="15d22be4-2d84-414d-ac66-ca09a50eae87" providerId="ADAL" clId="{2A43D1C7-C612-4547-BA11-3049DC01C97C}" dt="2026-01-29T09:21:58.495" v="8002"/>
          <ac:spMkLst>
            <pc:docMk/>
            <pc:sldMk cId="859132569" sldId="394"/>
            <ac:spMk id="613" creationId="{36B17E14-11EE-907F-48EB-9F050478F91E}"/>
          </ac:spMkLst>
        </pc:spChg>
        <pc:spChg chg="mod">
          <ac:chgData name="Mayu Ninagawa (蜷川 真優 GE)" userId="15d22be4-2d84-414d-ac66-ca09a50eae87" providerId="ADAL" clId="{2A43D1C7-C612-4547-BA11-3049DC01C97C}" dt="2026-01-22T02:52:39.749" v="3842"/>
          <ac:spMkLst>
            <pc:docMk/>
            <pc:sldMk cId="859132569" sldId="394"/>
            <ac:spMk id="613" creationId="{5B159EE3-93D2-D0F7-7275-3C281ED1614B}"/>
          </ac:spMkLst>
        </pc:spChg>
        <pc:spChg chg="mod">
          <ac:chgData name="Mayu Ninagawa (蜷川 真優 GE)" userId="15d22be4-2d84-414d-ac66-ca09a50eae87" providerId="ADAL" clId="{2A43D1C7-C612-4547-BA11-3049DC01C97C}" dt="2026-01-22T02:52:39.749" v="3842"/>
          <ac:spMkLst>
            <pc:docMk/>
            <pc:sldMk cId="859132569" sldId="394"/>
            <ac:spMk id="614" creationId="{7CD7A037-2EC8-9CA2-CB63-B209CEEF6990}"/>
          </ac:spMkLst>
        </pc:spChg>
        <pc:spChg chg="mod">
          <ac:chgData name="Mayu Ninagawa (蜷川 真優 GE)" userId="15d22be4-2d84-414d-ac66-ca09a50eae87" providerId="ADAL" clId="{2A43D1C7-C612-4547-BA11-3049DC01C97C}" dt="2026-01-29T09:21:58.495" v="8002"/>
          <ac:spMkLst>
            <pc:docMk/>
            <pc:sldMk cId="859132569" sldId="394"/>
            <ac:spMk id="614" creationId="{B5505BA2-3EDD-A626-62ED-B14992EDD204}"/>
          </ac:spMkLst>
        </pc:spChg>
        <pc:spChg chg="mod">
          <ac:chgData name="Mayu Ninagawa (蜷川 真優 GE)" userId="15d22be4-2d84-414d-ac66-ca09a50eae87" providerId="ADAL" clId="{2A43D1C7-C612-4547-BA11-3049DC01C97C}" dt="2026-01-29T09:21:58.495" v="8002"/>
          <ac:spMkLst>
            <pc:docMk/>
            <pc:sldMk cId="859132569" sldId="394"/>
            <ac:spMk id="615" creationId="{3887B989-5331-56D2-D9E3-CA88A025B07F}"/>
          </ac:spMkLst>
        </pc:spChg>
        <pc:spChg chg="mod">
          <ac:chgData name="Mayu Ninagawa (蜷川 真優 GE)" userId="15d22be4-2d84-414d-ac66-ca09a50eae87" providerId="ADAL" clId="{2A43D1C7-C612-4547-BA11-3049DC01C97C}" dt="2026-01-22T02:52:39.749" v="3842"/>
          <ac:spMkLst>
            <pc:docMk/>
            <pc:sldMk cId="859132569" sldId="394"/>
            <ac:spMk id="615" creationId="{9596D713-352F-1379-17E1-50F4423C7127}"/>
          </ac:spMkLst>
        </pc:spChg>
        <pc:spChg chg="mod">
          <ac:chgData name="Mayu Ninagawa (蜷川 真優 GE)" userId="15d22be4-2d84-414d-ac66-ca09a50eae87" providerId="ADAL" clId="{2A43D1C7-C612-4547-BA11-3049DC01C97C}" dt="2026-01-22T02:52:39.749" v="3842"/>
          <ac:spMkLst>
            <pc:docMk/>
            <pc:sldMk cId="859132569" sldId="394"/>
            <ac:spMk id="616" creationId="{290B11EB-2601-3AB6-A060-FE8E4F0067F9}"/>
          </ac:spMkLst>
        </pc:spChg>
        <pc:spChg chg="mod">
          <ac:chgData name="Mayu Ninagawa (蜷川 真優 GE)" userId="15d22be4-2d84-414d-ac66-ca09a50eae87" providerId="ADAL" clId="{2A43D1C7-C612-4547-BA11-3049DC01C97C}" dt="2026-01-29T09:21:58.495" v="8002"/>
          <ac:spMkLst>
            <pc:docMk/>
            <pc:sldMk cId="859132569" sldId="394"/>
            <ac:spMk id="616" creationId="{4B39DC86-866F-F64F-5011-37D97A54B1A1}"/>
          </ac:spMkLst>
        </pc:spChg>
        <pc:spChg chg="mod">
          <ac:chgData name="Mayu Ninagawa (蜷川 真優 GE)" userId="15d22be4-2d84-414d-ac66-ca09a50eae87" providerId="ADAL" clId="{2A43D1C7-C612-4547-BA11-3049DC01C97C}" dt="2026-01-29T09:21:58.495" v="8002"/>
          <ac:spMkLst>
            <pc:docMk/>
            <pc:sldMk cId="859132569" sldId="394"/>
            <ac:spMk id="617" creationId="{B136EC58-D687-EA49-E583-6540B8E84E66}"/>
          </ac:spMkLst>
        </pc:spChg>
        <pc:spChg chg="mod">
          <ac:chgData name="Mayu Ninagawa (蜷川 真優 GE)" userId="15d22be4-2d84-414d-ac66-ca09a50eae87" providerId="ADAL" clId="{2A43D1C7-C612-4547-BA11-3049DC01C97C}" dt="2026-01-22T02:52:39.749" v="3842"/>
          <ac:spMkLst>
            <pc:docMk/>
            <pc:sldMk cId="859132569" sldId="394"/>
            <ac:spMk id="617" creationId="{F87AE5E0-62C4-9B5C-FE77-A2807110BCF7}"/>
          </ac:spMkLst>
        </pc:spChg>
        <pc:spChg chg="mod">
          <ac:chgData name="Mayu Ninagawa (蜷川 真優 GE)" userId="15d22be4-2d84-414d-ac66-ca09a50eae87" providerId="ADAL" clId="{2A43D1C7-C612-4547-BA11-3049DC01C97C}" dt="2026-01-29T09:21:58.495" v="8002"/>
          <ac:spMkLst>
            <pc:docMk/>
            <pc:sldMk cId="859132569" sldId="394"/>
            <ac:spMk id="618" creationId="{D0BF892B-B256-650C-C4BF-5530C76106B6}"/>
          </ac:spMkLst>
        </pc:spChg>
        <pc:spChg chg="mod">
          <ac:chgData name="Mayu Ninagawa (蜷川 真優 GE)" userId="15d22be4-2d84-414d-ac66-ca09a50eae87" providerId="ADAL" clId="{2A43D1C7-C612-4547-BA11-3049DC01C97C}" dt="2026-01-22T02:52:39.749" v="3842"/>
          <ac:spMkLst>
            <pc:docMk/>
            <pc:sldMk cId="859132569" sldId="394"/>
            <ac:spMk id="618" creationId="{DCC6A6CC-06E3-13B7-01D4-38CB4005CE67}"/>
          </ac:spMkLst>
        </pc:spChg>
        <pc:spChg chg="mod">
          <ac:chgData name="Mayu Ninagawa (蜷川 真優 GE)" userId="15d22be4-2d84-414d-ac66-ca09a50eae87" providerId="ADAL" clId="{2A43D1C7-C612-4547-BA11-3049DC01C97C}" dt="2026-01-22T02:52:39.749" v="3842"/>
          <ac:spMkLst>
            <pc:docMk/>
            <pc:sldMk cId="859132569" sldId="394"/>
            <ac:spMk id="619" creationId="{02057587-FE21-4422-654D-B5C3AD3416AA}"/>
          </ac:spMkLst>
        </pc:spChg>
        <pc:spChg chg="mod">
          <ac:chgData name="Mayu Ninagawa (蜷川 真優 GE)" userId="15d22be4-2d84-414d-ac66-ca09a50eae87" providerId="ADAL" clId="{2A43D1C7-C612-4547-BA11-3049DC01C97C}" dt="2026-01-29T09:21:58.495" v="8002"/>
          <ac:spMkLst>
            <pc:docMk/>
            <pc:sldMk cId="859132569" sldId="394"/>
            <ac:spMk id="619" creationId="{78E7C73D-C64A-A4C2-55DD-CEF5B6AD9D2D}"/>
          </ac:spMkLst>
        </pc:spChg>
        <pc:spChg chg="mod">
          <ac:chgData name="Mayu Ninagawa (蜷川 真優 GE)" userId="15d22be4-2d84-414d-ac66-ca09a50eae87" providerId="ADAL" clId="{2A43D1C7-C612-4547-BA11-3049DC01C97C}" dt="2026-01-22T02:52:39.749" v="3842"/>
          <ac:spMkLst>
            <pc:docMk/>
            <pc:sldMk cId="859132569" sldId="394"/>
            <ac:spMk id="620" creationId="{1837DC68-E449-71D7-50DC-88BB6B4F71DC}"/>
          </ac:spMkLst>
        </pc:spChg>
        <pc:spChg chg="mod">
          <ac:chgData name="Mayu Ninagawa (蜷川 真優 GE)" userId="15d22be4-2d84-414d-ac66-ca09a50eae87" providerId="ADAL" clId="{2A43D1C7-C612-4547-BA11-3049DC01C97C}" dt="2026-01-29T09:21:58.495" v="8002"/>
          <ac:spMkLst>
            <pc:docMk/>
            <pc:sldMk cId="859132569" sldId="394"/>
            <ac:spMk id="620" creationId="{4BC47887-A96D-BC50-BEAC-40F3D530B3A5}"/>
          </ac:spMkLst>
        </pc:spChg>
        <pc:spChg chg="mod">
          <ac:chgData name="Mayu Ninagawa (蜷川 真優 GE)" userId="15d22be4-2d84-414d-ac66-ca09a50eae87" providerId="ADAL" clId="{2A43D1C7-C612-4547-BA11-3049DC01C97C}" dt="2026-01-22T02:52:39.749" v="3842"/>
          <ac:spMkLst>
            <pc:docMk/>
            <pc:sldMk cId="859132569" sldId="394"/>
            <ac:spMk id="621" creationId="{859C2E39-4209-5334-D66B-A1479455E484}"/>
          </ac:spMkLst>
        </pc:spChg>
        <pc:spChg chg="mod">
          <ac:chgData name="Mayu Ninagawa (蜷川 真優 GE)" userId="15d22be4-2d84-414d-ac66-ca09a50eae87" providerId="ADAL" clId="{2A43D1C7-C612-4547-BA11-3049DC01C97C}" dt="2026-01-29T09:21:58.495" v="8002"/>
          <ac:spMkLst>
            <pc:docMk/>
            <pc:sldMk cId="859132569" sldId="394"/>
            <ac:spMk id="621" creationId="{C2631E26-06AC-8BA4-92F9-B08EEC55BDA6}"/>
          </ac:spMkLst>
        </pc:spChg>
        <pc:spChg chg="mod">
          <ac:chgData name="Mayu Ninagawa (蜷川 真優 GE)" userId="15d22be4-2d84-414d-ac66-ca09a50eae87" providerId="ADAL" clId="{2A43D1C7-C612-4547-BA11-3049DC01C97C}" dt="2026-01-22T02:52:39.749" v="3842"/>
          <ac:spMkLst>
            <pc:docMk/>
            <pc:sldMk cId="859132569" sldId="394"/>
            <ac:spMk id="622" creationId="{2616D0A8-48F7-F4DA-486C-5D8BC376CA7E}"/>
          </ac:spMkLst>
        </pc:spChg>
        <pc:spChg chg="mod">
          <ac:chgData name="Mayu Ninagawa (蜷川 真優 GE)" userId="15d22be4-2d84-414d-ac66-ca09a50eae87" providerId="ADAL" clId="{2A43D1C7-C612-4547-BA11-3049DC01C97C}" dt="2026-01-29T09:21:58.495" v="8002"/>
          <ac:spMkLst>
            <pc:docMk/>
            <pc:sldMk cId="859132569" sldId="394"/>
            <ac:spMk id="622" creationId="{A9FBAA6B-477F-9719-871A-03D96A5C3C8F}"/>
          </ac:spMkLst>
        </pc:spChg>
        <pc:spChg chg="mod">
          <ac:chgData name="Mayu Ninagawa (蜷川 真優 GE)" userId="15d22be4-2d84-414d-ac66-ca09a50eae87" providerId="ADAL" clId="{2A43D1C7-C612-4547-BA11-3049DC01C97C}" dt="2026-01-22T02:52:39.749" v="3842"/>
          <ac:spMkLst>
            <pc:docMk/>
            <pc:sldMk cId="859132569" sldId="394"/>
            <ac:spMk id="623" creationId="{78087A4A-5631-4489-2F6D-C946914A3992}"/>
          </ac:spMkLst>
        </pc:spChg>
        <pc:spChg chg="mod">
          <ac:chgData name="Mayu Ninagawa (蜷川 真優 GE)" userId="15d22be4-2d84-414d-ac66-ca09a50eae87" providerId="ADAL" clId="{2A43D1C7-C612-4547-BA11-3049DC01C97C}" dt="2026-01-29T09:21:58.495" v="8002"/>
          <ac:spMkLst>
            <pc:docMk/>
            <pc:sldMk cId="859132569" sldId="394"/>
            <ac:spMk id="623" creationId="{EDC34AB9-E6A3-E9C4-CB54-5F593F3B3D22}"/>
          </ac:spMkLst>
        </pc:spChg>
        <pc:spChg chg="mod">
          <ac:chgData name="Mayu Ninagawa (蜷川 真優 GE)" userId="15d22be4-2d84-414d-ac66-ca09a50eae87" providerId="ADAL" clId="{2A43D1C7-C612-4547-BA11-3049DC01C97C}" dt="2026-01-22T02:52:39.749" v="3842"/>
          <ac:spMkLst>
            <pc:docMk/>
            <pc:sldMk cId="859132569" sldId="394"/>
            <ac:spMk id="624" creationId="{3FFB6AD3-32B3-FA1A-A72C-539817E243C1}"/>
          </ac:spMkLst>
        </pc:spChg>
        <pc:spChg chg="mod">
          <ac:chgData name="Mayu Ninagawa (蜷川 真優 GE)" userId="15d22be4-2d84-414d-ac66-ca09a50eae87" providerId="ADAL" clId="{2A43D1C7-C612-4547-BA11-3049DC01C97C}" dt="2026-01-29T09:21:58.495" v="8002"/>
          <ac:spMkLst>
            <pc:docMk/>
            <pc:sldMk cId="859132569" sldId="394"/>
            <ac:spMk id="624" creationId="{6E14066F-4729-2F2F-6D20-FBA3DED139BA}"/>
          </ac:spMkLst>
        </pc:spChg>
        <pc:spChg chg="mod">
          <ac:chgData name="Mayu Ninagawa (蜷川 真優 GE)" userId="15d22be4-2d84-414d-ac66-ca09a50eae87" providerId="ADAL" clId="{2A43D1C7-C612-4547-BA11-3049DC01C97C}" dt="2026-01-29T09:21:58.495" v="8002"/>
          <ac:spMkLst>
            <pc:docMk/>
            <pc:sldMk cId="859132569" sldId="394"/>
            <ac:spMk id="625" creationId="{2A3030F3-6F74-D68E-95D4-69C33159D28B}"/>
          </ac:spMkLst>
        </pc:spChg>
        <pc:spChg chg="mod">
          <ac:chgData name="Mayu Ninagawa (蜷川 真優 GE)" userId="15d22be4-2d84-414d-ac66-ca09a50eae87" providerId="ADAL" clId="{2A43D1C7-C612-4547-BA11-3049DC01C97C}" dt="2026-01-22T02:52:39.749" v="3842"/>
          <ac:spMkLst>
            <pc:docMk/>
            <pc:sldMk cId="859132569" sldId="394"/>
            <ac:spMk id="625" creationId="{DB6504E6-1E74-9A24-10A8-EC61488F4335}"/>
          </ac:spMkLst>
        </pc:spChg>
        <pc:spChg chg="mod">
          <ac:chgData name="Mayu Ninagawa (蜷川 真優 GE)" userId="15d22be4-2d84-414d-ac66-ca09a50eae87" providerId="ADAL" clId="{2A43D1C7-C612-4547-BA11-3049DC01C97C}" dt="2026-01-22T02:52:39.749" v="3842"/>
          <ac:spMkLst>
            <pc:docMk/>
            <pc:sldMk cId="859132569" sldId="394"/>
            <ac:spMk id="626" creationId="{6B654B71-E502-C00F-F4ED-44405C8CF507}"/>
          </ac:spMkLst>
        </pc:spChg>
        <pc:spChg chg="mod">
          <ac:chgData name="Mayu Ninagawa (蜷川 真優 GE)" userId="15d22be4-2d84-414d-ac66-ca09a50eae87" providerId="ADAL" clId="{2A43D1C7-C612-4547-BA11-3049DC01C97C}" dt="2026-01-29T09:21:58.495" v="8002"/>
          <ac:spMkLst>
            <pc:docMk/>
            <pc:sldMk cId="859132569" sldId="394"/>
            <ac:spMk id="626" creationId="{CA5FE38E-F700-9ABB-4EF6-C241BCE4F788}"/>
          </ac:spMkLst>
        </pc:spChg>
        <pc:spChg chg="mod">
          <ac:chgData name="Mayu Ninagawa (蜷川 真優 GE)" userId="15d22be4-2d84-414d-ac66-ca09a50eae87" providerId="ADAL" clId="{2A43D1C7-C612-4547-BA11-3049DC01C97C}" dt="2026-01-22T02:52:39.749" v="3842"/>
          <ac:spMkLst>
            <pc:docMk/>
            <pc:sldMk cId="859132569" sldId="394"/>
            <ac:spMk id="627" creationId="{13193699-6A88-23A2-107F-73FF3A919050}"/>
          </ac:spMkLst>
        </pc:spChg>
        <pc:spChg chg="mod">
          <ac:chgData name="Mayu Ninagawa (蜷川 真優 GE)" userId="15d22be4-2d84-414d-ac66-ca09a50eae87" providerId="ADAL" clId="{2A43D1C7-C612-4547-BA11-3049DC01C97C}" dt="2026-01-29T09:21:58.495" v="8002"/>
          <ac:spMkLst>
            <pc:docMk/>
            <pc:sldMk cId="859132569" sldId="394"/>
            <ac:spMk id="627" creationId="{528124A7-BF0A-8FA1-1161-6B43F55BBF47}"/>
          </ac:spMkLst>
        </pc:spChg>
        <pc:spChg chg="mod">
          <ac:chgData name="Mayu Ninagawa (蜷川 真優 GE)" userId="15d22be4-2d84-414d-ac66-ca09a50eae87" providerId="ADAL" clId="{2A43D1C7-C612-4547-BA11-3049DC01C97C}" dt="2026-01-29T09:21:58.495" v="8002"/>
          <ac:spMkLst>
            <pc:docMk/>
            <pc:sldMk cId="859132569" sldId="394"/>
            <ac:spMk id="628" creationId="{2757DBA0-6D98-9BB3-C121-1148CFBA425D}"/>
          </ac:spMkLst>
        </pc:spChg>
        <pc:spChg chg="mod">
          <ac:chgData name="Mayu Ninagawa (蜷川 真優 GE)" userId="15d22be4-2d84-414d-ac66-ca09a50eae87" providerId="ADAL" clId="{2A43D1C7-C612-4547-BA11-3049DC01C97C}" dt="2026-01-22T02:52:39.749" v="3842"/>
          <ac:spMkLst>
            <pc:docMk/>
            <pc:sldMk cId="859132569" sldId="394"/>
            <ac:spMk id="628" creationId="{ABD8B310-17DF-7AAF-A3AF-2FB673FD78CC}"/>
          </ac:spMkLst>
        </pc:spChg>
        <pc:spChg chg="mod">
          <ac:chgData name="Mayu Ninagawa (蜷川 真優 GE)" userId="15d22be4-2d84-414d-ac66-ca09a50eae87" providerId="ADAL" clId="{2A43D1C7-C612-4547-BA11-3049DC01C97C}" dt="2026-01-29T09:21:58.495" v="8002"/>
          <ac:spMkLst>
            <pc:docMk/>
            <pc:sldMk cId="859132569" sldId="394"/>
            <ac:spMk id="629" creationId="{88E8ABA7-B775-FFCF-1C77-7A9A38F84834}"/>
          </ac:spMkLst>
        </pc:spChg>
        <pc:spChg chg="mod">
          <ac:chgData name="Mayu Ninagawa (蜷川 真優 GE)" userId="15d22be4-2d84-414d-ac66-ca09a50eae87" providerId="ADAL" clId="{2A43D1C7-C612-4547-BA11-3049DC01C97C}" dt="2026-01-22T02:52:39.749" v="3842"/>
          <ac:spMkLst>
            <pc:docMk/>
            <pc:sldMk cId="859132569" sldId="394"/>
            <ac:spMk id="629" creationId="{D5BA82C5-1053-EFE3-6B0C-797634D4F563}"/>
          </ac:spMkLst>
        </pc:spChg>
        <pc:spChg chg="mod">
          <ac:chgData name="Mayu Ninagawa (蜷川 真優 GE)" userId="15d22be4-2d84-414d-ac66-ca09a50eae87" providerId="ADAL" clId="{2A43D1C7-C612-4547-BA11-3049DC01C97C}" dt="2026-01-29T09:21:58.495" v="8002"/>
          <ac:spMkLst>
            <pc:docMk/>
            <pc:sldMk cId="859132569" sldId="394"/>
            <ac:spMk id="631" creationId="{F2051A52-2E66-C4ED-6F38-EAEAF06F70F4}"/>
          </ac:spMkLst>
        </pc:spChg>
        <pc:spChg chg="del mod topLvl">
          <ac:chgData name="Mayu Ninagawa (蜷川 真優 GE)" userId="15d22be4-2d84-414d-ac66-ca09a50eae87" providerId="ADAL" clId="{2A43D1C7-C612-4547-BA11-3049DC01C97C}" dt="2026-01-29T07:21:47.263" v="6517" actId="478"/>
          <ac:spMkLst>
            <pc:docMk/>
            <pc:sldMk cId="859132569" sldId="394"/>
            <ac:spMk id="632" creationId="{123E065D-E96F-DDD3-32FD-CF03C2ED05C1}"/>
          </ac:spMkLst>
        </pc:spChg>
        <pc:spChg chg="del mod topLvl">
          <ac:chgData name="Mayu Ninagawa (蜷川 真優 GE)" userId="15d22be4-2d84-414d-ac66-ca09a50eae87" providerId="ADAL" clId="{2A43D1C7-C612-4547-BA11-3049DC01C97C}" dt="2026-01-29T07:21:47.263" v="6517" actId="478"/>
          <ac:spMkLst>
            <pc:docMk/>
            <pc:sldMk cId="859132569" sldId="394"/>
            <ac:spMk id="633" creationId="{E34B5299-01E1-F850-76B5-9C0894F5FFFA}"/>
          </ac:spMkLst>
        </pc:spChg>
        <pc:spChg chg="del mod topLvl">
          <ac:chgData name="Mayu Ninagawa (蜷川 真優 GE)" userId="15d22be4-2d84-414d-ac66-ca09a50eae87" providerId="ADAL" clId="{2A43D1C7-C612-4547-BA11-3049DC01C97C}" dt="2026-01-29T07:21:47.263" v="6517" actId="478"/>
          <ac:spMkLst>
            <pc:docMk/>
            <pc:sldMk cId="859132569" sldId="394"/>
            <ac:spMk id="634" creationId="{8B4932BF-0185-E73E-0011-C2A57F7A111C}"/>
          </ac:spMkLst>
        </pc:spChg>
        <pc:spChg chg="del mod topLvl">
          <ac:chgData name="Mayu Ninagawa (蜷川 真優 GE)" userId="15d22be4-2d84-414d-ac66-ca09a50eae87" providerId="ADAL" clId="{2A43D1C7-C612-4547-BA11-3049DC01C97C}" dt="2026-01-29T07:21:47.263" v="6517" actId="478"/>
          <ac:spMkLst>
            <pc:docMk/>
            <pc:sldMk cId="859132569" sldId="394"/>
            <ac:spMk id="635" creationId="{8DE840D6-6633-13BB-2992-DD767827E840}"/>
          </ac:spMkLst>
        </pc:spChg>
        <pc:spChg chg="del mod topLvl">
          <ac:chgData name="Mayu Ninagawa (蜷川 真優 GE)" userId="15d22be4-2d84-414d-ac66-ca09a50eae87" providerId="ADAL" clId="{2A43D1C7-C612-4547-BA11-3049DC01C97C}" dt="2026-01-29T07:21:47.263" v="6517" actId="478"/>
          <ac:spMkLst>
            <pc:docMk/>
            <pc:sldMk cId="859132569" sldId="394"/>
            <ac:spMk id="636" creationId="{C0C96A49-9102-E388-DBE3-1E3C163E1BC5}"/>
          </ac:spMkLst>
        </pc:spChg>
        <pc:spChg chg="del mod topLvl">
          <ac:chgData name="Mayu Ninagawa (蜷川 真優 GE)" userId="15d22be4-2d84-414d-ac66-ca09a50eae87" providerId="ADAL" clId="{2A43D1C7-C612-4547-BA11-3049DC01C97C}" dt="2026-01-29T07:21:47.263" v="6517" actId="478"/>
          <ac:spMkLst>
            <pc:docMk/>
            <pc:sldMk cId="859132569" sldId="394"/>
            <ac:spMk id="637" creationId="{DB2EF166-5FF8-44A3-054C-B62371AD38F9}"/>
          </ac:spMkLst>
        </pc:spChg>
        <pc:spChg chg="del mod ord topLvl">
          <ac:chgData name="Mayu Ninagawa (蜷川 真優 GE)" userId="15d22be4-2d84-414d-ac66-ca09a50eae87" providerId="ADAL" clId="{2A43D1C7-C612-4547-BA11-3049DC01C97C}" dt="2026-01-29T07:21:47.263" v="6517" actId="478"/>
          <ac:spMkLst>
            <pc:docMk/>
            <pc:sldMk cId="859132569" sldId="394"/>
            <ac:spMk id="638" creationId="{887FE9E4-7CFC-E7D6-E7DE-8733D7CB60E9}"/>
          </ac:spMkLst>
        </pc:spChg>
        <pc:spChg chg="del mod topLvl">
          <ac:chgData name="Mayu Ninagawa (蜷川 真優 GE)" userId="15d22be4-2d84-414d-ac66-ca09a50eae87" providerId="ADAL" clId="{2A43D1C7-C612-4547-BA11-3049DC01C97C}" dt="2026-01-29T07:21:47.263" v="6517" actId="478"/>
          <ac:spMkLst>
            <pc:docMk/>
            <pc:sldMk cId="859132569" sldId="394"/>
            <ac:spMk id="639" creationId="{EAD50963-F6B0-ADBF-FE80-ECA7D4E70DB4}"/>
          </ac:spMkLst>
        </pc:spChg>
        <pc:spChg chg="del mod topLvl">
          <ac:chgData name="Mayu Ninagawa (蜷川 真優 GE)" userId="15d22be4-2d84-414d-ac66-ca09a50eae87" providerId="ADAL" clId="{2A43D1C7-C612-4547-BA11-3049DC01C97C}" dt="2026-01-29T07:21:47.263" v="6517" actId="478"/>
          <ac:spMkLst>
            <pc:docMk/>
            <pc:sldMk cId="859132569" sldId="394"/>
            <ac:spMk id="640" creationId="{FA02FADC-4C49-1395-40AD-E4627DDC0492}"/>
          </ac:spMkLst>
        </pc:spChg>
        <pc:spChg chg="del mod topLvl">
          <ac:chgData name="Mayu Ninagawa (蜷川 真優 GE)" userId="15d22be4-2d84-414d-ac66-ca09a50eae87" providerId="ADAL" clId="{2A43D1C7-C612-4547-BA11-3049DC01C97C}" dt="2026-01-29T07:21:47.263" v="6517" actId="478"/>
          <ac:spMkLst>
            <pc:docMk/>
            <pc:sldMk cId="859132569" sldId="394"/>
            <ac:spMk id="641" creationId="{8DE3300D-7DB3-B580-BB9C-9379667E31C0}"/>
          </ac:spMkLst>
        </pc:spChg>
        <pc:spChg chg="del mod ord topLvl">
          <ac:chgData name="Mayu Ninagawa (蜷川 真優 GE)" userId="15d22be4-2d84-414d-ac66-ca09a50eae87" providerId="ADAL" clId="{2A43D1C7-C612-4547-BA11-3049DC01C97C}" dt="2026-01-29T07:21:47.263" v="6517" actId="478"/>
          <ac:spMkLst>
            <pc:docMk/>
            <pc:sldMk cId="859132569" sldId="394"/>
            <ac:spMk id="642" creationId="{E5AB28F3-C6FF-2010-3546-73920852DEFB}"/>
          </ac:spMkLst>
        </pc:spChg>
        <pc:spChg chg="del mod topLvl">
          <ac:chgData name="Mayu Ninagawa (蜷川 真優 GE)" userId="15d22be4-2d84-414d-ac66-ca09a50eae87" providerId="ADAL" clId="{2A43D1C7-C612-4547-BA11-3049DC01C97C}" dt="2026-01-29T07:21:47.263" v="6517" actId="478"/>
          <ac:spMkLst>
            <pc:docMk/>
            <pc:sldMk cId="859132569" sldId="394"/>
            <ac:spMk id="643" creationId="{9BD278B3-040C-7D44-C5F0-9D1AFF7C125E}"/>
          </ac:spMkLst>
        </pc:spChg>
        <pc:spChg chg="del mod topLvl">
          <ac:chgData name="Mayu Ninagawa (蜷川 真優 GE)" userId="15d22be4-2d84-414d-ac66-ca09a50eae87" providerId="ADAL" clId="{2A43D1C7-C612-4547-BA11-3049DC01C97C}" dt="2026-01-29T07:21:47.263" v="6517" actId="478"/>
          <ac:spMkLst>
            <pc:docMk/>
            <pc:sldMk cId="859132569" sldId="394"/>
            <ac:spMk id="644" creationId="{8DE181A6-F97A-FF34-0C76-1EFAFB48F5A0}"/>
          </ac:spMkLst>
        </pc:spChg>
        <pc:spChg chg="add del mod topLvl">
          <ac:chgData name="Mayu Ninagawa (蜷川 真優 GE)" userId="15d22be4-2d84-414d-ac66-ca09a50eae87" providerId="ADAL" clId="{2A43D1C7-C612-4547-BA11-3049DC01C97C}" dt="2026-01-29T07:21:47.263" v="6517" actId="478"/>
          <ac:spMkLst>
            <pc:docMk/>
            <pc:sldMk cId="859132569" sldId="394"/>
            <ac:spMk id="645" creationId="{86D677FD-573F-64D6-7736-6B30D69D5AFA}"/>
          </ac:spMkLst>
        </pc:spChg>
        <pc:spChg chg="del mod topLvl">
          <ac:chgData name="Mayu Ninagawa (蜷川 真優 GE)" userId="15d22be4-2d84-414d-ac66-ca09a50eae87" providerId="ADAL" clId="{2A43D1C7-C612-4547-BA11-3049DC01C97C}" dt="2026-01-29T07:21:47.263" v="6517" actId="478"/>
          <ac:spMkLst>
            <pc:docMk/>
            <pc:sldMk cId="859132569" sldId="394"/>
            <ac:spMk id="646" creationId="{17C4CD21-25B7-5FEF-4655-2390879F7032}"/>
          </ac:spMkLst>
        </pc:spChg>
        <pc:spChg chg="del mod topLvl">
          <ac:chgData name="Mayu Ninagawa (蜷川 真優 GE)" userId="15d22be4-2d84-414d-ac66-ca09a50eae87" providerId="ADAL" clId="{2A43D1C7-C612-4547-BA11-3049DC01C97C}" dt="2026-01-29T07:21:47.263" v="6517" actId="478"/>
          <ac:spMkLst>
            <pc:docMk/>
            <pc:sldMk cId="859132569" sldId="394"/>
            <ac:spMk id="647" creationId="{96782F88-2788-986C-CFA3-AAB929CE9A40}"/>
          </ac:spMkLst>
        </pc:spChg>
        <pc:spChg chg="del mod topLvl">
          <ac:chgData name="Mayu Ninagawa (蜷川 真優 GE)" userId="15d22be4-2d84-414d-ac66-ca09a50eae87" providerId="ADAL" clId="{2A43D1C7-C612-4547-BA11-3049DC01C97C}" dt="2026-01-29T07:21:47.263" v="6517" actId="478"/>
          <ac:spMkLst>
            <pc:docMk/>
            <pc:sldMk cId="859132569" sldId="394"/>
            <ac:spMk id="648" creationId="{C72E9D3B-EBB8-34B3-A1B4-44D01E6C2D8E}"/>
          </ac:spMkLst>
        </pc:spChg>
        <pc:spChg chg="del mod topLvl">
          <ac:chgData name="Mayu Ninagawa (蜷川 真優 GE)" userId="15d22be4-2d84-414d-ac66-ca09a50eae87" providerId="ADAL" clId="{2A43D1C7-C612-4547-BA11-3049DC01C97C}" dt="2026-01-29T07:21:47.263" v="6517" actId="478"/>
          <ac:spMkLst>
            <pc:docMk/>
            <pc:sldMk cId="859132569" sldId="394"/>
            <ac:spMk id="649" creationId="{055D0102-F46B-5C87-A3E6-21917693BAE8}"/>
          </ac:spMkLst>
        </pc:spChg>
        <pc:spChg chg="del mod topLvl">
          <ac:chgData name="Mayu Ninagawa (蜷川 真優 GE)" userId="15d22be4-2d84-414d-ac66-ca09a50eae87" providerId="ADAL" clId="{2A43D1C7-C612-4547-BA11-3049DC01C97C}" dt="2026-01-29T07:21:47.263" v="6517" actId="478"/>
          <ac:spMkLst>
            <pc:docMk/>
            <pc:sldMk cId="859132569" sldId="394"/>
            <ac:spMk id="650" creationId="{C61F4BEE-4E5C-C758-0488-6DA01A638B50}"/>
          </ac:spMkLst>
        </pc:spChg>
        <pc:spChg chg="del mod topLvl">
          <ac:chgData name="Mayu Ninagawa (蜷川 真優 GE)" userId="15d22be4-2d84-414d-ac66-ca09a50eae87" providerId="ADAL" clId="{2A43D1C7-C612-4547-BA11-3049DC01C97C}" dt="2026-01-29T07:21:47.263" v="6517" actId="478"/>
          <ac:spMkLst>
            <pc:docMk/>
            <pc:sldMk cId="859132569" sldId="394"/>
            <ac:spMk id="651" creationId="{7A40CAB4-6637-40CC-126F-9BF694FA09E5}"/>
          </ac:spMkLst>
        </pc:spChg>
        <pc:spChg chg="del mod topLvl">
          <ac:chgData name="Mayu Ninagawa (蜷川 真優 GE)" userId="15d22be4-2d84-414d-ac66-ca09a50eae87" providerId="ADAL" clId="{2A43D1C7-C612-4547-BA11-3049DC01C97C}" dt="2026-01-29T07:21:47.263" v="6517" actId="478"/>
          <ac:spMkLst>
            <pc:docMk/>
            <pc:sldMk cId="859132569" sldId="394"/>
            <ac:spMk id="652" creationId="{2EBAAC32-3F68-7830-7B62-D5B4A1913DC2}"/>
          </ac:spMkLst>
        </pc:spChg>
        <pc:spChg chg="del mod topLvl">
          <ac:chgData name="Mayu Ninagawa (蜷川 真優 GE)" userId="15d22be4-2d84-414d-ac66-ca09a50eae87" providerId="ADAL" clId="{2A43D1C7-C612-4547-BA11-3049DC01C97C}" dt="2026-01-29T07:21:47.263" v="6517" actId="478"/>
          <ac:spMkLst>
            <pc:docMk/>
            <pc:sldMk cId="859132569" sldId="394"/>
            <ac:spMk id="653" creationId="{7F9530DD-EEB2-6B11-8E26-58E85784BE43}"/>
          </ac:spMkLst>
        </pc:spChg>
        <pc:spChg chg="add del mod">
          <ac:chgData name="Mayu Ninagawa (蜷川 真優 GE)" userId="15d22be4-2d84-414d-ac66-ca09a50eae87" providerId="ADAL" clId="{2A43D1C7-C612-4547-BA11-3049DC01C97C}" dt="2026-01-22T02:56:55.146" v="3920" actId="478"/>
          <ac:spMkLst>
            <pc:docMk/>
            <pc:sldMk cId="859132569" sldId="394"/>
            <ac:spMk id="654" creationId="{22622A96-E630-8421-B2D7-5B211B33C6F4}"/>
          </ac:spMkLst>
        </pc:spChg>
        <pc:spChg chg="mod">
          <ac:chgData name="Mayu Ninagawa (蜷川 真優 GE)" userId="15d22be4-2d84-414d-ac66-ca09a50eae87" providerId="ADAL" clId="{2A43D1C7-C612-4547-BA11-3049DC01C97C}" dt="2026-01-29T09:21:58.495" v="8002"/>
          <ac:spMkLst>
            <pc:docMk/>
            <pc:sldMk cId="859132569" sldId="394"/>
            <ac:spMk id="654" creationId="{40BE76D0-BA4A-D1F8-1572-BBD001B7194C}"/>
          </ac:spMkLst>
        </pc:spChg>
        <pc:spChg chg="add mod">
          <ac:chgData name="Mayu Ninagawa (蜷川 真優 GE)" userId="15d22be4-2d84-414d-ac66-ca09a50eae87" providerId="ADAL" clId="{2A43D1C7-C612-4547-BA11-3049DC01C97C}" dt="2026-01-29T08:39:26.669" v="6691" actId="164"/>
          <ac:spMkLst>
            <pc:docMk/>
            <pc:sldMk cId="859132569" sldId="394"/>
            <ac:spMk id="655" creationId="{A9398A68-89EF-F0CE-49B5-F7420738DF7D}"/>
          </ac:spMkLst>
        </pc:spChg>
        <pc:spChg chg="add mod">
          <ac:chgData name="Mayu Ninagawa (蜷川 真優 GE)" userId="15d22be4-2d84-414d-ac66-ca09a50eae87" providerId="ADAL" clId="{2A43D1C7-C612-4547-BA11-3049DC01C97C}" dt="2026-01-29T08:39:26.669" v="6691" actId="164"/>
          <ac:spMkLst>
            <pc:docMk/>
            <pc:sldMk cId="859132569" sldId="394"/>
            <ac:spMk id="656" creationId="{D73022C1-7347-54D6-E403-B5CEA4FDA5CD}"/>
          </ac:spMkLst>
        </pc:spChg>
        <pc:spChg chg="add mod">
          <ac:chgData name="Mayu Ninagawa (蜷川 真優 GE)" userId="15d22be4-2d84-414d-ac66-ca09a50eae87" providerId="ADAL" clId="{2A43D1C7-C612-4547-BA11-3049DC01C97C}" dt="2026-01-29T09:23:10.942" v="8007" actId="164"/>
          <ac:spMkLst>
            <pc:docMk/>
            <pc:sldMk cId="859132569" sldId="394"/>
            <ac:spMk id="657" creationId="{51F434B3-EA0D-ED4C-BEBD-B1F6C3D0FDEC}"/>
          </ac:spMkLst>
        </pc:spChg>
        <pc:spChg chg="mod">
          <ac:chgData name="Mayu Ninagawa (蜷川 真優 GE)" userId="15d22be4-2d84-414d-ac66-ca09a50eae87" providerId="ADAL" clId="{2A43D1C7-C612-4547-BA11-3049DC01C97C}" dt="2026-01-29T09:21:58.495" v="8002"/>
          <ac:spMkLst>
            <pc:docMk/>
            <pc:sldMk cId="859132569" sldId="394"/>
            <ac:spMk id="658" creationId="{42A8ACED-AAD8-D2E1-3784-11696B981C09}"/>
          </ac:spMkLst>
        </pc:spChg>
        <pc:spChg chg="mod">
          <ac:chgData name="Mayu Ninagawa (蜷川 真優 GE)" userId="15d22be4-2d84-414d-ac66-ca09a50eae87" providerId="ADAL" clId="{2A43D1C7-C612-4547-BA11-3049DC01C97C}" dt="2026-01-29T09:21:58.495" v="8002"/>
          <ac:spMkLst>
            <pc:docMk/>
            <pc:sldMk cId="859132569" sldId="394"/>
            <ac:spMk id="659" creationId="{C6FC1211-8FC6-43F8-2E5F-D10E73C101B8}"/>
          </ac:spMkLst>
        </pc:spChg>
        <pc:spChg chg="mod">
          <ac:chgData name="Mayu Ninagawa (蜷川 真優 GE)" userId="15d22be4-2d84-414d-ac66-ca09a50eae87" providerId="ADAL" clId="{2A43D1C7-C612-4547-BA11-3049DC01C97C}" dt="2026-01-29T09:21:58.495" v="8002"/>
          <ac:spMkLst>
            <pc:docMk/>
            <pc:sldMk cId="859132569" sldId="394"/>
            <ac:spMk id="660" creationId="{762C0FCC-3FA9-EEA6-811C-B4EBAB3F6334}"/>
          </ac:spMkLst>
        </pc:spChg>
        <pc:spChg chg="mod">
          <ac:chgData name="Mayu Ninagawa (蜷川 真優 GE)" userId="15d22be4-2d84-414d-ac66-ca09a50eae87" providerId="ADAL" clId="{2A43D1C7-C612-4547-BA11-3049DC01C97C}" dt="2026-01-29T09:21:58.495" v="8002"/>
          <ac:spMkLst>
            <pc:docMk/>
            <pc:sldMk cId="859132569" sldId="394"/>
            <ac:spMk id="661" creationId="{51FCEDA4-3B6E-2ED1-E22A-098E4D990FAB}"/>
          </ac:spMkLst>
        </pc:spChg>
        <pc:spChg chg="add del mod">
          <ac:chgData name="Mayu Ninagawa (蜷川 真優 GE)" userId="15d22be4-2d84-414d-ac66-ca09a50eae87" providerId="ADAL" clId="{2A43D1C7-C612-4547-BA11-3049DC01C97C}" dt="2026-01-22T03:07:21.838" v="4150" actId="478"/>
          <ac:spMkLst>
            <pc:docMk/>
            <pc:sldMk cId="859132569" sldId="394"/>
            <ac:spMk id="661" creationId="{E70883C0-B89F-2D16-FA60-1FDF9384319D}"/>
          </ac:spMkLst>
        </pc:spChg>
        <pc:spChg chg="mod">
          <ac:chgData name="Mayu Ninagawa (蜷川 真優 GE)" userId="15d22be4-2d84-414d-ac66-ca09a50eae87" providerId="ADAL" clId="{2A43D1C7-C612-4547-BA11-3049DC01C97C}" dt="2026-01-29T09:21:58.495" v="8002"/>
          <ac:spMkLst>
            <pc:docMk/>
            <pc:sldMk cId="859132569" sldId="394"/>
            <ac:spMk id="662" creationId="{F7052FF5-8F0A-EF52-C6F3-68DF1E735FAB}"/>
          </ac:spMkLst>
        </pc:spChg>
        <pc:spChg chg="mod">
          <ac:chgData name="Mayu Ninagawa (蜷川 真優 GE)" userId="15d22be4-2d84-414d-ac66-ca09a50eae87" providerId="ADAL" clId="{2A43D1C7-C612-4547-BA11-3049DC01C97C}" dt="2026-01-29T09:21:58.495" v="8002"/>
          <ac:spMkLst>
            <pc:docMk/>
            <pc:sldMk cId="859132569" sldId="394"/>
            <ac:spMk id="663" creationId="{9BE6E6C7-BB02-FB60-B7B2-683381C109AB}"/>
          </ac:spMkLst>
        </pc:spChg>
        <pc:spChg chg="add del mod">
          <ac:chgData name="Mayu Ninagawa (蜷川 真優 GE)" userId="15d22be4-2d84-414d-ac66-ca09a50eae87" providerId="ADAL" clId="{2A43D1C7-C612-4547-BA11-3049DC01C97C}" dt="2026-01-22T03:07:16.967" v="4147" actId="478"/>
          <ac:spMkLst>
            <pc:docMk/>
            <pc:sldMk cId="859132569" sldId="394"/>
            <ac:spMk id="663" creationId="{AA6168A2-A4E9-5AC6-80D8-7C0014981971}"/>
          </ac:spMkLst>
        </pc:spChg>
        <pc:spChg chg="mod">
          <ac:chgData name="Mayu Ninagawa (蜷川 真優 GE)" userId="15d22be4-2d84-414d-ac66-ca09a50eae87" providerId="ADAL" clId="{2A43D1C7-C612-4547-BA11-3049DC01C97C}" dt="2026-01-29T09:21:58.495" v="8002"/>
          <ac:spMkLst>
            <pc:docMk/>
            <pc:sldMk cId="859132569" sldId="394"/>
            <ac:spMk id="664" creationId="{57408E9E-AFA9-0685-ABFB-20BA536F9F6F}"/>
          </ac:spMkLst>
        </pc:spChg>
        <pc:spChg chg="add del mod">
          <ac:chgData name="Mayu Ninagawa (蜷川 真優 GE)" userId="15d22be4-2d84-414d-ac66-ca09a50eae87" providerId="ADAL" clId="{2A43D1C7-C612-4547-BA11-3049DC01C97C}" dt="2026-01-22T03:07:10.740" v="4144" actId="478"/>
          <ac:spMkLst>
            <pc:docMk/>
            <pc:sldMk cId="859132569" sldId="394"/>
            <ac:spMk id="665" creationId="{0B40FA5B-58B3-C18D-7F38-79659B9ACBE5}"/>
          </ac:spMkLst>
        </pc:spChg>
        <pc:spChg chg="mod">
          <ac:chgData name="Mayu Ninagawa (蜷川 真優 GE)" userId="15d22be4-2d84-414d-ac66-ca09a50eae87" providerId="ADAL" clId="{2A43D1C7-C612-4547-BA11-3049DC01C97C}" dt="2026-01-29T09:22:28.278" v="8004" actId="14100"/>
          <ac:spMkLst>
            <pc:docMk/>
            <pc:sldMk cId="859132569" sldId="394"/>
            <ac:spMk id="665" creationId="{EA6FBDB3-FF09-D389-DC18-0C0F5DAF8DD6}"/>
          </ac:spMkLst>
        </pc:spChg>
        <pc:spChg chg="mod">
          <ac:chgData name="Mayu Ninagawa (蜷川 真優 GE)" userId="15d22be4-2d84-414d-ac66-ca09a50eae87" providerId="ADAL" clId="{2A43D1C7-C612-4547-BA11-3049DC01C97C}" dt="2026-01-29T09:21:58.495" v="8002"/>
          <ac:spMkLst>
            <pc:docMk/>
            <pc:sldMk cId="859132569" sldId="394"/>
            <ac:spMk id="666" creationId="{10E4A4EC-6C77-E7CA-23E4-F801B9083BCA}"/>
          </ac:spMkLst>
        </pc:spChg>
        <pc:spChg chg="mod">
          <ac:chgData name="Mayu Ninagawa (蜷川 真優 GE)" userId="15d22be4-2d84-414d-ac66-ca09a50eae87" providerId="ADAL" clId="{2A43D1C7-C612-4547-BA11-3049DC01C97C}" dt="2026-01-29T09:21:58.495" v="8002"/>
          <ac:spMkLst>
            <pc:docMk/>
            <pc:sldMk cId="859132569" sldId="394"/>
            <ac:spMk id="667" creationId="{03472791-FCAC-358B-B800-F32A80074EF4}"/>
          </ac:spMkLst>
        </pc:spChg>
        <pc:spChg chg="add del mod">
          <ac:chgData name="Mayu Ninagawa (蜷川 真優 GE)" userId="15d22be4-2d84-414d-ac66-ca09a50eae87" providerId="ADAL" clId="{2A43D1C7-C612-4547-BA11-3049DC01C97C}" dt="2026-01-22T03:07:03.729" v="4141" actId="478"/>
          <ac:spMkLst>
            <pc:docMk/>
            <pc:sldMk cId="859132569" sldId="394"/>
            <ac:spMk id="667" creationId="{4CBBC355-2CFC-C007-A820-241C5548F66D}"/>
          </ac:spMkLst>
        </pc:spChg>
        <pc:spChg chg="mod">
          <ac:chgData name="Mayu Ninagawa (蜷川 真優 GE)" userId="15d22be4-2d84-414d-ac66-ca09a50eae87" providerId="ADAL" clId="{2A43D1C7-C612-4547-BA11-3049DC01C97C}" dt="2026-01-29T09:21:58.495" v="8002"/>
          <ac:spMkLst>
            <pc:docMk/>
            <pc:sldMk cId="859132569" sldId="394"/>
            <ac:spMk id="668" creationId="{D0AB6C35-7E16-B8BB-2BFE-F4CC131F93D3}"/>
          </ac:spMkLst>
        </pc:spChg>
        <pc:spChg chg="mod">
          <ac:chgData name="Mayu Ninagawa (蜷川 真優 GE)" userId="15d22be4-2d84-414d-ac66-ca09a50eae87" providerId="ADAL" clId="{2A43D1C7-C612-4547-BA11-3049DC01C97C}" dt="2026-01-29T09:21:58.495" v="8002"/>
          <ac:spMkLst>
            <pc:docMk/>
            <pc:sldMk cId="859132569" sldId="394"/>
            <ac:spMk id="669" creationId="{01BAAB7E-CC67-6EDB-B80A-FF71A04E5A35}"/>
          </ac:spMkLst>
        </pc:spChg>
        <pc:spChg chg="add del mod">
          <ac:chgData name="Mayu Ninagawa (蜷川 真優 GE)" userId="15d22be4-2d84-414d-ac66-ca09a50eae87" providerId="ADAL" clId="{2A43D1C7-C612-4547-BA11-3049DC01C97C}" dt="2026-01-22T03:06:58.503" v="4136" actId="22"/>
          <ac:spMkLst>
            <pc:docMk/>
            <pc:sldMk cId="859132569" sldId="394"/>
            <ac:spMk id="669" creationId="{8D877431-A96A-FD0C-89AF-CE1C24CB8480}"/>
          </ac:spMkLst>
        </pc:spChg>
        <pc:spChg chg="mod">
          <ac:chgData name="Mayu Ninagawa (蜷川 真優 GE)" userId="15d22be4-2d84-414d-ac66-ca09a50eae87" providerId="ADAL" clId="{2A43D1C7-C612-4547-BA11-3049DC01C97C}" dt="2026-01-29T09:21:58.495" v="8002"/>
          <ac:spMkLst>
            <pc:docMk/>
            <pc:sldMk cId="859132569" sldId="394"/>
            <ac:spMk id="670" creationId="{23487D5A-EAE3-86CF-5B7B-90C7C3CFBB3C}"/>
          </ac:spMkLst>
        </pc:spChg>
        <pc:spChg chg="mod">
          <ac:chgData name="Mayu Ninagawa (蜷川 真優 GE)" userId="15d22be4-2d84-414d-ac66-ca09a50eae87" providerId="ADAL" clId="{2A43D1C7-C612-4547-BA11-3049DC01C97C}" dt="2026-01-29T09:21:58.495" v="8002"/>
          <ac:spMkLst>
            <pc:docMk/>
            <pc:sldMk cId="859132569" sldId="394"/>
            <ac:spMk id="671" creationId="{7BE6439E-D0D1-6E24-1914-6E5BC27E7284}"/>
          </ac:spMkLst>
        </pc:spChg>
        <pc:spChg chg="add del mod">
          <ac:chgData name="Mayu Ninagawa (蜷川 真優 GE)" userId="15d22be4-2d84-414d-ac66-ca09a50eae87" providerId="ADAL" clId="{2A43D1C7-C612-4547-BA11-3049DC01C97C}" dt="2026-01-22T03:06:58.354" v="4131" actId="22"/>
          <ac:spMkLst>
            <pc:docMk/>
            <pc:sldMk cId="859132569" sldId="394"/>
            <ac:spMk id="671" creationId="{B4969C98-101D-9C44-D2BD-01A2A50EEC10}"/>
          </ac:spMkLst>
        </pc:spChg>
        <pc:spChg chg="mod">
          <ac:chgData name="Mayu Ninagawa (蜷川 真優 GE)" userId="15d22be4-2d84-414d-ac66-ca09a50eae87" providerId="ADAL" clId="{2A43D1C7-C612-4547-BA11-3049DC01C97C}" dt="2026-01-29T09:21:58.495" v="8002"/>
          <ac:spMkLst>
            <pc:docMk/>
            <pc:sldMk cId="859132569" sldId="394"/>
            <ac:spMk id="672" creationId="{A5B6F1BA-699C-5FC5-3377-7E9483CE093E}"/>
          </ac:spMkLst>
        </pc:spChg>
        <pc:spChg chg="add del mod">
          <ac:chgData name="Mayu Ninagawa (蜷川 真優 GE)" userId="15d22be4-2d84-414d-ac66-ca09a50eae87" providerId="ADAL" clId="{2A43D1C7-C612-4547-BA11-3049DC01C97C}" dt="2026-01-22T03:06:58.223" v="4127" actId="22"/>
          <ac:spMkLst>
            <pc:docMk/>
            <pc:sldMk cId="859132569" sldId="394"/>
            <ac:spMk id="673" creationId="{5E6E7450-D15E-E98E-635A-EC8D0F7495FE}"/>
          </ac:spMkLst>
        </pc:spChg>
        <pc:spChg chg="mod">
          <ac:chgData name="Mayu Ninagawa (蜷川 真優 GE)" userId="15d22be4-2d84-414d-ac66-ca09a50eae87" providerId="ADAL" clId="{2A43D1C7-C612-4547-BA11-3049DC01C97C}" dt="2026-01-29T09:21:58.495" v="8002"/>
          <ac:spMkLst>
            <pc:docMk/>
            <pc:sldMk cId="859132569" sldId="394"/>
            <ac:spMk id="673" creationId="{7DE1A3A1-EE87-8A05-3002-5733958E1031}"/>
          </ac:spMkLst>
        </pc:spChg>
        <pc:spChg chg="mod">
          <ac:chgData name="Mayu Ninagawa (蜷川 真優 GE)" userId="15d22be4-2d84-414d-ac66-ca09a50eae87" providerId="ADAL" clId="{2A43D1C7-C612-4547-BA11-3049DC01C97C}" dt="2026-01-29T09:21:58.495" v="8002"/>
          <ac:spMkLst>
            <pc:docMk/>
            <pc:sldMk cId="859132569" sldId="394"/>
            <ac:spMk id="674" creationId="{53CA1D02-B5B4-EE0D-BC32-ADE18523E8BC}"/>
          </ac:spMkLst>
        </pc:spChg>
        <pc:spChg chg="add del mod">
          <ac:chgData name="Mayu Ninagawa (蜷川 真優 GE)" userId="15d22be4-2d84-414d-ac66-ca09a50eae87" providerId="ADAL" clId="{2A43D1C7-C612-4547-BA11-3049DC01C97C}" dt="2026-01-22T03:06:57.609" v="4123" actId="22"/>
          <ac:spMkLst>
            <pc:docMk/>
            <pc:sldMk cId="859132569" sldId="394"/>
            <ac:spMk id="675" creationId="{AC502CC2-E343-22C2-64AA-0C2957250144}"/>
          </ac:spMkLst>
        </pc:spChg>
        <pc:spChg chg="mod">
          <ac:chgData name="Mayu Ninagawa (蜷川 真優 GE)" userId="15d22be4-2d84-414d-ac66-ca09a50eae87" providerId="ADAL" clId="{2A43D1C7-C612-4547-BA11-3049DC01C97C}" dt="2026-01-29T09:21:58.495" v="8002"/>
          <ac:spMkLst>
            <pc:docMk/>
            <pc:sldMk cId="859132569" sldId="394"/>
            <ac:spMk id="675" creationId="{EBB8B4C7-68E0-9DE9-213C-30AB5466200F}"/>
          </ac:spMkLst>
        </pc:spChg>
        <pc:spChg chg="add mod">
          <ac:chgData name="Mayu Ninagawa (蜷川 真優 GE)" userId="15d22be4-2d84-414d-ac66-ca09a50eae87" providerId="ADAL" clId="{2A43D1C7-C612-4547-BA11-3049DC01C97C}" dt="2026-01-29T09:24:22.278" v="8076" actId="14100"/>
          <ac:spMkLst>
            <pc:docMk/>
            <pc:sldMk cId="859132569" sldId="394"/>
            <ac:spMk id="676" creationId="{57A9E2AB-3DCF-3FC3-ECE6-BECB51E0FD44}"/>
          </ac:spMkLst>
        </pc:spChg>
        <pc:spChg chg="add del mod">
          <ac:chgData name="Mayu Ninagawa (蜷川 真優 GE)" userId="15d22be4-2d84-414d-ac66-ca09a50eae87" providerId="ADAL" clId="{2A43D1C7-C612-4547-BA11-3049DC01C97C}" dt="2026-01-22T03:32:34.666" v="4479"/>
          <ac:spMkLst>
            <pc:docMk/>
            <pc:sldMk cId="859132569" sldId="394"/>
            <ac:spMk id="677" creationId="{003FA480-19F3-7498-6A67-9C9E4056E645}"/>
          </ac:spMkLst>
        </pc:spChg>
        <pc:spChg chg="mod">
          <ac:chgData name="Mayu Ninagawa (蜷川 真優 GE)" userId="15d22be4-2d84-414d-ac66-ca09a50eae87" providerId="ADAL" clId="{2A43D1C7-C612-4547-BA11-3049DC01C97C}" dt="2026-01-29T09:21:58.495" v="8002"/>
          <ac:spMkLst>
            <pc:docMk/>
            <pc:sldMk cId="859132569" sldId="394"/>
            <ac:spMk id="677" creationId="{AFD40C70-FE4B-570A-F3E6-B524488288AF}"/>
          </ac:spMkLst>
        </pc:spChg>
        <pc:spChg chg="mod">
          <ac:chgData name="Mayu Ninagawa (蜷川 真優 GE)" userId="15d22be4-2d84-414d-ac66-ca09a50eae87" providerId="ADAL" clId="{2A43D1C7-C612-4547-BA11-3049DC01C97C}" dt="2026-01-29T09:21:58.495" v="8002"/>
          <ac:spMkLst>
            <pc:docMk/>
            <pc:sldMk cId="859132569" sldId="394"/>
            <ac:spMk id="678" creationId="{6212B12C-B55E-37C5-63EE-8D558C5F0489}"/>
          </ac:spMkLst>
        </pc:spChg>
        <pc:spChg chg="add del mod">
          <ac:chgData name="Mayu Ninagawa (蜷川 真優 GE)" userId="15d22be4-2d84-414d-ac66-ca09a50eae87" providerId="ADAL" clId="{2A43D1C7-C612-4547-BA11-3049DC01C97C}" dt="2026-01-22T03:31:27.672" v="4457"/>
          <ac:spMkLst>
            <pc:docMk/>
            <pc:sldMk cId="859132569" sldId="394"/>
            <ac:spMk id="678" creationId="{65453791-C2FA-87C2-5579-70F6383DE453}"/>
          </ac:spMkLst>
        </pc:spChg>
        <pc:spChg chg="add mod">
          <ac:chgData name="Mayu Ninagawa (蜷川 真優 GE)" userId="15d22be4-2d84-414d-ac66-ca09a50eae87" providerId="ADAL" clId="{2A43D1C7-C612-4547-BA11-3049DC01C97C}" dt="2026-01-29T09:23:10.942" v="8007" actId="164"/>
          <ac:spMkLst>
            <pc:docMk/>
            <pc:sldMk cId="859132569" sldId="394"/>
            <ac:spMk id="679" creationId="{B41AC383-816E-16AB-B13C-7EC621FCC8FD}"/>
          </ac:spMkLst>
        </pc:spChg>
        <pc:spChg chg="add del mod">
          <ac:chgData name="Mayu Ninagawa (蜷川 真優 GE)" userId="15d22be4-2d84-414d-ac66-ca09a50eae87" providerId="ADAL" clId="{2A43D1C7-C612-4547-BA11-3049DC01C97C}" dt="2026-01-22T03:32:34.666" v="4479"/>
          <ac:spMkLst>
            <pc:docMk/>
            <pc:sldMk cId="859132569" sldId="394"/>
            <ac:spMk id="680" creationId="{98FC15A2-04AA-D5E0-D361-5A789CF0FEE3}"/>
          </ac:spMkLst>
        </pc:spChg>
        <pc:spChg chg="mod">
          <ac:chgData name="Mayu Ninagawa (蜷川 真優 GE)" userId="15d22be4-2d84-414d-ac66-ca09a50eae87" providerId="ADAL" clId="{2A43D1C7-C612-4547-BA11-3049DC01C97C}" dt="2026-01-29T09:21:58.495" v="8002"/>
          <ac:spMkLst>
            <pc:docMk/>
            <pc:sldMk cId="859132569" sldId="394"/>
            <ac:spMk id="680" creationId="{E90AC739-7801-0B89-33D8-E3819DB5C944}"/>
          </ac:spMkLst>
        </pc:spChg>
        <pc:spChg chg="add del mod">
          <ac:chgData name="Mayu Ninagawa (蜷川 真優 GE)" userId="15d22be4-2d84-414d-ac66-ca09a50eae87" providerId="ADAL" clId="{2A43D1C7-C612-4547-BA11-3049DC01C97C}" dt="2026-01-22T03:32:34.666" v="4479"/>
          <ac:spMkLst>
            <pc:docMk/>
            <pc:sldMk cId="859132569" sldId="394"/>
            <ac:spMk id="681" creationId="{0DBC7F88-5694-F0A9-8094-6C7B8A667287}"/>
          </ac:spMkLst>
        </pc:spChg>
        <pc:spChg chg="mod">
          <ac:chgData name="Mayu Ninagawa (蜷川 真優 GE)" userId="15d22be4-2d84-414d-ac66-ca09a50eae87" providerId="ADAL" clId="{2A43D1C7-C612-4547-BA11-3049DC01C97C}" dt="2026-01-29T09:21:58.495" v="8002"/>
          <ac:spMkLst>
            <pc:docMk/>
            <pc:sldMk cId="859132569" sldId="394"/>
            <ac:spMk id="681" creationId="{3E4D8A1E-8A43-5E53-001C-768DBB2FE526}"/>
          </ac:spMkLst>
        </pc:spChg>
        <pc:spChg chg="mod">
          <ac:chgData name="Mayu Ninagawa (蜷川 真優 GE)" userId="15d22be4-2d84-414d-ac66-ca09a50eae87" providerId="ADAL" clId="{2A43D1C7-C612-4547-BA11-3049DC01C97C}" dt="2026-01-29T09:23:28.327" v="8010" actId="14100"/>
          <ac:spMkLst>
            <pc:docMk/>
            <pc:sldMk cId="859132569" sldId="394"/>
            <ac:spMk id="682" creationId="{4CD22805-700D-ADC7-B663-FE4975361AD4}"/>
          </ac:spMkLst>
        </pc:spChg>
        <pc:spChg chg="mod">
          <ac:chgData name="Mayu Ninagawa (蜷川 真優 GE)" userId="15d22be4-2d84-414d-ac66-ca09a50eae87" providerId="ADAL" clId="{2A43D1C7-C612-4547-BA11-3049DC01C97C}" dt="2026-01-29T09:21:58.495" v="8002"/>
          <ac:spMkLst>
            <pc:docMk/>
            <pc:sldMk cId="859132569" sldId="394"/>
            <ac:spMk id="683" creationId="{15E6218C-FC7C-8854-6446-BE791FAB545B}"/>
          </ac:spMkLst>
        </pc:spChg>
        <pc:spChg chg="add del mod">
          <ac:chgData name="Mayu Ninagawa (蜷川 真優 GE)" userId="15d22be4-2d84-414d-ac66-ca09a50eae87" providerId="ADAL" clId="{2A43D1C7-C612-4547-BA11-3049DC01C97C}" dt="2026-01-22T03:33:01.337" v="4487"/>
          <ac:spMkLst>
            <pc:docMk/>
            <pc:sldMk cId="859132569" sldId="394"/>
            <ac:spMk id="683" creationId="{42575127-4CB1-0353-4880-FF8772ACDF1D}"/>
          </ac:spMkLst>
        </pc:spChg>
        <pc:spChg chg="add del mod">
          <ac:chgData name="Mayu Ninagawa (蜷川 真優 GE)" userId="15d22be4-2d84-414d-ac66-ca09a50eae87" providerId="ADAL" clId="{2A43D1C7-C612-4547-BA11-3049DC01C97C}" dt="2026-01-22T03:33:01.337" v="4487"/>
          <ac:spMkLst>
            <pc:docMk/>
            <pc:sldMk cId="859132569" sldId="394"/>
            <ac:spMk id="684" creationId="{F821F2FE-6868-C562-659D-B04B2C44C4A1}"/>
          </ac:spMkLst>
        </pc:spChg>
        <pc:spChg chg="mod">
          <ac:chgData name="Mayu Ninagawa (蜷川 真優 GE)" userId="15d22be4-2d84-414d-ac66-ca09a50eae87" providerId="ADAL" clId="{2A43D1C7-C612-4547-BA11-3049DC01C97C}" dt="2026-01-29T09:23:21.943" v="8009" actId="14100"/>
          <ac:spMkLst>
            <pc:docMk/>
            <pc:sldMk cId="859132569" sldId="394"/>
            <ac:spMk id="685" creationId="{D47ADF3E-0FC9-C6E6-2193-6C5FF5CC214E}"/>
          </ac:spMkLst>
        </pc:spChg>
        <pc:spChg chg="mod">
          <ac:chgData name="Mayu Ninagawa (蜷川 真優 GE)" userId="15d22be4-2d84-414d-ac66-ca09a50eae87" providerId="ADAL" clId="{2A43D1C7-C612-4547-BA11-3049DC01C97C}" dt="2026-01-29T09:21:58.495" v="8002"/>
          <ac:spMkLst>
            <pc:docMk/>
            <pc:sldMk cId="859132569" sldId="394"/>
            <ac:spMk id="686" creationId="{721C0041-3FF1-18C6-7D45-49D95362302D}"/>
          </ac:spMkLst>
        </pc:spChg>
        <pc:spChg chg="mod">
          <ac:chgData name="Mayu Ninagawa (蜷川 真優 GE)" userId="15d22be4-2d84-414d-ac66-ca09a50eae87" providerId="ADAL" clId="{2A43D1C7-C612-4547-BA11-3049DC01C97C}" dt="2026-01-29T09:21:58.495" v="8002"/>
          <ac:spMkLst>
            <pc:docMk/>
            <pc:sldMk cId="859132569" sldId="394"/>
            <ac:spMk id="687" creationId="{AE238716-293C-9A7D-B320-14001B4C264C}"/>
          </ac:spMkLst>
        </pc:spChg>
        <pc:spChg chg="mod">
          <ac:chgData name="Mayu Ninagawa (蜷川 真優 GE)" userId="15d22be4-2d84-414d-ac66-ca09a50eae87" providerId="ADAL" clId="{2A43D1C7-C612-4547-BA11-3049DC01C97C}" dt="2026-01-29T09:21:58.495" v="8002"/>
          <ac:spMkLst>
            <pc:docMk/>
            <pc:sldMk cId="859132569" sldId="394"/>
            <ac:spMk id="688" creationId="{500253E0-0B02-7CB6-1B7D-D357402C23D4}"/>
          </ac:spMkLst>
        </pc:spChg>
        <pc:spChg chg="mod">
          <ac:chgData name="Mayu Ninagawa (蜷川 真優 GE)" userId="15d22be4-2d84-414d-ac66-ca09a50eae87" providerId="ADAL" clId="{2A43D1C7-C612-4547-BA11-3049DC01C97C}" dt="2026-01-29T09:21:58.495" v="8002"/>
          <ac:spMkLst>
            <pc:docMk/>
            <pc:sldMk cId="859132569" sldId="394"/>
            <ac:spMk id="689" creationId="{DCE30861-1241-E097-5515-546307966364}"/>
          </ac:spMkLst>
        </pc:spChg>
        <pc:spChg chg="add del mod">
          <ac:chgData name="Mayu Ninagawa (蜷川 真優 GE)" userId="15d22be4-2d84-414d-ac66-ca09a50eae87" providerId="ADAL" clId="{2A43D1C7-C612-4547-BA11-3049DC01C97C}" dt="2026-01-29T07:21:47.263" v="6517" actId="478"/>
          <ac:spMkLst>
            <pc:docMk/>
            <pc:sldMk cId="859132569" sldId="394"/>
            <ac:spMk id="690" creationId="{322C01A7-BBC1-BB5F-353C-AC1F5E5BAA4D}"/>
          </ac:spMkLst>
        </pc:spChg>
        <pc:spChg chg="add mod">
          <ac:chgData name="Mayu Ninagawa (蜷川 真優 GE)" userId="15d22be4-2d84-414d-ac66-ca09a50eae87" providerId="ADAL" clId="{2A43D1C7-C612-4547-BA11-3049DC01C97C}" dt="2026-01-29T09:23:10.942" v="8007" actId="164"/>
          <ac:spMkLst>
            <pc:docMk/>
            <pc:sldMk cId="859132569" sldId="394"/>
            <ac:spMk id="691" creationId="{8BFC91F3-DBD9-0155-ADF8-5F7EF2161CE9}"/>
          </ac:spMkLst>
        </pc:spChg>
        <pc:spChg chg="mod">
          <ac:chgData name="Mayu Ninagawa (蜷川 真優 GE)" userId="15d22be4-2d84-414d-ac66-ca09a50eae87" providerId="ADAL" clId="{2A43D1C7-C612-4547-BA11-3049DC01C97C}" dt="2026-01-29T09:21:58.495" v="8002"/>
          <ac:spMkLst>
            <pc:docMk/>
            <pc:sldMk cId="859132569" sldId="394"/>
            <ac:spMk id="692" creationId="{CAC119ED-52F4-F264-22D1-FD56019E1408}"/>
          </ac:spMkLst>
        </pc:spChg>
        <pc:spChg chg="mod">
          <ac:chgData name="Mayu Ninagawa (蜷川 真優 GE)" userId="15d22be4-2d84-414d-ac66-ca09a50eae87" providerId="ADAL" clId="{2A43D1C7-C612-4547-BA11-3049DC01C97C}" dt="2026-01-29T09:21:58.495" v="8002"/>
          <ac:spMkLst>
            <pc:docMk/>
            <pc:sldMk cId="859132569" sldId="394"/>
            <ac:spMk id="693" creationId="{1FA38214-A16C-3DFA-27D7-334910A89690}"/>
          </ac:spMkLst>
        </pc:spChg>
        <pc:spChg chg="mod">
          <ac:chgData name="Mayu Ninagawa (蜷川 真優 GE)" userId="15d22be4-2d84-414d-ac66-ca09a50eae87" providerId="ADAL" clId="{2A43D1C7-C612-4547-BA11-3049DC01C97C}" dt="2026-01-29T09:21:58.495" v="8002"/>
          <ac:spMkLst>
            <pc:docMk/>
            <pc:sldMk cId="859132569" sldId="394"/>
            <ac:spMk id="694" creationId="{201BE19E-3846-17AE-FD53-C4A8F7BF71BD}"/>
          </ac:spMkLst>
        </pc:spChg>
        <pc:spChg chg="mod">
          <ac:chgData name="Mayu Ninagawa (蜷川 真優 GE)" userId="15d22be4-2d84-414d-ac66-ca09a50eae87" providerId="ADAL" clId="{2A43D1C7-C612-4547-BA11-3049DC01C97C}" dt="2026-01-29T09:21:58.495" v="8002"/>
          <ac:spMkLst>
            <pc:docMk/>
            <pc:sldMk cId="859132569" sldId="394"/>
            <ac:spMk id="695" creationId="{8527F5C7-9994-A580-7997-4577036A27BF}"/>
          </ac:spMkLst>
        </pc:spChg>
        <pc:spChg chg="mod">
          <ac:chgData name="Mayu Ninagawa (蜷川 真優 GE)" userId="15d22be4-2d84-414d-ac66-ca09a50eae87" providerId="ADAL" clId="{2A43D1C7-C612-4547-BA11-3049DC01C97C}" dt="2026-01-29T09:21:58.495" v="8002"/>
          <ac:spMkLst>
            <pc:docMk/>
            <pc:sldMk cId="859132569" sldId="394"/>
            <ac:spMk id="696" creationId="{9A996B96-BE63-C206-9F92-4F9DD10AA11D}"/>
          </ac:spMkLst>
        </pc:spChg>
        <pc:spChg chg="mod">
          <ac:chgData name="Mayu Ninagawa (蜷川 真優 GE)" userId="15d22be4-2d84-414d-ac66-ca09a50eae87" providerId="ADAL" clId="{2A43D1C7-C612-4547-BA11-3049DC01C97C}" dt="2026-01-29T09:21:58.495" v="8002"/>
          <ac:spMkLst>
            <pc:docMk/>
            <pc:sldMk cId="859132569" sldId="394"/>
            <ac:spMk id="697" creationId="{F0A7DC94-1286-5D32-B993-472253285F53}"/>
          </ac:spMkLst>
        </pc:spChg>
        <pc:spChg chg="mod">
          <ac:chgData name="Mayu Ninagawa (蜷川 真優 GE)" userId="15d22be4-2d84-414d-ac66-ca09a50eae87" providerId="ADAL" clId="{2A43D1C7-C612-4547-BA11-3049DC01C97C}" dt="2026-01-29T09:21:58.495" v="8002"/>
          <ac:spMkLst>
            <pc:docMk/>
            <pc:sldMk cId="859132569" sldId="394"/>
            <ac:spMk id="698" creationId="{79A5255D-6908-13A1-6B01-01B39F45D348}"/>
          </ac:spMkLst>
        </pc:spChg>
        <pc:spChg chg="mod">
          <ac:chgData name="Mayu Ninagawa (蜷川 真優 GE)" userId="15d22be4-2d84-414d-ac66-ca09a50eae87" providerId="ADAL" clId="{2A43D1C7-C612-4547-BA11-3049DC01C97C}" dt="2026-01-29T09:21:58.495" v="8002"/>
          <ac:spMkLst>
            <pc:docMk/>
            <pc:sldMk cId="859132569" sldId="394"/>
            <ac:spMk id="699" creationId="{44CE0985-CB0D-0ED2-064E-BD8C23317602}"/>
          </ac:spMkLst>
        </pc:spChg>
        <pc:spChg chg="mod">
          <ac:chgData name="Mayu Ninagawa (蜷川 真優 GE)" userId="15d22be4-2d84-414d-ac66-ca09a50eae87" providerId="ADAL" clId="{2A43D1C7-C612-4547-BA11-3049DC01C97C}" dt="2026-01-29T09:21:58.495" v="8002"/>
          <ac:spMkLst>
            <pc:docMk/>
            <pc:sldMk cId="859132569" sldId="394"/>
            <ac:spMk id="700" creationId="{5842C81D-33BD-B73F-02B8-7388D263DC85}"/>
          </ac:spMkLst>
        </pc:spChg>
        <pc:spChg chg="mod">
          <ac:chgData name="Mayu Ninagawa (蜷川 真優 GE)" userId="15d22be4-2d84-414d-ac66-ca09a50eae87" providerId="ADAL" clId="{2A43D1C7-C612-4547-BA11-3049DC01C97C}" dt="2026-01-29T09:21:58.495" v="8002"/>
          <ac:spMkLst>
            <pc:docMk/>
            <pc:sldMk cId="859132569" sldId="394"/>
            <ac:spMk id="701" creationId="{09160197-566B-CC22-4485-4EC90FA75131}"/>
          </ac:spMkLst>
        </pc:spChg>
        <pc:spChg chg="mod">
          <ac:chgData name="Mayu Ninagawa (蜷川 真優 GE)" userId="15d22be4-2d84-414d-ac66-ca09a50eae87" providerId="ADAL" clId="{2A43D1C7-C612-4547-BA11-3049DC01C97C}" dt="2026-01-29T09:21:58.495" v="8002"/>
          <ac:spMkLst>
            <pc:docMk/>
            <pc:sldMk cId="859132569" sldId="394"/>
            <ac:spMk id="702" creationId="{37C82DAC-57F6-6F2A-7D64-B6E892EC3B31}"/>
          </ac:spMkLst>
        </pc:spChg>
        <pc:spChg chg="mod">
          <ac:chgData name="Mayu Ninagawa (蜷川 真優 GE)" userId="15d22be4-2d84-414d-ac66-ca09a50eae87" providerId="ADAL" clId="{2A43D1C7-C612-4547-BA11-3049DC01C97C}" dt="2026-01-29T09:21:58.495" v="8002"/>
          <ac:spMkLst>
            <pc:docMk/>
            <pc:sldMk cId="859132569" sldId="394"/>
            <ac:spMk id="703" creationId="{9378D27A-2149-DC97-1935-26CABBA0D1F1}"/>
          </ac:spMkLst>
        </pc:spChg>
        <pc:grpChg chg="add del mod">
          <ac:chgData name="Mayu Ninagawa (蜷川 真優 GE)" userId="15d22be4-2d84-414d-ac66-ca09a50eae87" providerId="ADAL" clId="{2A43D1C7-C612-4547-BA11-3049DC01C97C}" dt="2026-01-22T02:20:46.526" v="3446" actId="165"/>
          <ac:grpSpMkLst>
            <pc:docMk/>
            <pc:sldMk cId="859132569" sldId="394"/>
            <ac:grpSpMk id="2" creationId="{E6C222C7-4496-BD10-0965-8FF3071AE544}"/>
          </ac:grpSpMkLst>
        </pc:grpChg>
        <pc:grpChg chg="add del mod">
          <ac:chgData name="Mayu Ninagawa (蜷川 真優 GE)" userId="15d22be4-2d84-414d-ac66-ca09a50eae87" providerId="ADAL" clId="{2A43D1C7-C612-4547-BA11-3049DC01C97C}" dt="2026-01-20T11:50:22.906" v="3277"/>
          <ac:grpSpMkLst>
            <pc:docMk/>
            <pc:sldMk cId="859132569" sldId="394"/>
            <ac:grpSpMk id="2" creationId="{FFBDAEEA-8C41-00EF-77A2-31A5ED7E1460}"/>
          </ac:grpSpMkLst>
        </pc:grpChg>
        <pc:grpChg chg="add del mod">
          <ac:chgData name="Mayu Ninagawa (蜷川 真優 GE)" userId="15d22be4-2d84-414d-ac66-ca09a50eae87" providerId="ADAL" clId="{2A43D1C7-C612-4547-BA11-3049DC01C97C}" dt="2026-01-20T11:28:03.144" v="3135" actId="478"/>
          <ac:grpSpMkLst>
            <pc:docMk/>
            <pc:sldMk cId="859132569" sldId="394"/>
            <ac:grpSpMk id="3" creationId="{6EAF8787-7BD2-1A97-D3A3-5F9005D5FB6F}"/>
          </ac:grpSpMkLst>
        </pc:grpChg>
        <pc:grpChg chg="add mod ord">
          <ac:chgData name="Mayu Ninagawa (蜷川 真優 GE)" userId="15d22be4-2d84-414d-ac66-ca09a50eae87" providerId="ADAL" clId="{2A43D1C7-C612-4547-BA11-3049DC01C97C}" dt="2026-01-29T04:43:31.229" v="5838" actId="164"/>
          <ac:grpSpMkLst>
            <pc:docMk/>
            <pc:sldMk cId="859132569" sldId="394"/>
            <ac:grpSpMk id="4" creationId="{C4F3F4FF-446A-14D0-62B1-F6D9D0A9D62C}"/>
          </ac:grpSpMkLst>
        </pc:grpChg>
        <pc:grpChg chg="add del mod">
          <ac:chgData name="Mayu Ninagawa (蜷川 真優 GE)" userId="15d22be4-2d84-414d-ac66-ca09a50eae87" providerId="ADAL" clId="{2A43D1C7-C612-4547-BA11-3049DC01C97C}" dt="2026-01-29T07:23:38.450" v="6521" actId="165"/>
          <ac:grpSpMkLst>
            <pc:docMk/>
            <pc:sldMk cId="859132569" sldId="394"/>
            <ac:grpSpMk id="16" creationId="{4E23E402-2B77-D5A3-BF2B-05061925F706}"/>
          </ac:grpSpMkLst>
        </pc:grpChg>
        <pc:grpChg chg="add del mod">
          <ac:chgData name="Mayu Ninagawa (蜷川 真優 GE)" userId="15d22be4-2d84-414d-ac66-ca09a50eae87" providerId="ADAL" clId="{2A43D1C7-C612-4547-BA11-3049DC01C97C}" dt="2026-01-20T11:08:16.754" v="2944" actId="21"/>
          <ac:grpSpMkLst>
            <pc:docMk/>
            <pc:sldMk cId="859132569" sldId="394"/>
            <ac:grpSpMk id="73" creationId="{A8B1C2FC-7350-CC17-1DFE-16FC2BC82FAC}"/>
          </ac:grpSpMkLst>
        </pc:grpChg>
        <pc:grpChg chg="add del mod">
          <ac:chgData name="Mayu Ninagawa (蜷川 真優 GE)" userId="15d22be4-2d84-414d-ac66-ca09a50eae87" providerId="ADAL" clId="{2A43D1C7-C612-4547-BA11-3049DC01C97C}" dt="2026-01-20T11:57:06.290" v="3288" actId="478"/>
          <ac:grpSpMkLst>
            <pc:docMk/>
            <pc:sldMk cId="859132569" sldId="394"/>
            <ac:grpSpMk id="74" creationId="{0C2FD388-C9CA-3347-02AF-A178DD500E5C}"/>
          </ac:grpSpMkLst>
        </pc:grpChg>
        <pc:grpChg chg="add del mod">
          <ac:chgData name="Mayu Ninagawa (蜷川 真優 GE)" userId="15d22be4-2d84-414d-ac66-ca09a50eae87" providerId="ADAL" clId="{2A43D1C7-C612-4547-BA11-3049DC01C97C}" dt="2026-01-22T02:36:37.132" v="3608" actId="21"/>
          <ac:grpSpMkLst>
            <pc:docMk/>
            <pc:sldMk cId="859132569" sldId="394"/>
            <ac:grpSpMk id="75" creationId="{5493F2DA-41D2-D9A4-D433-A368D17BC9FE}"/>
          </ac:grpSpMkLst>
        </pc:grpChg>
        <pc:grpChg chg="add del mod">
          <ac:chgData name="Mayu Ninagawa (蜷川 真優 GE)" userId="15d22be4-2d84-414d-ac66-ca09a50eae87" providerId="ADAL" clId="{2A43D1C7-C612-4547-BA11-3049DC01C97C}" dt="2026-01-29T07:56:57.915" v="6556" actId="165"/>
          <ac:grpSpMkLst>
            <pc:docMk/>
            <pc:sldMk cId="859132569" sldId="394"/>
            <ac:grpSpMk id="91" creationId="{429A0EC0-EC05-041D-BD4A-F554FE32638A}"/>
          </ac:grpSpMkLst>
        </pc:grpChg>
        <pc:grpChg chg="add del mod topLvl">
          <ac:chgData name="Mayu Ninagawa (蜷川 真優 GE)" userId="15d22be4-2d84-414d-ac66-ca09a50eae87" providerId="ADAL" clId="{2A43D1C7-C612-4547-BA11-3049DC01C97C}" dt="2026-01-29T08:43:46.572" v="6725" actId="165"/>
          <ac:grpSpMkLst>
            <pc:docMk/>
            <pc:sldMk cId="859132569" sldId="394"/>
            <ac:grpSpMk id="92" creationId="{B562358A-2139-A650-7918-FC23C6658E55}"/>
          </ac:grpSpMkLst>
        </pc:grpChg>
        <pc:grpChg chg="add del mod topLvl">
          <ac:chgData name="Mayu Ninagawa (蜷川 真優 GE)" userId="15d22be4-2d84-414d-ac66-ca09a50eae87" providerId="ADAL" clId="{2A43D1C7-C612-4547-BA11-3049DC01C97C}" dt="2026-01-29T08:43:46.572" v="6725" actId="165"/>
          <ac:grpSpMkLst>
            <pc:docMk/>
            <pc:sldMk cId="859132569" sldId="394"/>
            <ac:grpSpMk id="94" creationId="{BCB82816-0096-5619-26E2-40D1FB7FE940}"/>
          </ac:grpSpMkLst>
        </pc:grpChg>
        <pc:grpChg chg="add del mod">
          <ac:chgData name="Mayu Ninagawa (蜷川 真優 GE)" userId="15d22be4-2d84-414d-ac66-ca09a50eae87" providerId="ADAL" clId="{2A43D1C7-C612-4547-BA11-3049DC01C97C}" dt="2026-01-29T08:40:48.573" v="6701" actId="165"/>
          <ac:grpSpMkLst>
            <pc:docMk/>
            <pc:sldMk cId="859132569" sldId="394"/>
            <ac:grpSpMk id="95" creationId="{508A6C32-07FE-63BD-39F5-D540B5D00FC5}"/>
          </ac:grpSpMkLst>
        </pc:grpChg>
        <pc:grpChg chg="add del mod">
          <ac:chgData name="Mayu Ninagawa (蜷川 真優 GE)" userId="15d22be4-2d84-414d-ac66-ca09a50eae87" providerId="ADAL" clId="{2A43D1C7-C612-4547-BA11-3049DC01C97C}" dt="2026-01-29T08:40:35.883" v="6700" actId="165"/>
          <ac:grpSpMkLst>
            <pc:docMk/>
            <pc:sldMk cId="859132569" sldId="394"/>
            <ac:grpSpMk id="101" creationId="{29ADBEFB-4E6E-AC62-06B2-8ED51B1B00BE}"/>
          </ac:grpSpMkLst>
        </pc:grpChg>
        <pc:grpChg chg="add del mod">
          <ac:chgData name="Mayu Ninagawa (蜷川 真優 GE)" userId="15d22be4-2d84-414d-ac66-ca09a50eae87" providerId="ADAL" clId="{2A43D1C7-C612-4547-BA11-3049DC01C97C}" dt="2026-01-22T02:36:37.132" v="3608" actId="21"/>
          <ac:grpSpMkLst>
            <pc:docMk/>
            <pc:sldMk cId="859132569" sldId="394"/>
            <ac:grpSpMk id="107" creationId="{62EEF37D-934B-EF24-257B-1F8041AA9025}"/>
          </ac:grpSpMkLst>
        </pc:grpChg>
        <pc:grpChg chg="add del mod">
          <ac:chgData name="Mayu Ninagawa (蜷川 真優 GE)" userId="15d22be4-2d84-414d-ac66-ca09a50eae87" providerId="ADAL" clId="{2A43D1C7-C612-4547-BA11-3049DC01C97C}" dt="2026-01-22T02:36:42.485" v="3610"/>
          <ac:grpSpMkLst>
            <pc:docMk/>
            <pc:sldMk cId="859132569" sldId="394"/>
            <ac:grpSpMk id="108" creationId="{DC4A875F-8896-7BB1-CE6E-E25C21B8120A}"/>
          </ac:grpSpMkLst>
        </pc:grpChg>
        <pc:grpChg chg="add mod">
          <ac:chgData name="Mayu Ninagawa (蜷川 真優 GE)" userId="15d22be4-2d84-414d-ac66-ca09a50eae87" providerId="ADAL" clId="{2A43D1C7-C612-4547-BA11-3049DC01C97C}" dt="2026-01-29T09:23:10.942" v="8007" actId="164"/>
          <ac:grpSpMkLst>
            <pc:docMk/>
            <pc:sldMk cId="859132569" sldId="394"/>
            <ac:grpSpMk id="123" creationId="{59DC0592-1E38-C99A-9C3A-DE3D11A09A21}"/>
          </ac:grpSpMkLst>
        </pc:grpChg>
        <pc:grpChg chg="add mod">
          <ac:chgData name="Mayu Ninagawa (蜷川 真優 GE)" userId="15d22be4-2d84-414d-ac66-ca09a50eae87" providerId="ADAL" clId="{2A43D1C7-C612-4547-BA11-3049DC01C97C}" dt="2026-01-29T08:41:04.261" v="6703" actId="164"/>
          <ac:grpSpMkLst>
            <pc:docMk/>
            <pc:sldMk cId="859132569" sldId="394"/>
            <ac:grpSpMk id="124" creationId="{AA2C9143-2123-ABE6-CC88-AAE6344B6E7F}"/>
          </ac:grpSpMkLst>
        </pc:grpChg>
        <pc:grpChg chg="add del mod ord topLvl">
          <ac:chgData name="Mayu Ninagawa (蜷川 真優 GE)" userId="15d22be4-2d84-414d-ac66-ca09a50eae87" providerId="ADAL" clId="{2A43D1C7-C612-4547-BA11-3049DC01C97C}" dt="2026-01-29T08:44:50.430" v="6739" actId="165"/>
          <ac:grpSpMkLst>
            <pc:docMk/>
            <pc:sldMk cId="859132569" sldId="394"/>
            <ac:grpSpMk id="125" creationId="{FAD86382-E6F4-BB23-7687-434C402732A8}"/>
          </ac:grpSpMkLst>
        </pc:grpChg>
        <pc:grpChg chg="add del mod">
          <ac:chgData name="Mayu Ninagawa (蜷川 真優 GE)" userId="15d22be4-2d84-414d-ac66-ca09a50eae87" providerId="ADAL" clId="{2A43D1C7-C612-4547-BA11-3049DC01C97C}" dt="2026-01-20T12:08:27.162" v="3293" actId="165"/>
          <ac:grpSpMkLst>
            <pc:docMk/>
            <pc:sldMk cId="859132569" sldId="394"/>
            <ac:grpSpMk id="126" creationId="{6825FF4B-7D54-7742-C948-A782E7C66A91}"/>
          </ac:grpSpMkLst>
        </pc:grpChg>
        <pc:grpChg chg="add del mod">
          <ac:chgData name="Mayu Ninagawa (蜷川 真優 GE)" userId="15d22be4-2d84-414d-ac66-ca09a50eae87" providerId="ADAL" clId="{2A43D1C7-C612-4547-BA11-3049DC01C97C}" dt="2026-01-29T08:44:31.005" v="6736" actId="165"/>
          <ac:grpSpMkLst>
            <pc:docMk/>
            <pc:sldMk cId="859132569" sldId="394"/>
            <ac:grpSpMk id="126" creationId="{DA825845-3C53-0746-3352-62CAF90DFF32}"/>
          </ac:grpSpMkLst>
        </pc:grpChg>
        <pc:grpChg chg="add del mod">
          <ac:chgData name="Mayu Ninagawa (蜷川 真優 GE)" userId="15d22be4-2d84-414d-ac66-ca09a50eae87" providerId="ADAL" clId="{2A43D1C7-C612-4547-BA11-3049DC01C97C}" dt="2026-01-20T11:50:20.810" v="3275" actId="478"/>
          <ac:grpSpMkLst>
            <pc:docMk/>
            <pc:sldMk cId="859132569" sldId="394"/>
            <ac:grpSpMk id="179" creationId="{BBE62718-9BC7-A59D-250C-D9CF372F64CA}"/>
          </ac:grpSpMkLst>
        </pc:grpChg>
        <pc:grpChg chg="add del mod">
          <ac:chgData name="Mayu Ninagawa (蜷川 真優 GE)" userId="15d22be4-2d84-414d-ac66-ca09a50eae87" providerId="ADAL" clId="{2A43D1C7-C612-4547-BA11-3049DC01C97C}" dt="2026-01-20T12:08:30.484" v="3294" actId="165"/>
          <ac:grpSpMkLst>
            <pc:docMk/>
            <pc:sldMk cId="859132569" sldId="394"/>
            <ac:grpSpMk id="275" creationId="{59E26F19-366C-DA48-754C-59143065AD07}"/>
          </ac:grpSpMkLst>
        </pc:grpChg>
        <pc:grpChg chg="add del mod">
          <ac:chgData name="Mayu Ninagawa (蜷川 真優 GE)" userId="15d22be4-2d84-414d-ac66-ca09a50eae87" providerId="ADAL" clId="{2A43D1C7-C612-4547-BA11-3049DC01C97C}" dt="2026-01-22T02:36:42.485" v="3610"/>
          <ac:grpSpMkLst>
            <pc:docMk/>
            <pc:sldMk cId="859132569" sldId="394"/>
            <ac:grpSpMk id="353" creationId="{17C611B8-43C1-1073-E82B-AD0441E452A1}"/>
          </ac:grpSpMkLst>
        </pc:grpChg>
        <pc:grpChg chg="add mod">
          <ac:chgData name="Mayu Ninagawa (蜷川 真優 GE)" userId="15d22be4-2d84-414d-ac66-ca09a50eae87" providerId="ADAL" clId="{2A43D1C7-C612-4547-BA11-3049DC01C97C}" dt="2026-01-29T09:23:16.129" v="8008" actId="14100"/>
          <ac:grpSpMkLst>
            <pc:docMk/>
            <pc:sldMk cId="859132569" sldId="394"/>
            <ac:grpSpMk id="391" creationId="{95A266EB-A2C8-EE45-2396-21C69F7EC5A3}"/>
          </ac:grpSpMkLst>
        </pc:grpChg>
        <pc:grpChg chg="add del mod">
          <ac:chgData name="Mayu Ninagawa (蜷川 真優 GE)" userId="15d22be4-2d84-414d-ac66-ca09a50eae87" providerId="ADAL" clId="{2A43D1C7-C612-4547-BA11-3049DC01C97C}" dt="2026-01-22T02:52:39.023" v="3841" actId="21"/>
          <ac:grpSpMkLst>
            <pc:docMk/>
            <pc:sldMk cId="859132569" sldId="394"/>
            <ac:grpSpMk id="424" creationId="{A1BB9AA6-B2DA-DB18-4BDC-314DAD7A9A3D}"/>
          </ac:grpSpMkLst>
        </pc:grpChg>
        <pc:grpChg chg="add del mod">
          <ac:chgData name="Mayu Ninagawa (蜷川 真優 GE)" userId="15d22be4-2d84-414d-ac66-ca09a50eae87" providerId="ADAL" clId="{2A43D1C7-C612-4547-BA11-3049DC01C97C}" dt="2026-01-22T02:52:07.170" v="3823"/>
          <ac:grpSpMkLst>
            <pc:docMk/>
            <pc:sldMk cId="859132569" sldId="394"/>
            <ac:grpSpMk id="496" creationId="{DE641ACD-42C9-EC36-1C95-2265BC7357B2}"/>
          </ac:grpSpMkLst>
        </pc:grpChg>
        <pc:grpChg chg="add del mod">
          <ac:chgData name="Mayu Ninagawa (蜷川 真優 GE)" userId="15d22be4-2d84-414d-ac66-ca09a50eae87" providerId="ADAL" clId="{2A43D1C7-C612-4547-BA11-3049DC01C97C}" dt="2026-01-22T02:52:43.309" v="3843"/>
          <ac:grpSpMkLst>
            <pc:docMk/>
            <pc:sldMk cId="859132569" sldId="394"/>
            <ac:grpSpMk id="569" creationId="{FE264385-CA19-7EA2-D917-9E5477023528}"/>
          </ac:grpSpMkLst>
        </pc:grpChg>
        <pc:grpChg chg="add mod">
          <ac:chgData name="Mayu Ninagawa (蜷川 真優 GE)" userId="15d22be4-2d84-414d-ac66-ca09a50eae87" providerId="ADAL" clId="{2A43D1C7-C612-4547-BA11-3049DC01C97C}" dt="2026-01-29T08:43:49.859" v="6727" actId="164"/>
          <ac:grpSpMkLst>
            <pc:docMk/>
            <pc:sldMk cId="859132569" sldId="394"/>
            <ac:grpSpMk id="576" creationId="{E58752EE-99E8-EBCB-8689-C964578E11C2}"/>
          </ac:grpSpMkLst>
        </pc:grpChg>
        <pc:grpChg chg="add del mod">
          <ac:chgData name="Mayu Ninagawa (蜷川 真優 GE)" userId="15d22be4-2d84-414d-ac66-ca09a50eae87" providerId="ADAL" clId="{2A43D1C7-C612-4547-BA11-3049DC01C97C}" dt="2026-01-29T08:46:27.099" v="6754" actId="165"/>
          <ac:grpSpMkLst>
            <pc:docMk/>
            <pc:sldMk cId="859132569" sldId="394"/>
            <ac:grpSpMk id="577" creationId="{78E20FA7-5FCB-536A-51D3-9634E4100B5B}"/>
          </ac:grpSpMkLst>
        </pc:grpChg>
        <pc:grpChg chg="add del mod">
          <ac:chgData name="Mayu Ninagawa (蜷川 真優 GE)" userId="15d22be4-2d84-414d-ac66-ca09a50eae87" providerId="ADAL" clId="{2A43D1C7-C612-4547-BA11-3049DC01C97C}" dt="2026-01-29T08:45:56.887" v="6749" actId="165"/>
          <ac:grpSpMkLst>
            <pc:docMk/>
            <pc:sldMk cId="859132569" sldId="394"/>
            <ac:grpSpMk id="578" creationId="{A891109C-B43F-3568-9ACA-E41D54880E27}"/>
          </ac:grpSpMkLst>
        </pc:grpChg>
        <pc:grpChg chg="add del mod">
          <ac:chgData name="Mayu Ninagawa (蜷川 真優 GE)" userId="15d22be4-2d84-414d-ac66-ca09a50eae87" providerId="ADAL" clId="{2A43D1C7-C612-4547-BA11-3049DC01C97C}" dt="2026-01-29T09:21:58.272" v="8001" actId="478"/>
          <ac:grpSpMkLst>
            <pc:docMk/>
            <pc:sldMk cId="859132569" sldId="394"/>
            <ac:grpSpMk id="579" creationId="{89991A61-41C6-9A91-D7AE-C742DB711CB7}"/>
          </ac:grpSpMkLst>
        </pc:grpChg>
        <pc:grpChg chg="add del mod ord">
          <ac:chgData name="Mayu Ninagawa (蜷川 真優 GE)" userId="15d22be4-2d84-414d-ac66-ca09a50eae87" providerId="ADAL" clId="{2A43D1C7-C612-4547-BA11-3049DC01C97C}" dt="2026-01-29T08:50:19.146" v="6793" actId="165"/>
          <ac:grpSpMkLst>
            <pc:docMk/>
            <pc:sldMk cId="859132569" sldId="394"/>
            <ac:grpSpMk id="580" creationId="{F2DA9BE7-9AFF-A842-9441-155844DA0D88}"/>
          </ac:grpSpMkLst>
        </pc:grpChg>
        <pc:grpChg chg="add del mod">
          <ac:chgData name="Mayu Ninagawa (蜷川 真優 GE)" userId="15d22be4-2d84-414d-ac66-ca09a50eae87" providerId="ADAL" clId="{2A43D1C7-C612-4547-BA11-3049DC01C97C}" dt="2026-01-29T09:05:12.952" v="7213" actId="478"/>
          <ac:grpSpMkLst>
            <pc:docMk/>
            <pc:sldMk cId="859132569" sldId="394"/>
            <ac:grpSpMk id="581" creationId="{35B81775-F912-F3FF-F735-8FB1827D32B6}"/>
          </ac:grpSpMkLst>
        </pc:grpChg>
        <pc:grpChg chg="add del mod">
          <ac:chgData name="Mayu Ninagawa (蜷川 真優 GE)" userId="15d22be4-2d84-414d-ac66-ca09a50eae87" providerId="ADAL" clId="{2A43D1C7-C612-4547-BA11-3049DC01C97C}" dt="2026-01-29T09:21:58.272" v="8001" actId="478"/>
          <ac:grpSpMkLst>
            <pc:docMk/>
            <pc:sldMk cId="859132569" sldId="394"/>
            <ac:grpSpMk id="582" creationId="{28ABD59F-7616-DC01-8D15-81549CC9ED78}"/>
          </ac:grpSpMkLst>
        </pc:grpChg>
        <pc:grpChg chg="add mod">
          <ac:chgData name="Mayu Ninagawa (蜷川 真優 GE)" userId="15d22be4-2d84-414d-ac66-ca09a50eae87" providerId="ADAL" clId="{2A43D1C7-C612-4547-BA11-3049DC01C97C}" dt="2026-01-29T09:22:56.878" v="8006" actId="14100"/>
          <ac:grpSpMkLst>
            <pc:docMk/>
            <pc:sldMk cId="859132569" sldId="394"/>
            <ac:grpSpMk id="603" creationId="{8C259545-0BD9-0D78-896F-37FD11E8D1F1}"/>
          </ac:grpSpMkLst>
        </pc:grpChg>
        <pc:grpChg chg="add del mod">
          <ac:chgData name="Mayu Ninagawa (蜷川 真優 GE)" userId="15d22be4-2d84-414d-ac66-ca09a50eae87" providerId="ADAL" clId="{2A43D1C7-C612-4547-BA11-3049DC01C97C}" dt="2026-01-22T03:01:07.804" v="4040" actId="165"/>
          <ac:grpSpMkLst>
            <pc:docMk/>
            <pc:sldMk cId="859132569" sldId="394"/>
            <ac:grpSpMk id="631" creationId="{1661FE3C-4F90-D766-528A-74434A4716AC}"/>
          </ac:grpSpMkLst>
        </pc:grpChg>
        <pc:grpChg chg="add del mod">
          <ac:chgData name="Mayu Ninagawa (蜷川 真優 GE)" userId="15d22be4-2d84-414d-ac66-ca09a50eae87" providerId="ADAL" clId="{2A43D1C7-C612-4547-BA11-3049DC01C97C}" dt="2026-01-22T03:17:22.097" v="4402" actId="478"/>
          <ac:grpSpMkLst>
            <pc:docMk/>
            <pc:sldMk cId="859132569" sldId="394"/>
            <ac:grpSpMk id="658" creationId="{88C11F4D-F048-9CAD-F282-65A33F8A83A9}"/>
          </ac:grpSpMkLst>
        </pc:grpChg>
        <pc:grpChg chg="add mod">
          <ac:chgData name="Mayu Ninagawa (蜷川 真優 GE)" userId="15d22be4-2d84-414d-ac66-ca09a50eae87" providerId="ADAL" clId="{2A43D1C7-C612-4547-BA11-3049DC01C97C}" dt="2026-01-29T09:22:56.878" v="8006" actId="14100"/>
          <ac:grpSpMkLst>
            <pc:docMk/>
            <pc:sldMk cId="859132569" sldId="394"/>
            <ac:grpSpMk id="684" creationId="{1AC2445C-A60D-FC52-A8A5-AF58330A5AD1}"/>
          </ac:grpSpMkLst>
        </pc:grpChg>
        <pc:picChg chg="add del mod ord modCrop">
          <ac:chgData name="Mayu Ninagawa (蜷川 真優 GE)" userId="15d22be4-2d84-414d-ac66-ca09a50eae87" providerId="ADAL" clId="{2A43D1C7-C612-4547-BA11-3049DC01C97C}" dt="2026-01-29T07:21:47.263" v="6517" actId="478"/>
          <ac:picMkLst>
            <pc:docMk/>
            <pc:sldMk cId="859132569" sldId="394"/>
            <ac:picMk id="2" creationId="{C41E906C-E0E6-4A45-9709-2B8CF98A8D26}"/>
          </ac:picMkLst>
        </pc:picChg>
        <pc:picChg chg="add del mod ord modCrop">
          <ac:chgData name="Mayu Ninagawa (蜷川 真優 GE)" userId="15d22be4-2d84-414d-ac66-ca09a50eae87" providerId="ADAL" clId="{2A43D1C7-C612-4547-BA11-3049DC01C97C}" dt="2026-01-29T07:21:47.263" v="6517" actId="478"/>
          <ac:picMkLst>
            <pc:docMk/>
            <pc:sldMk cId="859132569" sldId="394"/>
            <ac:picMk id="3" creationId="{9A22E2CC-E453-6717-4C7A-0ED84BB8F5BC}"/>
          </ac:picMkLst>
        </pc:picChg>
        <pc:picChg chg="add del mod modCrop">
          <ac:chgData name="Mayu Ninagawa (蜷川 真優 GE)" userId="15d22be4-2d84-414d-ac66-ca09a50eae87" providerId="ADAL" clId="{2A43D1C7-C612-4547-BA11-3049DC01C97C}" dt="2026-01-29T04:43:31.907" v="5846"/>
          <ac:picMkLst>
            <pc:docMk/>
            <pc:sldMk cId="859132569" sldId="394"/>
            <ac:picMk id="3" creationId="{A728F81B-9384-3DC8-3C62-5316BFEEF5A7}"/>
          </ac:picMkLst>
        </pc:picChg>
        <pc:picChg chg="add del mod">
          <ac:chgData name="Mayu Ninagawa (蜷川 真優 GE)" userId="15d22be4-2d84-414d-ac66-ca09a50eae87" providerId="ADAL" clId="{2A43D1C7-C612-4547-BA11-3049DC01C97C}" dt="2026-01-29T04:58:05.776" v="5857" actId="478"/>
          <ac:picMkLst>
            <pc:docMk/>
            <pc:sldMk cId="859132569" sldId="394"/>
            <ac:picMk id="5" creationId="{E36B0560-91D8-B056-A78E-1A687CFE5E79}"/>
          </ac:picMkLst>
        </pc:picChg>
        <pc:picChg chg="add del mod ord modCrop">
          <ac:chgData name="Mayu Ninagawa (蜷川 真優 GE)" userId="15d22be4-2d84-414d-ac66-ca09a50eae87" providerId="ADAL" clId="{2A43D1C7-C612-4547-BA11-3049DC01C97C}" dt="2026-01-29T07:21:47.263" v="6517" actId="478"/>
          <ac:picMkLst>
            <pc:docMk/>
            <pc:sldMk cId="859132569" sldId="394"/>
            <ac:picMk id="6" creationId="{C9D3D097-C9DF-67F4-FAD7-4A94E21F8D52}"/>
          </ac:picMkLst>
        </pc:picChg>
        <pc:picChg chg="add del mod ord modCrop">
          <ac:chgData name="Mayu Ninagawa (蜷川 真優 GE)" userId="15d22be4-2d84-414d-ac66-ca09a50eae87" providerId="ADAL" clId="{2A43D1C7-C612-4547-BA11-3049DC01C97C}" dt="2026-01-29T07:21:47.263" v="6517" actId="478"/>
          <ac:picMkLst>
            <pc:docMk/>
            <pc:sldMk cId="859132569" sldId="394"/>
            <ac:picMk id="7" creationId="{E56894AE-3EE2-8AE6-50CB-842E426D0CD2}"/>
          </ac:picMkLst>
        </pc:picChg>
        <pc:picChg chg="add del mod ord">
          <ac:chgData name="Mayu Ninagawa (蜷川 真優 GE)" userId="15d22be4-2d84-414d-ac66-ca09a50eae87" providerId="ADAL" clId="{2A43D1C7-C612-4547-BA11-3049DC01C97C}" dt="2026-01-22T02:52:02.045" v="3820" actId="478"/>
          <ac:picMkLst>
            <pc:docMk/>
            <pc:sldMk cId="859132569" sldId="394"/>
            <ac:picMk id="376" creationId="{F4420B31-3E13-DE3E-73B5-9C670006CB53}"/>
          </ac:picMkLst>
        </pc:picChg>
        <pc:picChg chg="add mod">
          <ac:chgData name="Mayu Ninagawa (蜷川 真優 GE)" userId="15d22be4-2d84-414d-ac66-ca09a50eae87" providerId="ADAL" clId="{2A43D1C7-C612-4547-BA11-3049DC01C97C}" dt="2026-01-29T08:39:26.669" v="6691" actId="164"/>
          <ac:picMkLst>
            <pc:docMk/>
            <pc:sldMk cId="859132569" sldId="394"/>
            <ac:picMk id="405" creationId="{8BE8102C-3393-8228-99F9-149A4F013333}"/>
          </ac:picMkLst>
        </pc:picChg>
        <pc:picChg chg="add mod">
          <ac:chgData name="Mayu Ninagawa (蜷川 真優 GE)" userId="15d22be4-2d84-414d-ac66-ca09a50eae87" providerId="ADAL" clId="{2A43D1C7-C612-4547-BA11-3049DC01C97C}" dt="2026-01-29T08:39:26.669" v="6691" actId="164"/>
          <ac:picMkLst>
            <pc:docMk/>
            <pc:sldMk cId="859132569" sldId="394"/>
            <ac:picMk id="408" creationId="{A6E148C8-23F4-383F-C3E4-1A1BEC8647E2}"/>
          </ac:picMkLst>
        </pc:picChg>
        <pc:picChg chg="add del mod ord">
          <ac:chgData name="Mayu Ninagawa (蜷川 真優 GE)" userId="15d22be4-2d84-414d-ac66-ca09a50eae87" providerId="ADAL" clId="{2A43D1C7-C612-4547-BA11-3049DC01C97C}" dt="2026-01-22T02:52:16.334" v="3831"/>
          <ac:picMkLst>
            <pc:docMk/>
            <pc:sldMk cId="859132569" sldId="394"/>
            <ac:picMk id="568" creationId="{BFC96B1E-8BFF-D0A4-5172-BB7BFEC72280}"/>
          </ac:picMkLst>
        </pc:picChg>
        <pc:picChg chg="add del mod ord modCrop">
          <ac:chgData name="Mayu Ninagawa (蜷川 真優 GE)" userId="15d22be4-2d84-414d-ac66-ca09a50eae87" providerId="ADAL" clId="{2A43D1C7-C612-4547-BA11-3049DC01C97C}" dt="2026-01-29T07:21:47.263" v="6517" actId="478"/>
          <ac:picMkLst>
            <pc:docMk/>
            <pc:sldMk cId="859132569" sldId="394"/>
            <ac:picMk id="630" creationId="{ACB0313E-5481-4017-F9F1-1AC71DC78904}"/>
          </ac:picMkLst>
        </pc:picChg>
        <pc:cxnChg chg="add del mod">
          <ac:chgData name="Mayu Ninagawa (蜷川 真優 GE)" userId="15d22be4-2d84-414d-ac66-ca09a50eae87" providerId="ADAL" clId="{2A43D1C7-C612-4547-BA11-3049DC01C97C}" dt="2026-01-29T07:21:47.263" v="6517" actId="478"/>
          <ac:cxnSpMkLst>
            <pc:docMk/>
            <pc:sldMk cId="859132569" sldId="394"/>
            <ac:cxnSpMk id="10" creationId="{DEDFA6C6-0503-A7A4-C14B-4907E54075C0}"/>
          </ac:cxnSpMkLst>
        </pc:cxnChg>
        <pc:cxnChg chg="add del mod">
          <ac:chgData name="Mayu Ninagawa (蜷川 真優 GE)" userId="15d22be4-2d84-414d-ac66-ca09a50eae87" providerId="ADAL" clId="{2A43D1C7-C612-4547-BA11-3049DC01C97C}" dt="2026-01-29T07:21:47.263" v="6517" actId="478"/>
          <ac:cxnSpMkLst>
            <pc:docMk/>
            <pc:sldMk cId="859132569" sldId="394"/>
            <ac:cxnSpMk id="12" creationId="{1A461EF8-71B0-D093-389C-46A3DBF298CE}"/>
          </ac:cxnSpMkLst>
        </pc:cxnChg>
        <pc:cxnChg chg="add del mod">
          <ac:chgData name="Mayu Ninagawa (蜷川 真優 GE)" userId="15d22be4-2d84-414d-ac66-ca09a50eae87" providerId="ADAL" clId="{2A43D1C7-C612-4547-BA11-3049DC01C97C}" dt="2026-01-29T07:21:47.263" v="6517" actId="478"/>
          <ac:cxnSpMkLst>
            <pc:docMk/>
            <pc:sldMk cId="859132569" sldId="394"/>
            <ac:cxnSpMk id="13" creationId="{20DA273E-D32A-7B0B-2C2D-84159ED5D860}"/>
          </ac:cxnSpMkLst>
        </pc:cxnChg>
        <pc:cxnChg chg="add del mod">
          <ac:chgData name="Mayu Ninagawa (蜷川 真優 GE)" userId="15d22be4-2d84-414d-ac66-ca09a50eae87" providerId="ADAL" clId="{2A43D1C7-C612-4547-BA11-3049DC01C97C}" dt="2026-01-29T07:21:47.263" v="6517" actId="478"/>
          <ac:cxnSpMkLst>
            <pc:docMk/>
            <pc:sldMk cId="859132569" sldId="394"/>
            <ac:cxnSpMk id="14" creationId="{059B00F3-B7BE-00FF-B37D-A3E8CEFB4EE8}"/>
          </ac:cxnSpMkLst>
        </pc:cxnChg>
        <pc:cxnChg chg="add del mod ord">
          <ac:chgData name="Mayu Ninagawa (蜷川 真優 GE)" userId="15d22be4-2d84-414d-ac66-ca09a50eae87" providerId="ADAL" clId="{2A43D1C7-C612-4547-BA11-3049DC01C97C}" dt="2026-01-29T08:14:46.455" v="6656" actId="478"/>
          <ac:cxnSpMkLst>
            <pc:docMk/>
            <pc:sldMk cId="859132569" sldId="394"/>
            <ac:cxnSpMk id="15" creationId="{1DD75DD0-D79C-3A1B-1A70-2172A3194779}"/>
          </ac:cxnSpMkLst>
        </pc:cxnChg>
        <pc:cxnChg chg="mod">
          <ac:chgData name="Mayu Ninagawa (蜷川 真優 GE)" userId="15d22be4-2d84-414d-ac66-ca09a50eae87" providerId="ADAL" clId="{2A43D1C7-C612-4547-BA11-3049DC01C97C}" dt="2026-01-20T11:50:21.327" v="3276"/>
          <ac:cxnSpMkLst>
            <pc:docMk/>
            <pc:sldMk cId="859132569" sldId="394"/>
            <ac:cxnSpMk id="63" creationId="{3D8FB1FB-AC86-1DEC-F1B4-1645308BD318}"/>
          </ac:cxnSpMkLst>
        </pc:cxnChg>
        <pc:cxnChg chg="del mod ord topLvl">
          <ac:chgData name="Mayu Ninagawa (蜷川 真優 GE)" userId="15d22be4-2d84-414d-ac66-ca09a50eae87" providerId="ADAL" clId="{2A43D1C7-C612-4547-BA11-3049DC01C97C}" dt="2026-01-29T08:14:49.633" v="6657" actId="478"/>
          <ac:cxnSpMkLst>
            <pc:docMk/>
            <pc:sldMk cId="859132569" sldId="394"/>
            <ac:cxnSpMk id="63" creationId="{E22EC604-DD40-1F28-8C61-1FFEEFF359CC}"/>
          </ac:cxnSpMkLst>
        </pc:cxnChg>
        <pc:cxnChg chg="del mod ord topLvl">
          <ac:chgData name="Mayu Ninagawa (蜷川 真優 GE)" userId="15d22be4-2d84-414d-ac66-ca09a50eae87" providerId="ADAL" clId="{2A43D1C7-C612-4547-BA11-3049DC01C97C}" dt="2026-01-29T08:14:50.366" v="6658" actId="478"/>
          <ac:cxnSpMkLst>
            <pc:docMk/>
            <pc:sldMk cId="859132569" sldId="394"/>
            <ac:cxnSpMk id="64" creationId="{1467C94E-11C3-62A8-94FA-96ABE348A36A}"/>
          </ac:cxnSpMkLst>
        </pc:cxnChg>
        <pc:cxnChg chg="mod">
          <ac:chgData name="Mayu Ninagawa (蜷川 真優 GE)" userId="15d22be4-2d84-414d-ac66-ca09a50eae87" providerId="ADAL" clId="{2A43D1C7-C612-4547-BA11-3049DC01C97C}" dt="2026-01-20T11:50:21.327" v="3276"/>
          <ac:cxnSpMkLst>
            <pc:docMk/>
            <pc:sldMk cId="859132569" sldId="394"/>
            <ac:cxnSpMk id="64" creationId="{BE39C8D6-F16A-03A4-2C28-E93A2E8F2494}"/>
          </ac:cxnSpMkLst>
        </pc:cxnChg>
        <pc:cxnChg chg="del mod ord topLvl">
          <ac:chgData name="Mayu Ninagawa (蜷川 真優 GE)" userId="15d22be4-2d84-414d-ac66-ca09a50eae87" providerId="ADAL" clId="{2A43D1C7-C612-4547-BA11-3049DC01C97C}" dt="2026-01-29T08:14:52.313" v="6660" actId="478"/>
          <ac:cxnSpMkLst>
            <pc:docMk/>
            <pc:sldMk cId="859132569" sldId="394"/>
            <ac:cxnSpMk id="65" creationId="{359E9997-0765-DE35-DB15-9FF56E013CA9}"/>
          </ac:cxnSpMkLst>
        </pc:cxnChg>
        <pc:cxnChg chg="mod">
          <ac:chgData name="Mayu Ninagawa (蜷川 真優 GE)" userId="15d22be4-2d84-414d-ac66-ca09a50eae87" providerId="ADAL" clId="{2A43D1C7-C612-4547-BA11-3049DC01C97C}" dt="2026-01-20T11:50:21.327" v="3276"/>
          <ac:cxnSpMkLst>
            <pc:docMk/>
            <pc:sldMk cId="859132569" sldId="394"/>
            <ac:cxnSpMk id="65" creationId="{B974DAF1-002A-240C-71A9-2DBA47E111E7}"/>
          </ac:cxnSpMkLst>
        </pc:cxnChg>
        <pc:cxnChg chg="mod">
          <ac:chgData name="Mayu Ninagawa (蜷川 真優 GE)" userId="15d22be4-2d84-414d-ac66-ca09a50eae87" providerId="ADAL" clId="{2A43D1C7-C612-4547-BA11-3049DC01C97C}" dt="2026-01-20T11:07:53.641" v="2940"/>
          <ac:cxnSpMkLst>
            <pc:docMk/>
            <pc:sldMk cId="859132569" sldId="394"/>
            <ac:cxnSpMk id="66" creationId="{EDB4561C-8DC5-3D12-241F-FE7AB2FD5E84}"/>
          </ac:cxnSpMkLst>
        </pc:cxnChg>
        <pc:cxnChg chg="mod">
          <ac:chgData name="Mayu Ninagawa (蜷川 真優 GE)" userId="15d22be4-2d84-414d-ac66-ca09a50eae87" providerId="ADAL" clId="{2A43D1C7-C612-4547-BA11-3049DC01C97C}" dt="2026-01-20T11:07:53.641" v="2940"/>
          <ac:cxnSpMkLst>
            <pc:docMk/>
            <pc:sldMk cId="859132569" sldId="394"/>
            <ac:cxnSpMk id="67" creationId="{25FF866B-8591-7131-7EBC-88ED2BB32A41}"/>
          </ac:cxnSpMkLst>
        </pc:cxnChg>
        <pc:cxnChg chg="mod">
          <ac:chgData name="Mayu Ninagawa (蜷川 真優 GE)" userId="15d22be4-2d84-414d-ac66-ca09a50eae87" providerId="ADAL" clId="{2A43D1C7-C612-4547-BA11-3049DC01C97C}" dt="2026-01-20T11:07:53.641" v="2940"/>
          <ac:cxnSpMkLst>
            <pc:docMk/>
            <pc:sldMk cId="859132569" sldId="394"/>
            <ac:cxnSpMk id="68" creationId="{9C7D4B8C-6DEA-7E50-917D-7F8AFCCC5D4B}"/>
          </ac:cxnSpMkLst>
        </pc:cxnChg>
        <pc:cxnChg chg="del mod topLvl">
          <ac:chgData name="Mayu Ninagawa (蜷川 真優 GE)" userId="15d22be4-2d84-414d-ac66-ca09a50eae87" providerId="ADAL" clId="{2A43D1C7-C612-4547-BA11-3049DC01C97C}" dt="2026-01-29T08:04:21.114" v="6592" actId="478"/>
          <ac:cxnSpMkLst>
            <pc:docMk/>
            <pc:sldMk cId="859132569" sldId="394"/>
            <ac:cxnSpMk id="80" creationId="{6A70BC9C-378F-D3CE-967B-97FEA9D358B2}"/>
          </ac:cxnSpMkLst>
        </pc:cxnChg>
        <pc:cxnChg chg="del mod topLvl">
          <ac:chgData name="Mayu Ninagawa (蜷川 真優 GE)" userId="15d22be4-2d84-414d-ac66-ca09a50eae87" providerId="ADAL" clId="{2A43D1C7-C612-4547-BA11-3049DC01C97C}" dt="2026-01-29T08:04:24.523" v="6594" actId="478"/>
          <ac:cxnSpMkLst>
            <pc:docMk/>
            <pc:sldMk cId="859132569" sldId="394"/>
            <ac:cxnSpMk id="81" creationId="{6CD431FA-A8D1-0484-164C-D1440AB60C36}"/>
          </ac:cxnSpMkLst>
        </pc:cxnChg>
        <pc:cxnChg chg="del mod topLvl">
          <ac:chgData name="Mayu Ninagawa (蜷川 真優 GE)" userId="15d22be4-2d84-414d-ac66-ca09a50eae87" providerId="ADAL" clId="{2A43D1C7-C612-4547-BA11-3049DC01C97C}" dt="2026-01-29T08:04:22.196" v="6593" actId="478"/>
          <ac:cxnSpMkLst>
            <pc:docMk/>
            <pc:sldMk cId="859132569" sldId="394"/>
            <ac:cxnSpMk id="82" creationId="{F9D2D489-1A23-BF1D-77A7-F4D6745036CE}"/>
          </ac:cxnSpMkLst>
        </pc:cxnChg>
        <pc:cxnChg chg="add del mod">
          <ac:chgData name="Mayu Ninagawa (蜷川 真優 GE)" userId="15d22be4-2d84-414d-ac66-ca09a50eae87" providerId="ADAL" clId="{2A43D1C7-C612-4547-BA11-3049DC01C97C}" dt="2026-01-29T08:14:51.550" v="6659" actId="478"/>
          <ac:cxnSpMkLst>
            <pc:docMk/>
            <pc:sldMk cId="859132569" sldId="394"/>
            <ac:cxnSpMk id="93" creationId="{B8EEFB08-AE3C-6CF3-246D-7B9F78F08189}"/>
          </ac:cxnSpMkLst>
        </pc:cxnChg>
        <pc:cxnChg chg="mod">
          <ac:chgData name="Mayu Ninagawa (蜷川 真優 GE)" userId="15d22be4-2d84-414d-ac66-ca09a50eae87" providerId="ADAL" clId="{2A43D1C7-C612-4547-BA11-3049DC01C97C}" dt="2026-01-20T11:28:01.068" v="3134"/>
          <ac:cxnSpMkLst>
            <pc:docMk/>
            <pc:sldMk cId="859132569" sldId="394"/>
            <ac:cxnSpMk id="242" creationId="{3D95654D-9AAE-5F23-A95E-DC238A257C1C}"/>
          </ac:cxnSpMkLst>
        </pc:cxnChg>
        <pc:cxnChg chg="mod">
          <ac:chgData name="Mayu Ninagawa (蜷川 真優 GE)" userId="15d22be4-2d84-414d-ac66-ca09a50eae87" providerId="ADAL" clId="{2A43D1C7-C612-4547-BA11-3049DC01C97C}" dt="2026-01-20T11:28:01.068" v="3134"/>
          <ac:cxnSpMkLst>
            <pc:docMk/>
            <pc:sldMk cId="859132569" sldId="394"/>
            <ac:cxnSpMk id="243" creationId="{441189AA-B3CF-C515-8CFD-A9EF17AD0094}"/>
          </ac:cxnSpMkLst>
        </pc:cxnChg>
        <pc:cxnChg chg="mod">
          <ac:chgData name="Mayu Ninagawa (蜷川 真優 GE)" userId="15d22be4-2d84-414d-ac66-ca09a50eae87" providerId="ADAL" clId="{2A43D1C7-C612-4547-BA11-3049DC01C97C}" dt="2026-01-20T11:28:01.068" v="3134"/>
          <ac:cxnSpMkLst>
            <pc:docMk/>
            <pc:sldMk cId="859132569" sldId="394"/>
            <ac:cxnSpMk id="244" creationId="{97ED4201-8962-67EE-538B-15CB1865DBE8}"/>
          </ac:cxnSpMkLst>
        </pc:cxnChg>
        <pc:cxnChg chg="mod">
          <ac:chgData name="Mayu Ninagawa (蜷川 真優 GE)" userId="15d22be4-2d84-414d-ac66-ca09a50eae87" providerId="ADAL" clId="{2A43D1C7-C612-4547-BA11-3049DC01C97C}" dt="2026-01-20T11:50:42.628" v="3282"/>
          <ac:cxnSpMkLst>
            <pc:docMk/>
            <pc:sldMk cId="859132569" sldId="394"/>
            <ac:cxnSpMk id="262" creationId="{635FD492-AF02-968D-C71F-3EF212B4BF5F}"/>
          </ac:cxnSpMkLst>
        </pc:cxnChg>
        <pc:cxnChg chg="mod">
          <ac:chgData name="Mayu Ninagawa (蜷川 真優 GE)" userId="15d22be4-2d84-414d-ac66-ca09a50eae87" providerId="ADAL" clId="{2A43D1C7-C612-4547-BA11-3049DC01C97C}" dt="2026-01-20T11:50:42.628" v="3282"/>
          <ac:cxnSpMkLst>
            <pc:docMk/>
            <pc:sldMk cId="859132569" sldId="394"/>
            <ac:cxnSpMk id="263" creationId="{6ACE1B25-AA40-36F4-3249-F5DCF4CE95B0}"/>
          </ac:cxnSpMkLst>
        </pc:cxnChg>
        <pc:cxnChg chg="mod">
          <ac:chgData name="Mayu Ninagawa (蜷川 真優 GE)" userId="15d22be4-2d84-414d-ac66-ca09a50eae87" providerId="ADAL" clId="{2A43D1C7-C612-4547-BA11-3049DC01C97C}" dt="2026-01-20T11:50:42.628" v="3282"/>
          <ac:cxnSpMkLst>
            <pc:docMk/>
            <pc:sldMk cId="859132569" sldId="394"/>
            <ac:cxnSpMk id="264" creationId="{DBB1D42B-9CE0-671A-2944-83EC7721A21A}"/>
          </ac:cxnSpMkLst>
        </pc:cxnChg>
        <pc:cxnChg chg="del mod topLvl">
          <ac:chgData name="Mayu Ninagawa (蜷川 真優 GE)" userId="15d22be4-2d84-414d-ac66-ca09a50eae87" providerId="ADAL" clId="{2A43D1C7-C612-4547-BA11-3049DC01C97C}" dt="2026-01-22T02:20:36.518" v="3443" actId="478"/>
          <ac:cxnSpMkLst>
            <pc:docMk/>
            <pc:sldMk cId="859132569" sldId="394"/>
            <ac:cxnSpMk id="336" creationId="{ABF94E0A-89F7-885F-5F88-0FC6D2C6F05C}"/>
          </ac:cxnSpMkLst>
        </pc:cxnChg>
        <pc:cxnChg chg="del mod topLvl">
          <ac:chgData name="Mayu Ninagawa (蜷川 真優 GE)" userId="15d22be4-2d84-414d-ac66-ca09a50eae87" providerId="ADAL" clId="{2A43D1C7-C612-4547-BA11-3049DC01C97C}" dt="2026-01-22T02:20:36.518" v="3443" actId="478"/>
          <ac:cxnSpMkLst>
            <pc:docMk/>
            <pc:sldMk cId="859132569" sldId="394"/>
            <ac:cxnSpMk id="337" creationId="{5828499C-8D09-3521-785C-F3C53F59A33F}"/>
          </ac:cxnSpMkLst>
        </pc:cxnChg>
        <pc:cxnChg chg="del mod topLvl">
          <ac:chgData name="Mayu Ninagawa (蜷川 真優 GE)" userId="15d22be4-2d84-414d-ac66-ca09a50eae87" providerId="ADAL" clId="{2A43D1C7-C612-4547-BA11-3049DC01C97C}" dt="2026-01-22T02:20:36.518" v="3443" actId="478"/>
          <ac:cxnSpMkLst>
            <pc:docMk/>
            <pc:sldMk cId="859132569" sldId="394"/>
            <ac:cxnSpMk id="338" creationId="{FF4878F1-1E3F-6C5F-99BB-0C2C624E7049}"/>
          </ac:cxnSpMkLst>
        </pc:cxnChg>
        <pc:cxnChg chg="del mod">
          <ac:chgData name="Mayu Ninagawa (蜷川 真優 GE)" userId="15d22be4-2d84-414d-ac66-ca09a50eae87" providerId="ADAL" clId="{2A43D1C7-C612-4547-BA11-3049DC01C97C}" dt="2026-01-22T02:52:30.791" v="3836" actId="478"/>
          <ac:cxnSpMkLst>
            <pc:docMk/>
            <pc:sldMk cId="859132569" sldId="394"/>
            <ac:cxnSpMk id="485" creationId="{5D9F2252-FF52-72F1-5DFA-3FB7E211FC9F}"/>
          </ac:cxnSpMkLst>
        </pc:cxnChg>
        <pc:cxnChg chg="del mod">
          <ac:chgData name="Mayu Ninagawa (蜷川 真優 GE)" userId="15d22be4-2d84-414d-ac66-ca09a50eae87" providerId="ADAL" clId="{2A43D1C7-C612-4547-BA11-3049DC01C97C}" dt="2026-01-22T02:52:33.198" v="3837" actId="478"/>
          <ac:cxnSpMkLst>
            <pc:docMk/>
            <pc:sldMk cId="859132569" sldId="394"/>
            <ac:cxnSpMk id="486" creationId="{F410FB85-6C70-B3AC-727E-01C99194F1D1}"/>
          </ac:cxnSpMkLst>
        </pc:cxnChg>
        <pc:cxnChg chg="del mod">
          <ac:chgData name="Mayu Ninagawa (蜷川 真優 GE)" userId="15d22be4-2d84-414d-ac66-ca09a50eae87" providerId="ADAL" clId="{2A43D1C7-C612-4547-BA11-3049DC01C97C}" dt="2026-01-22T02:52:30.791" v="3836" actId="478"/>
          <ac:cxnSpMkLst>
            <pc:docMk/>
            <pc:sldMk cId="859132569" sldId="394"/>
            <ac:cxnSpMk id="487" creationId="{F72ADEC2-9808-EADE-F613-F1BDFB7F21FF}"/>
          </ac:cxnSpMkLst>
        </pc:cxnChg>
        <pc:cxnChg chg="mod">
          <ac:chgData name="Mayu Ninagawa (蜷川 真優 GE)" userId="15d22be4-2d84-414d-ac66-ca09a50eae87" providerId="ADAL" clId="{2A43D1C7-C612-4547-BA11-3049DC01C97C}" dt="2026-01-22T02:52:05.166" v="3822"/>
          <ac:cxnSpMkLst>
            <pc:docMk/>
            <pc:sldMk cId="859132569" sldId="394"/>
            <ac:cxnSpMk id="557" creationId="{4E3CD69E-25BB-C77F-60A7-97B5AB7EA3EB}"/>
          </ac:cxnSpMkLst>
        </pc:cxnChg>
        <pc:cxnChg chg="mod">
          <ac:chgData name="Mayu Ninagawa (蜷川 真優 GE)" userId="15d22be4-2d84-414d-ac66-ca09a50eae87" providerId="ADAL" clId="{2A43D1C7-C612-4547-BA11-3049DC01C97C}" dt="2026-01-22T02:52:05.166" v="3822"/>
          <ac:cxnSpMkLst>
            <pc:docMk/>
            <pc:sldMk cId="859132569" sldId="394"/>
            <ac:cxnSpMk id="558" creationId="{D48EBD07-F9C9-F002-6C8D-7E7D78B55701}"/>
          </ac:cxnSpMkLst>
        </pc:cxnChg>
        <pc:cxnChg chg="mod">
          <ac:chgData name="Mayu Ninagawa (蜷川 真優 GE)" userId="15d22be4-2d84-414d-ac66-ca09a50eae87" providerId="ADAL" clId="{2A43D1C7-C612-4547-BA11-3049DC01C97C}" dt="2026-01-22T02:52:05.166" v="3822"/>
          <ac:cxnSpMkLst>
            <pc:docMk/>
            <pc:sldMk cId="859132569" sldId="394"/>
            <ac:cxnSpMk id="559" creationId="{F793BF0F-FC26-41DB-6DBF-A39CE384B993}"/>
          </ac:cxnSpMkLst>
        </pc:cxnChg>
      </pc:sldChg>
      <pc:sldChg chg="addSp delSp modSp del mod ord">
        <pc:chgData name="Mayu Ninagawa (蜷川 真優 GE)" userId="15d22be4-2d84-414d-ac66-ca09a50eae87" providerId="ADAL" clId="{2A43D1C7-C612-4547-BA11-3049DC01C97C}" dt="2026-01-29T09:02:08.659" v="7078" actId="47"/>
        <pc:sldMkLst>
          <pc:docMk/>
          <pc:sldMk cId="387616033" sldId="396"/>
        </pc:sldMkLst>
        <pc:spChg chg="mod">
          <ac:chgData name="Mayu Ninagawa (蜷川 真優 GE)" userId="15d22be4-2d84-414d-ac66-ca09a50eae87" providerId="ADAL" clId="{2A43D1C7-C612-4547-BA11-3049DC01C97C}" dt="2026-01-20T11:48:27.439" v="3271"/>
          <ac:spMkLst>
            <pc:docMk/>
            <pc:sldMk cId="387616033" sldId="396"/>
            <ac:spMk id="3" creationId="{94FABB5C-734F-3BBD-2F17-0F8B18E21512}"/>
          </ac:spMkLst>
        </pc:spChg>
        <pc:spChg chg="mod">
          <ac:chgData name="Mayu Ninagawa (蜷川 真優 GE)" userId="15d22be4-2d84-414d-ac66-ca09a50eae87" providerId="ADAL" clId="{2A43D1C7-C612-4547-BA11-3049DC01C97C}" dt="2026-01-20T10:48:17.663" v="2755"/>
          <ac:spMkLst>
            <pc:docMk/>
            <pc:sldMk cId="387616033" sldId="396"/>
            <ac:spMk id="4" creationId="{50960DE6-5F4C-B899-A554-9893C827A655}"/>
          </ac:spMkLst>
        </pc:spChg>
        <pc:spChg chg="mod">
          <ac:chgData name="Mayu Ninagawa (蜷川 真優 GE)" userId="15d22be4-2d84-414d-ac66-ca09a50eae87" providerId="ADAL" clId="{2A43D1C7-C612-4547-BA11-3049DC01C97C}" dt="2026-01-20T11:48:27.439" v="3271"/>
          <ac:spMkLst>
            <pc:docMk/>
            <pc:sldMk cId="387616033" sldId="396"/>
            <ac:spMk id="4" creationId="{A7494914-0609-2036-0035-6B73894808E8}"/>
          </ac:spMkLst>
        </pc:spChg>
        <pc:spChg chg="mod">
          <ac:chgData name="Mayu Ninagawa (蜷川 真優 GE)" userId="15d22be4-2d84-414d-ac66-ca09a50eae87" providerId="ADAL" clId="{2A43D1C7-C612-4547-BA11-3049DC01C97C}" dt="2026-01-20T11:48:27.439" v="3271"/>
          <ac:spMkLst>
            <pc:docMk/>
            <pc:sldMk cId="387616033" sldId="396"/>
            <ac:spMk id="5" creationId="{3AF30703-133D-0CF5-CD82-4011CF6EEEB8}"/>
          </ac:spMkLst>
        </pc:spChg>
        <pc:spChg chg="mod">
          <ac:chgData name="Mayu Ninagawa (蜷川 真優 GE)" userId="15d22be4-2d84-414d-ac66-ca09a50eae87" providerId="ADAL" clId="{2A43D1C7-C612-4547-BA11-3049DC01C97C}" dt="2026-01-20T10:48:17.663" v="2755"/>
          <ac:spMkLst>
            <pc:docMk/>
            <pc:sldMk cId="387616033" sldId="396"/>
            <ac:spMk id="5" creationId="{E086F94E-BBB6-D9C4-CAFF-9DC61C56F81F}"/>
          </ac:spMkLst>
        </pc:spChg>
        <pc:spChg chg="mod">
          <ac:chgData name="Mayu Ninagawa (蜷川 真優 GE)" userId="15d22be4-2d84-414d-ac66-ca09a50eae87" providerId="ADAL" clId="{2A43D1C7-C612-4547-BA11-3049DC01C97C}" dt="2026-01-20T11:48:27.439" v="3271"/>
          <ac:spMkLst>
            <pc:docMk/>
            <pc:sldMk cId="387616033" sldId="396"/>
            <ac:spMk id="6" creationId="{06C77346-AB2D-E460-0D70-824E1A8025DD}"/>
          </ac:spMkLst>
        </pc:spChg>
        <pc:spChg chg="mod">
          <ac:chgData name="Mayu Ninagawa (蜷川 真優 GE)" userId="15d22be4-2d84-414d-ac66-ca09a50eae87" providerId="ADAL" clId="{2A43D1C7-C612-4547-BA11-3049DC01C97C}" dt="2026-01-20T10:48:17.663" v="2755"/>
          <ac:spMkLst>
            <pc:docMk/>
            <pc:sldMk cId="387616033" sldId="396"/>
            <ac:spMk id="6" creationId="{08313E35-5309-A6D5-9AC4-05263BBC967E}"/>
          </ac:spMkLst>
        </pc:spChg>
        <pc:spChg chg="mod">
          <ac:chgData name="Mayu Ninagawa (蜷川 真優 GE)" userId="15d22be4-2d84-414d-ac66-ca09a50eae87" providerId="ADAL" clId="{2A43D1C7-C612-4547-BA11-3049DC01C97C}" dt="2026-01-20T10:48:17.663" v="2755"/>
          <ac:spMkLst>
            <pc:docMk/>
            <pc:sldMk cId="387616033" sldId="396"/>
            <ac:spMk id="7" creationId="{9936C51E-692A-C15C-FE97-FF63B8797A96}"/>
          </ac:spMkLst>
        </pc:spChg>
        <pc:spChg chg="mod">
          <ac:chgData name="Mayu Ninagawa (蜷川 真優 GE)" userId="15d22be4-2d84-414d-ac66-ca09a50eae87" providerId="ADAL" clId="{2A43D1C7-C612-4547-BA11-3049DC01C97C}" dt="2026-01-20T11:48:27.439" v="3271"/>
          <ac:spMkLst>
            <pc:docMk/>
            <pc:sldMk cId="387616033" sldId="396"/>
            <ac:spMk id="7" creationId="{A95061FD-F6DB-DB25-0DC5-AB980B62BBD2}"/>
          </ac:spMkLst>
        </pc:spChg>
        <pc:spChg chg="mod topLvl">
          <ac:chgData name="Mayu Ninagawa (蜷川 真優 GE)" userId="15d22be4-2d84-414d-ac66-ca09a50eae87" providerId="ADAL" clId="{2A43D1C7-C612-4547-BA11-3049DC01C97C}" dt="2026-01-29T06:57:06.102" v="6345" actId="164"/>
          <ac:spMkLst>
            <pc:docMk/>
            <pc:sldMk cId="387616033" sldId="396"/>
            <ac:spMk id="8" creationId="{5A0139CA-D3AE-7F2D-17DE-A9496788F659}"/>
          </ac:spMkLst>
        </pc:spChg>
        <pc:spChg chg="mod topLvl">
          <ac:chgData name="Mayu Ninagawa (蜷川 真優 GE)" userId="15d22be4-2d84-414d-ac66-ca09a50eae87" providerId="ADAL" clId="{2A43D1C7-C612-4547-BA11-3049DC01C97C}" dt="2026-01-29T06:57:06.102" v="6345" actId="164"/>
          <ac:spMkLst>
            <pc:docMk/>
            <pc:sldMk cId="387616033" sldId="396"/>
            <ac:spMk id="9" creationId="{56CDE23B-61B5-44E4-689D-8F399503CCB1}"/>
          </ac:spMkLst>
        </pc:spChg>
        <pc:spChg chg="add mod">
          <ac:chgData name="Mayu Ninagawa (蜷川 真優 GE)" userId="15d22be4-2d84-414d-ac66-ca09a50eae87" providerId="ADAL" clId="{2A43D1C7-C612-4547-BA11-3049DC01C97C}" dt="2026-01-29T06:45:42.054" v="6210" actId="1076"/>
          <ac:spMkLst>
            <pc:docMk/>
            <pc:sldMk cId="387616033" sldId="396"/>
            <ac:spMk id="10" creationId="{2419EBF9-4C51-6654-32D2-53B5D6E8BA02}"/>
          </ac:spMkLst>
        </pc:spChg>
        <pc:spChg chg="mod">
          <ac:chgData name="Mayu Ninagawa (蜷川 真優 GE)" userId="15d22be4-2d84-414d-ac66-ca09a50eae87" providerId="ADAL" clId="{2A43D1C7-C612-4547-BA11-3049DC01C97C}" dt="2026-01-20T10:48:17.663" v="2755"/>
          <ac:spMkLst>
            <pc:docMk/>
            <pc:sldMk cId="387616033" sldId="396"/>
            <ac:spMk id="10" creationId="{281824FA-0D44-FF99-D800-370304310171}"/>
          </ac:spMkLst>
        </pc:spChg>
        <pc:spChg chg="del mod">
          <ac:chgData name="Mayu Ninagawa (蜷川 真優 GE)" userId="15d22be4-2d84-414d-ac66-ca09a50eae87" providerId="ADAL" clId="{2A43D1C7-C612-4547-BA11-3049DC01C97C}" dt="2026-01-22T03:12:37.596" v="4313" actId="478"/>
          <ac:spMkLst>
            <pc:docMk/>
            <pc:sldMk cId="387616033" sldId="396"/>
            <ac:spMk id="10" creationId="{F3D4B1E5-D300-6EB3-086A-9F234837F28C}"/>
          </ac:spMkLst>
        </pc:spChg>
        <pc:spChg chg="del mod">
          <ac:chgData name="Mayu Ninagawa (蜷川 真優 GE)" userId="15d22be4-2d84-414d-ac66-ca09a50eae87" providerId="ADAL" clId="{2A43D1C7-C612-4547-BA11-3049DC01C97C}" dt="2026-01-20T10:49:32.373" v="2771" actId="478"/>
          <ac:spMkLst>
            <pc:docMk/>
            <pc:sldMk cId="387616033" sldId="396"/>
            <ac:spMk id="11" creationId="{BC05B1E1-73E2-B65D-19B0-72877B9DB03A}"/>
          </ac:spMkLst>
        </pc:spChg>
        <pc:spChg chg="mod">
          <ac:chgData name="Mayu Ninagawa (蜷川 真優 GE)" userId="15d22be4-2d84-414d-ac66-ca09a50eae87" providerId="ADAL" clId="{2A43D1C7-C612-4547-BA11-3049DC01C97C}" dt="2026-01-20T11:48:27.439" v="3271"/>
          <ac:spMkLst>
            <pc:docMk/>
            <pc:sldMk cId="387616033" sldId="396"/>
            <ac:spMk id="11" creationId="{D7FA2674-BE2C-4AEA-5073-F70BC515DDFA}"/>
          </ac:spMkLst>
        </pc:spChg>
        <pc:spChg chg="mod">
          <ac:chgData name="Mayu Ninagawa (蜷川 真優 GE)" userId="15d22be4-2d84-414d-ac66-ca09a50eae87" providerId="ADAL" clId="{2A43D1C7-C612-4547-BA11-3049DC01C97C}" dt="2026-01-20T10:48:17.663" v="2755"/>
          <ac:spMkLst>
            <pc:docMk/>
            <pc:sldMk cId="387616033" sldId="396"/>
            <ac:spMk id="12" creationId="{3F9D750A-497D-601B-4326-5BCBAB5E62AF}"/>
          </ac:spMkLst>
        </pc:spChg>
        <pc:spChg chg="mod">
          <ac:chgData name="Mayu Ninagawa (蜷川 真優 GE)" userId="15d22be4-2d84-414d-ac66-ca09a50eae87" providerId="ADAL" clId="{2A43D1C7-C612-4547-BA11-3049DC01C97C}" dt="2026-01-20T11:48:27.439" v="3271"/>
          <ac:spMkLst>
            <pc:docMk/>
            <pc:sldMk cId="387616033" sldId="396"/>
            <ac:spMk id="12" creationId="{5E1DE4E8-D799-EF35-BC48-22EEB7B49FBC}"/>
          </ac:spMkLst>
        </pc:spChg>
        <pc:spChg chg="mod">
          <ac:chgData name="Mayu Ninagawa (蜷川 真優 GE)" userId="15d22be4-2d84-414d-ac66-ca09a50eae87" providerId="ADAL" clId="{2A43D1C7-C612-4547-BA11-3049DC01C97C}" dt="2026-01-20T10:48:17.663" v="2755"/>
          <ac:spMkLst>
            <pc:docMk/>
            <pc:sldMk cId="387616033" sldId="396"/>
            <ac:spMk id="13" creationId="{B7C99E37-E3EB-AAC8-04DC-93D8F04709E5}"/>
          </ac:spMkLst>
        </pc:spChg>
        <pc:spChg chg="mod">
          <ac:chgData name="Mayu Ninagawa (蜷川 真優 GE)" userId="15d22be4-2d84-414d-ac66-ca09a50eae87" providerId="ADAL" clId="{2A43D1C7-C612-4547-BA11-3049DC01C97C}" dt="2026-01-20T11:48:27.439" v="3271"/>
          <ac:spMkLst>
            <pc:docMk/>
            <pc:sldMk cId="387616033" sldId="396"/>
            <ac:spMk id="13" creationId="{DA998546-C5C5-1A10-097A-8FEC8D94BB4B}"/>
          </ac:spMkLst>
        </pc:spChg>
        <pc:spChg chg="mod">
          <ac:chgData name="Mayu Ninagawa (蜷川 真優 GE)" userId="15d22be4-2d84-414d-ac66-ca09a50eae87" providerId="ADAL" clId="{2A43D1C7-C612-4547-BA11-3049DC01C97C}" dt="2026-01-20T11:48:27.439" v="3271"/>
          <ac:spMkLst>
            <pc:docMk/>
            <pc:sldMk cId="387616033" sldId="396"/>
            <ac:spMk id="14" creationId="{5935D419-8634-03CC-BB37-BD2693BA04BF}"/>
          </ac:spMkLst>
        </pc:spChg>
        <pc:spChg chg="mod">
          <ac:chgData name="Mayu Ninagawa (蜷川 真優 GE)" userId="15d22be4-2d84-414d-ac66-ca09a50eae87" providerId="ADAL" clId="{2A43D1C7-C612-4547-BA11-3049DC01C97C}" dt="2026-01-20T11:48:27.439" v="3271"/>
          <ac:spMkLst>
            <pc:docMk/>
            <pc:sldMk cId="387616033" sldId="396"/>
            <ac:spMk id="15" creationId="{B1EE3D47-64BE-2424-6E61-1A77E3EC06A6}"/>
          </ac:spMkLst>
        </pc:spChg>
        <pc:spChg chg="mod">
          <ac:chgData name="Mayu Ninagawa (蜷川 真優 GE)" userId="15d22be4-2d84-414d-ac66-ca09a50eae87" providerId="ADAL" clId="{2A43D1C7-C612-4547-BA11-3049DC01C97C}" dt="2026-01-20T10:48:17.663" v="2755"/>
          <ac:spMkLst>
            <pc:docMk/>
            <pc:sldMk cId="387616033" sldId="396"/>
            <ac:spMk id="15" creationId="{B8DBCF09-79C6-275A-9389-B68F6DDD788D}"/>
          </ac:spMkLst>
        </pc:spChg>
        <pc:spChg chg="mod">
          <ac:chgData name="Mayu Ninagawa (蜷川 真優 GE)" userId="15d22be4-2d84-414d-ac66-ca09a50eae87" providerId="ADAL" clId="{2A43D1C7-C612-4547-BA11-3049DC01C97C}" dt="2026-01-20T11:48:27.439" v="3271"/>
          <ac:spMkLst>
            <pc:docMk/>
            <pc:sldMk cId="387616033" sldId="396"/>
            <ac:spMk id="16" creationId="{E0F16241-0199-E11B-DCE1-66DEA0DF1AE0}"/>
          </ac:spMkLst>
        </pc:spChg>
        <pc:spChg chg="mod">
          <ac:chgData name="Mayu Ninagawa (蜷川 真優 GE)" userId="15d22be4-2d84-414d-ac66-ca09a50eae87" providerId="ADAL" clId="{2A43D1C7-C612-4547-BA11-3049DC01C97C}" dt="2026-01-20T11:48:27.439" v="3271"/>
          <ac:spMkLst>
            <pc:docMk/>
            <pc:sldMk cId="387616033" sldId="396"/>
            <ac:spMk id="17" creationId="{00FD8CD2-C613-DF62-D5F8-DC40A8A315DB}"/>
          </ac:spMkLst>
        </pc:spChg>
        <pc:spChg chg="mod">
          <ac:chgData name="Mayu Ninagawa (蜷川 真優 GE)" userId="15d22be4-2d84-414d-ac66-ca09a50eae87" providerId="ADAL" clId="{2A43D1C7-C612-4547-BA11-3049DC01C97C}" dt="2026-01-20T10:48:17.663" v="2755"/>
          <ac:spMkLst>
            <pc:docMk/>
            <pc:sldMk cId="387616033" sldId="396"/>
            <ac:spMk id="17" creationId="{01F5B6BF-011B-9674-71E7-D625671C9D33}"/>
          </ac:spMkLst>
        </pc:spChg>
        <pc:spChg chg="mod">
          <ac:chgData name="Mayu Ninagawa (蜷川 真優 GE)" userId="15d22be4-2d84-414d-ac66-ca09a50eae87" providerId="ADAL" clId="{2A43D1C7-C612-4547-BA11-3049DC01C97C}" dt="2026-01-20T11:48:27.439" v="3271"/>
          <ac:spMkLst>
            <pc:docMk/>
            <pc:sldMk cId="387616033" sldId="396"/>
            <ac:spMk id="18" creationId="{5E106ED2-3C7A-FAB0-9675-DDDC86A1E08C}"/>
          </ac:spMkLst>
        </pc:spChg>
        <pc:spChg chg="mod">
          <ac:chgData name="Mayu Ninagawa (蜷川 真優 GE)" userId="15d22be4-2d84-414d-ac66-ca09a50eae87" providerId="ADAL" clId="{2A43D1C7-C612-4547-BA11-3049DC01C97C}" dt="2026-01-20T10:48:17.663" v="2755"/>
          <ac:spMkLst>
            <pc:docMk/>
            <pc:sldMk cId="387616033" sldId="396"/>
            <ac:spMk id="18" creationId="{B4BAEE6A-EB44-8C6F-9E46-1E274C0A0BC4}"/>
          </ac:spMkLst>
        </pc:spChg>
        <pc:spChg chg="mod">
          <ac:chgData name="Mayu Ninagawa (蜷川 真優 GE)" userId="15d22be4-2d84-414d-ac66-ca09a50eae87" providerId="ADAL" clId="{2A43D1C7-C612-4547-BA11-3049DC01C97C}" dt="2026-01-20T11:48:27.439" v="3271"/>
          <ac:spMkLst>
            <pc:docMk/>
            <pc:sldMk cId="387616033" sldId="396"/>
            <ac:spMk id="19" creationId="{3ACAF9EF-89EF-06ED-C18E-3E939C247B37}"/>
          </ac:spMkLst>
        </pc:spChg>
        <pc:spChg chg="del mod topLvl">
          <ac:chgData name="Mayu Ninagawa (蜷川 真優 GE)" userId="15d22be4-2d84-414d-ac66-ca09a50eae87" providerId="ADAL" clId="{2A43D1C7-C612-4547-BA11-3049DC01C97C}" dt="2026-01-20T10:53:50.603" v="2791" actId="478"/>
          <ac:spMkLst>
            <pc:docMk/>
            <pc:sldMk cId="387616033" sldId="396"/>
            <ac:spMk id="19" creationId="{D3CF07E0-554B-C730-01D9-B04B17A7C28A}"/>
          </ac:spMkLst>
        </pc:spChg>
        <pc:spChg chg="mod">
          <ac:chgData name="Mayu Ninagawa (蜷川 真優 GE)" userId="15d22be4-2d84-414d-ac66-ca09a50eae87" providerId="ADAL" clId="{2A43D1C7-C612-4547-BA11-3049DC01C97C}" dt="2026-01-20T10:48:17.663" v="2755"/>
          <ac:spMkLst>
            <pc:docMk/>
            <pc:sldMk cId="387616033" sldId="396"/>
            <ac:spMk id="20" creationId="{04905BB9-D1CA-1B76-6D86-A1C189FB9642}"/>
          </ac:spMkLst>
        </pc:spChg>
        <pc:spChg chg="mod">
          <ac:chgData name="Mayu Ninagawa (蜷川 真優 GE)" userId="15d22be4-2d84-414d-ac66-ca09a50eae87" providerId="ADAL" clId="{2A43D1C7-C612-4547-BA11-3049DC01C97C}" dt="2026-01-20T11:48:27.439" v="3271"/>
          <ac:spMkLst>
            <pc:docMk/>
            <pc:sldMk cId="387616033" sldId="396"/>
            <ac:spMk id="20" creationId="{6ECE6814-B749-BCC1-60BF-1653DECD5F8C}"/>
          </ac:spMkLst>
        </pc:spChg>
        <pc:spChg chg="mod topLvl">
          <ac:chgData name="Mayu Ninagawa (蜷川 真優 GE)" userId="15d22be4-2d84-414d-ac66-ca09a50eae87" providerId="ADAL" clId="{2A43D1C7-C612-4547-BA11-3049DC01C97C}" dt="2026-01-29T06:57:06.102" v="6345" actId="164"/>
          <ac:spMkLst>
            <pc:docMk/>
            <pc:sldMk cId="387616033" sldId="396"/>
            <ac:spMk id="21" creationId="{E6E69AF4-C028-5D89-108A-C6D5C160BB9C}"/>
          </ac:spMkLst>
        </pc:spChg>
        <pc:spChg chg="mod">
          <ac:chgData name="Mayu Ninagawa (蜷川 真優 GE)" userId="15d22be4-2d84-414d-ac66-ca09a50eae87" providerId="ADAL" clId="{2A43D1C7-C612-4547-BA11-3049DC01C97C}" dt="2026-01-20T11:48:27.439" v="3271"/>
          <ac:spMkLst>
            <pc:docMk/>
            <pc:sldMk cId="387616033" sldId="396"/>
            <ac:spMk id="22" creationId="{A42D52BF-5949-141D-D7E0-BD0FE9D503CA}"/>
          </ac:spMkLst>
        </pc:spChg>
        <pc:spChg chg="mod">
          <ac:chgData name="Mayu Ninagawa (蜷川 真優 GE)" userId="15d22be4-2d84-414d-ac66-ca09a50eae87" providerId="ADAL" clId="{2A43D1C7-C612-4547-BA11-3049DC01C97C}" dt="2026-01-20T10:48:17.663" v="2755"/>
          <ac:spMkLst>
            <pc:docMk/>
            <pc:sldMk cId="387616033" sldId="396"/>
            <ac:spMk id="23" creationId="{006FEF91-2F72-5C27-721E-EE08F8B60345}"/>
          </ac:spMkLst>
        </pc:spChg>
        <pc:spChg chg="mod">
          <ac:chgData name="Mayu Ninagawa (蜷川 真優 GE)" userId="15d22be4-2d84-414d-ac66-ca09a50eae87" providerId="ADAL" clId="{2A43D1C7-C612-4547-BA11-3049DC01C97C}" dt="2026-01-20T11:48:27.439" v="3271"/>
          <ac:spMkLst>
            <pc:docMk/>
            <pc:sldMk cId="387616033" sldId="396"/>
            <ac:spMk id="23" creationId="{2C8B0D44-83DE-AC72-9EAB-228F5551882A}"/>
          </ac:spMkLst>
        </pc:spChg>
        <pc:spChg chg="mod">
          <ac:chgData name="Mayu Ninagawa (蜷川 真優 GE)" userId="15d22be4-2d84-414d-ac66-ca09a50eae87" providerId="ADAL" clId="{2A43D1C7-C612-4547-BA11-3049DC01C97C}" dt="2026-01-20T11:48:27.439" v="3271"/>
          <ac:spMkLst>
            <pc:docMk/>
            <pc:sldMk cId="387616033" sldId="396"/>
            <ac:spMk id="24" creationId="{A306B9D7-6BAA-FBE3-CED3-5E5723B91500}"/>
          </ac:spMkLst>
        </pc:spChg>
        <pc:spChg chg="mod">
          <ac:chgData name="Mayu Ninagawa (蜷川 真優 GE)" userId="15d22be4-2d84-414d-ac66-ca09a50eae87" providerId="ADAL" clId="{2A43D1C7-C612-4547-BA11-3049DC01C97C}" dt="2026-01-20T10:48:17.663" v="2755"/>
          <ac:spMkLst>
            <pc:docMk/>
            <pc:sldMk cId="387616033" sldId="396"/>
            <ac:spMk id="24" creationId="{ED793A52-4263-69A0-9EB4-23C11F74DB67}"/>
          </ac:spMkLst>
        </pc:spChg>
        <pc:spChg chg="mod">
          <ac:chgData name="Mayu Ninagawa (蜷川 真優 GE)" userId="15d22be4-2d84-414d-ac66-ca09a50eae87" providerId="ADAL" clId="{2A43D1C7-C612-4547-BA11-3049DC01C97C}" dt="2026-01-20T11:48:27.439" v="3271"/>
          <ac:spMkLst>
            <pc:docMk/>
            <pc:sldMk cId="387616033" sldId="396"/>
            <ac:spMk id="25" creationId="{0676CCD3-1F1B-DEF0-B826-A3BB4C0B1AD5}"/>
          </ac:spMkLst>
        </pc:spChg>
        <pc:spChg chg="mod">
          <ac:chgData name="Mayu Ninagawa (蜷川 真優 GE)" userId="15d22be4-2d84-414d-ac66-ca09a50eae87" providerId="ADAL" clId="{2A43D1C7-C612-4547-BA11-3049DC01C97C}" dt="2026-01-20T10:48:17.663" v="2755"/>
          <ac:spMkLst>
            <pc:docMk/>
            <pc:sldMk cId="387616033" sldId="396"/>
            <ac:spMk id="25" creationId="{78E163B7-AD1C-0158-6113-BF3B596F93B4}"/>
          </ac:spMkLst>
        </pc:spChg>
        <pc:spChg chg="mod">
          <ac:chgData name="Mayu Ninagawa (蜷川 真優 GE)" userId="15d22be4-2d84-414d-ac66-ca09a50eae87" providerId="ADAL" clId="{2A43D1C7-C612-4547-BA11-3049DC01C97C}" dt="2026-01-20T11:48:27.439" v="3271"/>
          <ac:spMkLst>
            <pc:docMk/>
            <pc:sldMk cId="387616033" sldId="396"/>
            <ac:spMk id="26" creationId="{471F5BAA-91DD-4378-5407-2E5D0F0E8E90}"/>
          </ac:spMkLst>
        </pc:spChg>
        <pc:spChg chg="mod">
          <ac:chgData name="Mayu Ninagawa (蜷川 真優 GE)" userId="15d22be4-2d84-414d-ac66-ca09a50eae87" providerId="ADAL" clId="{2A43D1C7-C612-4547-BA11-3049DC01C97C}" dt="2026-01-20T10:48:17.663" v="2755"/>
          <ac:spMkLst>
            <pc:docMk/>
            <pc:sldMk cId="387616033" sldId="396"/>
            <ac:spMk id="26" creationId="{67AD45D1-FB5D-5A91-67A5-D23553180803}"/>
          </ac:spMkLst>
        </pc:spChg>
        <pc:spChg chg="mod">
          <ac:chgData name="Mayu Ninagawa (蜷川 真優 GE)" userId="15d22be4-2d84-414d-ac66-ca09a50eae87" providerId="ADAL" clId="{2A43D1C7-C612-4547-BA11-3049DC01C97C}" dt="2026-01-20T10:48:17.663" v="2755"/>
          <ac:spMkLst>
            <pc:docMk/>
            <pc:sldMk cId="387616033" sldId="396"/>
            <ac:spMk id="27" creationId="{8CD91364-FA8F-2CA8-1647-A9F266813EE2}"/>
          </ac:spMkLst>
        </pc:spChg>
        <pc:spChg chg="mod">
          <ac:chgData name="Mayu Ninagawa (蜷川 真優 GE)" userId="15d22be4-2d84-414d-ac66-ca09a50eae87" providerId="ADAL" clId="{2A43D1C7-C612-4547-BA11-3049DC01C97C}" dt="2026-01-20T11:48:27.439" v="3271"/>
          <ac:spMkLst>
            <pc:docMk/>
            <pc:sldMk cId="387616033" sldId="396"/>
            <ac:spMk id="27" creationId="{F4D64AE7-54C9-468C-9880-935C5EFB1D96}"/>
          </ac:spMkLst>
        </pc:spChg>
        <pc:spChg chg="mod">
          <ac:chgData name="Mayu Ninagawa (蜷川 真優 GE)" userId="15d22be4-2d84-414d-ac66-ca09a50eae87" providerId="ADAL" clId="{2A43D1C7-C612-4547-BA11-3049DC01C97C}" dt="2026-01-20T11:48:27.439" v="3271"/>
          <ac:spMkLst>
            <pc:docMk/>
            <pc:sldMk cId="387616033" sldId="396"/>
            <ac:spMk id="28" creationId="{3724A962-DF39-1C0A-4F19-C523F36CEA75}"/>
          </ac:spMkLst>
        </pc:spChg>
        <pc:spChg chg="mod">
          <ac:chgData name="Mayu Ninagawa (蜷川 真優 GE)" userId="15d22be4-2d84-414d-ac66-ca09a50eae87" providerId="ADAL" clId="{2A43D1C7-C612-4547-BA11-3049DC01C97C}" dt="2026-01-20T10:48:17.663" v="2755"/>
          <ac:spMkLst>
            <pc:docMk/>
            <pc:sldMk cId="387616033" sldId="396"/>
            <ac:spMk id="28" creationId="{FF7AD21D-F02D-F050-AE1E-D0589B13A5ED}"/>
          </ac:spMkLst>
        </pc:spChg>
        <pc:spChg chg="mod">
          <ac:chgData name="Mayu Ninagawa (蜷川 真優 GE)" userId="15d22be4-2d84-414d-ac66-ca09a50eae87" providerId="ADAL" clId="{2A43D1C7-C612-4547-BA11-3049DC01C97C}" dt="2026-01-20T11:48:27.439" v="3271"/>
          <ac:spMkLst>
            <pc:docMk/>
            <pc:sldMk cId="387616033" sldId="396"/>
            <ac:spMk id="29" creationId="{64340C67-FBED-CEFA-F5EF-3B9AA64BCFB6}"/>
          </ac:spMkLst>
        </pc:spChg>
        <pc:spChg chg="mod">
          <ac:chgData name="Mayu Ninagawa (蜷川 真優 GE)" userId="15d22be4-2d84-414d-ac66-ca09a50eae87" providerId="ADAL" clId="{2A43D1C7-C612-4547-BA11-3049DC01C97C}" dt="2026-01-20T10:48:17.663" v="2755"/>
          <ac:spMkLst>
            <pc:docMk/>
            <pc:sldMk cId="387616033" sldId="396"/>
            <ac:spMk id="29" creationId="{E97749CE-7ADC-F73C-4CEB-DD3DBAD194ED}"/>
          </ac:spMkLst>
        </pc:spChg>
        <pc:spChg chg="mod">
          <ac:chgData name="Mayu Ninagawa (蜷川 真優 GE)" userId="15d22be4-2d84-414d-ac66-ca09a50eae87" providerId="ADAL" clId="{2A43D1C7-C612-4547-BA11-3049DC01C97C}" dt="2026-01-20T10:48:17.663" v="2755"/>
          <ac:spMkLst>
            <pc:docMk/>
            <pc:sldMk cId="387616033" sldId="396"/>
            <ac:spMk id="30" creationId="{59990C2F-3E21-736B-6B15-9D7829B9F33B}"/>
          </ac:spMkLst>
        </pc:spChg>
        <pc:spChg chg="mod">
          <ac:chgData name="Mayu Ninagawa (蜷川 真優 GE)" userId="15d22be4-2d84-414d-ac66-ca09a50eae87" providerId="ADAL" clId="{2A43D1C7-C612-4547-BA11-3049DC01C97C}" dt="2026-01-20T11:48:27.439" v="3271"/>
          <ac:spMkLst>
            <pc:docMk/>
            <pc:sldMk cId="387616033" sldId="396"/>
            <ac:spMk id="30" creationId="{CFA533F6-32EF-1823-8D86-5C3ACE84C439}"/>
          </ac:spMkLst>
        </pc:spChg>
        <pc:spChg chg="mod">
          <ac:chgData name="Mayu Ninagawa (蜷川 真優 GE)" userId="15d22be4-2d84-414d-ac66-ca09a50eae87" providerId="ADAL" clId="{2A43D1C7-C612-4547-BA11-3049DC01C97C}" dt="2026-01-20T11:48:27.439" v="3271"/>
          <ac:spMkLst>
            <pc:docMk/>
            <pc:sldMk cId="387616033" sldId="396"/>
            <ac:spMk id="31" creationId="{D2DD4C82-9695-62FB-DAEA-BE5F5BA1DAE8}"/>
          </ac:spMkLst>
        </pc:spChg>
        <pc:spChg chg="mod">
          <ac:chgData name="Mayu Ninagawa (蜷川 真優 GE)" userId="15d22be4-2d84-414d-ac66-ca09a50eae87" providerId="ADAL" clId="{2A43D1C7-C612-4547-BA11-3049DC01C97C}" dt="2026-01-20T10:48:17.663" v="2755"/>
          <ac:spMkLst>
            <pc:docMk/>
            <pc:sldMk cId="387616033" sldId="396"/>
            <ac:spMk id="31" creationId="{EF6962DB-06B0-7015-D07B-E99B4D19938A}"/>
          </ac:spMkLst>
        </pc:spChg>
        <pc:spChg chg="mod">
          <ac:chgData name="Mayu Ninagawa (蜷川 真優 GE)" userId="15d22be4-2d84-414d-ac66-ca09a50eae87" providerId="ADAL" clId="{2A43D1C7-C612-4547-BA11-3049DC01C97C}" dt="2026-01-20T11:48:27.439" v="3271"/>
          <ac:spMkLst>
            <pc:docMk/>
            <pc:sldMk cId="387616033" sldId="396"/>
            <ac:spMk id="32" creationId="{55FB592C-0611-C741-5607-BAABFB333755}"/>
          </ac:spMkLst>
        </pc:spChg>
        <pc:spChg chg="mod">
          <ac:chgData name="Mayu Ninagawa (蜷川 真優 GE)" userId="15d22be4-2d84-414d-ac66-ca09a50eae87" providerId="ADAL" clId="{2A43D1C7-C612-4547-BA11-3049DC01C97C}" dt="2026-01-20T10:48:17.663" v="2755"/>
          <ac:spMkLst>
            <pc:docMk/>
            <pc:sldMk cId="387616033" sldId="396"/>
            <ac:spMk id="32" creationId="{9657ABDD-575A-DF06-F0B5-37225868CE4D}"/>
          </ac:spMkLst>
        </pc:spChg>
        <pc:spChg chg="mod">
          <ac:chgData name="Mayu Ninagawa (蜷川 真優 GE)" userId="15d22be4-2d84-414d-ac66-ca09a50eae87" providerId="ADAL" clId="{2A43D1C7-C612-4547-BA11-3049DC01C97C}" dt="2026-01-20T11:48:27.439" v="3271"/>
          <ac:spMkLst>
            <pc:docMk/>
            <pc:sldMk cId="387616033" sldId="396"/>
            <ac:spMk id="33" creationId="{39F69731-D4A5-819E-0CEF-C8FCD2EC9C48}"/>
          </ac:spMkLst>
        </pc:spChg>
        <pc:spChg chg="mod">
          <ac:chgData name="Mayu Ninagawa (蜷川 真優 GE)" userId="15d22be4-2d84-414d-ac66-ca09a50eae87" providerId="ADAL" clId="{2A43D1C7-C612-4547-BA11-3049DC01C97C}" dt="2026-01-20T10:48:17.663" v="2755"/>
          <ac:spMkLst>
            <pc:docMk/>
            <pc:sldMk cId="387616033" sldId="396"/>
            <ac:spMk id="33" creationId="{68BE56E3-92D1-74CB-5548-02F2DEE3BF4E}"/>
          </ac:spMkLst>
        </pc:spChg>
        <pc:spChg chg="mod">
          <ac:chgData name="Mayu Ninagawa (蜷川 真優 GE)" userId="15d22be4-2d84-414d-ac66-ca09a50eae87" providerId="ADAL" clId="{2A43D1C7-C612-4547-BA11-3049DC01C97C}" dt="2026-01-20T11:48:27.439" v="3271"/>
          <ac:spMkLst>
            <pc:docMk/>
            <pc:sldMk cId="387616033" sldId="396"/>
            <ac:spMk id="34" creationId="{13634105-A7E3-EA6D-59DC-DF50ACC4C6DD}"/>
          </ac:spMkLst>
        </pc:spChg>
        <pc:spChg chg="mod">
          <ac:chgData name="Mayu Ninagawa (蜷川 真優 GE)" userId="15d22be4-2d84-414d-ac66-ca09a50eae87" providerId="ADAL" clId="{2A43D1C7-C612-4547-BA11-3049DC01C97C}" dt="2026-01-20T10:48:17.663" v="2755"/>
          <ac:spMkLst>
            <pc:docMk/>
            <pc:sldMk cId="387616033" sldId="396"/>
            <ac:spMk id="34" creationId="{1F2E66C4-94FA-1607-2D5D-C7ECB92E938E}"/>
          </ac:spMkLst>
        </pc:spChg>
        <pc:spChg chg="mod">
          <ac:chgData name="Mayu Ninagawa (蜷川 真優 GE)" userId="15d22be4-2d84-414d-ac66-ca09a50eae87" providerId="ADAL" clId="{2A43D1C7-C612-4547-BA11-3049DC01C97C}" dt="2026-01-20T11:48:27.439" v="3271"/>
          <ac:spMkLst>
            <pc:docMk/>
            <pc:sldMk cId="387616033" sldId="396"/>
            <ac:spMk id="35" creationId="{C9B5FFEA-F4FC-629B-74DC-51D24172212E}"/>
          </ac:spMkLst>
        </pc:spChg>
        <pc:spChg chg="mod">
          <ac:chgData name="Mayu Ninagawa (蜷川 真優 GE)" userId="15d22be4-2d84-414d-ac66-ca09a50eae87" providerId="ADAL" clId="{2A43D1C7-C612-4547-BA11-3049DC01C97C}" dt="2026-01-20T10:48:17.663" v="2755"/>
          <ac:spMkLst>
            <pc:docMk/>
            <pc:sldMk cId="387616033" sldId="396"/>
            <ac:spMk id="35" creationId="{DA915819-5B06-D988-698C-5C0C1863E108}"/>
          </ac:spMkLst>
        </pc:spChg>
        <pc:spChg chg="mod">
          <ac:chgData name="Mayu Ninagawa (蜷川 真優 GE)" userId="15d22be4-2d84-414d-ac66-ca09a50eae87" providerId="ADAL" clId="{2A43D1C7-C612-4547-BA11-3049DC01C97C}" dt="2026-01-20T10:48:17.663" v="2755"/>
          <ac:spMkLst>
            <pc:docMk/>
            <pc:sldMk cId="387616033" sldId="396"/>
            <ac:spMk id="36" creationId="{4270F4F5-81C0-CC9A-65A7-3954473D1C9F}"/>
          </ac:spMkLst>
        </pc:spChg>
        <pc:spChg chg="mod">
          <ac:chgData name="Mayu Ninagawa (蜷川 真優 GE)" userId="15d22be4-2d84-414d-ac66-ca09a50eae87" providerId="ADAL" clId="{2A43D1C7-C612-4547-BA11-3049DC01C97C}" dt="2026-01-20T11:48:27.439" v="3271"/>
          <ac:spMkLst>
            <pc:docMk/>
            <pc:sldMk cId="387616033" sldId="396"/>
            <ac:spMk id="36" creationId="{58DC2277-39B1-C283-9D27-C855D16D1BC6}"/>
          </ac:spMkLst>
        </pc:spChg>
        <pc:spChg chg="mod">
          <ac:chgData name="Mayu Ninagawa (蜷川 真優 GE)" userId="15d22be4-2d84-414d-ac66-ca09a50eae87" providerId="ADAL" clId="{2A43D1C7-C612-4547-BA11-3049DC01C97C}" dt="2026-01-20T10:48:17.663" v="2755"/>
          <ac:spMkLst>
            <pc:docMk/>
            <pc:sldMk cId="387616033" sldId="396"/>
            <ac:spMk id="37" creationId="{0E9E380E-202E-4A0E-1E4A-0917A48234B4}"/>
          </ac:spMkLst>
        </pc:spChg>
        <pc:spChg chg="mod">
          <ac:chgData name="Mayu Ninagawa (蜷川 真優 GE)" userId="15d22be4-2d84-414d-ac66-ca09a50eae87" providerId="ADAL" clId="{2A43D1C7-C612-4547-BA11-3049DC01C97C}" dt="2026-01-20T11:48:27.439" v="3271"/>
          <ac:spMkLst>
            <pc:docMk/>
            <pc:sldMk cId="387616033" sldId="396"/>
            <ac:spMk id="37" creationId="{A92F7DB4-8112-6791-E722-A78D94D51CBD}"/>
          </ac:spMkLst>
        </pc:spChg>
        <pc:spChg chg="mod">
          <ac:chgData name="Mayu Ninagawa (蜷川 真優 GE)" userId="15d22be4-2d84-414d-ac66-ca09a50eae87" providerId="ADAL" clId="{2A43D1C7-C612-4547-BA11-3049DC01C97C}" dt="2026-01-20T10:48:17.663" v="2755"/>
          <ac:spMkLst>
            <pc:docMk/>
            <pc:sldMk cId="387616033" sldId="396"/>
            <ac:spMk id="38" creationId="{52C337B2-EB66-0A97-1E62-E74B0C85527D}"/>
          </ac:spMkLst>
        </pc:spChg>
        <pc:spChg chg="mod">
          <ac:chgData name="Mayu Ninagawa (蜷川 真優 GE)" userId="15d22be4-2d84-414d-ac66-ca09a50eae87" providerId="ADAL" clId="{2A43D1C7-C612-4547-BA11-3049DC01C97C}" dt="2026-01-20T11:48:27.439" v="3271"/>
          <ac:spMkLst>
            <pc:docMk/>
            <pc:sldMk cId="387616033" sldId="396"/>
            <ac:spMk id="38" creationId="{E315FE6D-95B2-B874-B749-513B3E2839AD}"/>
          </ac:spMkLst>
        </pc:spChg>
        <pc:spChg chg="mod">
          <ac:chgData name="Mayu Ninagawa (蜷川 真優 GE)" userId="15d22be4-2d84-414d-ac66-ca09a50eae87" providerId="ADAL" clId="{2A43D1C7-C612-4547-BA11-3049DC01C97C}" dt="2026-01-20T11:48:27.439" v="3271"/>
          <ac:spMkLst>
            <pc:docMk/>
            <pc:sldMk cId="387616033" sldId="396"/>
            <ac:spMk id="39" creationId="{7B7A02A9-0349-057D-C22E-BF6573F0987F}"/>
          </ac:spMkLst>
        </pc:spChg>
        <pc:spChg chg="mod">
          <ac:chgData name="Mayu Ninagawa (蜷川 真優 GE)" userId="15d22be4-2d84-414d-ac66-ca09a50eae87" providerId="ADAL" clId="{2A43D1C7-C612-4547-BA11-3049DC01C97C}" dt="2026-01-20T10:48:17.663" v="2755"/>
          <ac:spMkLst>
            <pc:docMk/>
            <pc:sldMk cId="387616033" sldId="396"/>
            <ac:spMk id="39" creationId="{B8398D29-BC77-580C-A586-4989F821E04D}"/>
          </ac:spMkLst>
        </pc:spChg>
        <pc:spChg chg="mod">
          <ac:chgData name="Mayu Ninagawa (蜷川 真優 GE)" userId="15d22be4-2d84-414d-ac66-ca09a50eae87" providerId="ADAL" clId="{2A43D1C7-C612-4547-BA11-3049DC01C97C}" dt="2026-01-20T11:48:27.439" v="3271"/>
          <ac:spMkLst>
            <pc:docMk/>
            <pc:sldMk cId="387616033" sldId="396"/>
            <ac:spMk id="40" creationId="{A5BECBC6-637A-F251-A29F-F56AE5D28BEC}"/>
          </ac:spMkLst>
        </pc:spChg>
        <pc:spChg chg="mod">
          <ac:chgData name="Mayu Ninagawa (蜷川 真優 GE)" userId="15d22be4-2d84-414d-ac66-ca09a50eae87" providerId="ADAL" clId="{2A43D1C7-C612-4547-BA11-3049DC01C97C}" dt="2026-01-20T10:48:17.663" v="2755"/>
          <ac:spMkLst>
            <pc:docMk/>
            <pc:sldMk cId="387616033" sldId="396"/>
            <ac:spMk id="40" creationId="{E1A5BEFC-9059-8012-55FC-F5AE0FA56CED}"/>
          </ac:spMkLst>
        </pc:spChg>
        <pc:spChg chg="mod">
          <ac:chgData name="Mayu Ninagawa (蜷川 真優 GE)" userId="15d22be4-2d84-414d-ac66-ca09a50eae87" providerId="ADAL" clId="{2A43D1C7-C612-4547-BA11-3049DC01C97C}" dt="2026-01-20T11:48:27.439" v="3271"/>
          <ac:spMkLst>
            <pc:docMk/>
            <pc:sldMk cId="387616033" sldId="396"/>
            <ac:spMk id="41" creationId="{234C7DA4-6926-55C8-8A36-804FDA7EC2DA}"/>
          </ac:spMkLst>
        </pc:spChg>
        <pc:spChg chg="mod">
          <ac:chgData name="Mayu Ninagawa (蜷川 真優 GE)" userId="15d22be4-2d84-414d-ac66-ca09a50eae87" providerId="ADAL" clId="{2A43D1C7-C612-4547-BA11-3049DC01C97C}" dt="2026-01-20T10:48:17.663" v="2755"/>
          <ac:spMkLst>
            <pc:docMk/>
            <pc:sldMk cId="387616033" sldId="396"/>
            <ac:spMk id="41" creationId="{A8ECA7EC-0134-F282-E98A-50FDC7FA3CBF}"/>
          </ac:spMkLst>
        </pc:spChg>
        <pc:spChg chg="mod">
          <ac:chgData name="Mayu Ninagawa (蜷川 真優 GE)" userId="15d22be4-2d84-414d-ac66-ca09a50eae87" providerId="ADAL" clId="{2A43D1C7-C612-4547-BA11-3049DC01C97C}" dt="2026-01-20T11:48:27.439" v="3271"/>
          <ac:spMkLst>
            <pc:docMk/>
            <pc:sldMk cId="387616033" sldId="396"/>
            <ac:spMk id="42" creationId="{3DBD952E-2123-8C5C-5376-20A8D4CCFC3C}"/>
          </ac:spMkLst>
        </pc:spChg>
        <pc:spChg chg="mod">
          <ac:chgData name="Mayu Ninagawa (蜷川 真優 GE)" userId="15d22be4-2d84-414d-ac66-ca09a50eae87" providerId="ADAL" clId="{2A43D1C7-C612-4547-BA11-3049DC01C97C}" dt="2026-01-20T10:48:17.663" v="2755"/>
          <ac:spMkLst>
            <pc:docMk/>
            <pc:sldMk cId="387616033" sldId="396"/>
            <ac:spMk id="42" creationId="{840DE07C-60A2-D311-A29C-241A9833FCD3}"/>
          </ac:spMkLst>
        </pc:spChg>
        <pc:spChg chg="mod">
          <ac:chgData name="Mayu Ninagawa (蜷川 真優 GE)" userId="15d22be4-2d84-414d-ac66-ca09a50eae87" providerId="ADAL" clId="{2A43D1C7-C612-4547-BA11-3049DC01C97C}" dt="2026-01-20T11:48:27.439" v="3271"/>
          <ac:spMkLst>
            <pc:docMk/>
            <pc:sldMk cId="387616033" sldId="396"/>
            <ac:spMk id="43" creationId="{2CDF9CAF-4A54-8A86-D530-A5E75DCFE39A}"/>
          </ac:spMkLst>
        </pc:spChg>
        <pc:spChg chg="mod">
          <ac:chgData name="Mayu Ninagawa (蜷川 真優 GE)" userId="15d22be4-2d84-414d-ac66-ca09a50eae87" providerId="ADAL" clId="{2A43D1C7-C612-4547-BA11-3049DC01C97C}" dt="2026-01-20T10:48:17.663" v="2755"/>
          <ac:spMkLst>
            <pc:docMk/>
            <pc:sldMk cId="387616033" sldId="396"/>
            <ac:spMk id="43" creationId="{FDBB6EE6-31D1-C27C-5EE6-72913D1D8B64}"/>
          </ac:spMkLst>
        </pc:spChg>
        <pc:spChg chg="mod">
          <ac:chgData name="Mayu Ninagawa (蜷川 真優 GE)" userId="15d22be4-2d84-414d-ac66-ca09a50eae87" providerId="ADAL" clId="{2A43D1C7-C612-4547-BA11-3049DC01C97C}" dt="2026-01-20T11:48:27.439" v="3271"/>
          <ac:spMkLst>
            <pc:docMk/>
            <pc:sldMk cId="387616033" sldId="396"/>
            <ac:spMk id="44" creationId="{2319B671-399A-49DC-2D8A-43E36BDC1F6C}"/>
          </ac:spMkLst>
        </pc:spChg>
        <pc:spChg chg="mod">
          <ac:chgData name="Mayu Ninagawa (蜷川 真優 GE)" userId="15d22be4-2d84-414d-ac66-ca09a50eae87" providerId="ADAL" clId="{2A43D1C7-C612-4547-BA11-3049DC01C97C}" dt="2026-01-20T10:48:17.663" v="2755"/>
          <ac:spMkLst>
            <pc:docMk/>
            <pc:sldMk cId="387616033" sldId="396"/>
            <ac:spMk id="44" creationId="{E372B054-055F-118C-508B-3A4771F98115}"/>
          </ac:spMkLst>
        </pc:spChg>
        <pc:spChg chg="mod">
          <ac:chgData name="Mayu Ninagawa (蜷川 真優 GE)" userId="15d22be4-2d84-414d-ac66-ca09a50eae87" providerId="ADAL" clId="{2A43D1C7-C612-4547-BA11-3049DC01C97C}" dt="2026-01-20T11:48:27.439" v="3271"/>
          <ac:spMkLst>
            <pc:docMk/>
            <pc:sldMk cId="387616033" sldId="396"/>
            <ac:spMk id="45" creationId="{1502BA82-1F86-1D92-F0A0-AD8D88C2B291}"/>
          </ac:spMkLst>
        </pc:spChg>
        <pc:spChg chg="mod">
          <ac:chgData name="Mayu Ninagawa (蜷川 真優 GE)" userId="15d22be4-2d84-414d-ac66-ca09a50eae87" providerId="ADAL" clId="{2A43D1C7-C612-4547-BA11-3049DC01C97C}" dt="2026-01-20T10:48:17.663" v="2755"/>
          <ac:spMkLst>
            <pc:docMk/>
            <pc:sldMk cId="387616033" sldId="396"/>
            <ac:spMk id="45" creationId="{86FD575F-0996-EA10-D5A9-55F1DF176B33}"/>
          </ac:spMkLst>
        </pc:spChg>
        <pc:spChg chg="mod">
          <ac:chgData name="Mayu Ninagawa (蜷川 真優 GE)" userId="15d22be4-2d84-414d-ac66-ca09a50eae87" providerId="ADAL" clId="{2A43D1C7-C612-4547-BA11-3049DC01C97C}" dt="2026-01-20T11:48:27.439" v="3271"/>
          <ac:spMkLst>
            <pc:docMk/>
            <pc:sldMk cId="387616033" sldId="396"/>
            <ac:spMk id="46" creationId="{03904DA0-104A-EA8B-EFF1-4D234AF8D74D}"/>
          </ac:spMkLst>
        </pc:spChg>
        <pc:spChg chg="mod">
          <ac:chgData name="Mayu Ninagawa (蜷川 真優 GE)" userId="15d22be4-2d84-414d-ac66-ca09a50eae87" providerId="ADAL" clId="{2A43D1C7-C612-4547-BA11-3049DC01C97C}" dt="2026-01-20T10:48:17.663" v="2755"/>
          <ac:spMkLst>
            <pc:docMk/>
            <pc:sldMk cId="387616033" sldId="396"/>
            <ac:spMk id="46" creationId="{740C0A07-1EB3-6922-ECAB-924632ADBD98}"/>
          </ac:spMkLst>
        </pc:spChg>
        <pc:spChg chg="mod">
          <ac:chgData name="Mayu Ninagawa (蜷川 真優 GE)" userId="15d22be4-2d84-414d-ac66-ca09a50eae87" providerId="ADAL" clId="{2A43D1C7-C612-4547-BA11-3049DC01C97C}" dt="2026-01-20T10:48:17.663" v="2755"/>
          <ac:spMkLst>
            <pc:docMk/>
            <pc:sldMk cId="387616033" sldId="396"/>
            <ac:spMk id="47" creationId="{60705CB6-B567-7B48-6156-8C5480563695}"/>
          </ac:spMkLst>
        </pc:spChg>
        <pc:spChg chg="mod">
          <ac:chgData name="Mayu Ninagawa (蜷川 真優 GE)" userId="15d22be4-2d84-414d-ac66-ca09a50eae87" providerId="ADAL" clId="{2A43D1C7-C612-4547-BA11-3049DC01C97C}" dt="2026-01-20T11:48:27.439" v="3271"/>
          <ac:spMkLst>
            <pc:docMk/>
            <pc:sldMk cId="387616033" sldId="396"/>
            <ac:spMk id="47" creationId="{B71E28EE-CA73-CBD3-A492-39938B32CEF4}"/>
          </ac:spMkLst>
        </pc:spChg>
        <pc:spChg chg="mod">
          <ac:chgData name="Mayu Ninagawa (蜷川 真優 GE)" userId="15d22be4-2d84-414d-ac66-ca09a50eae87" providerId="ADAL" clId="{2A43D1C7-C612-4547-BA11-3049DC01C97C}" dt="2026-01-20T11:48:27.439" v="3271"/>
          <ac:spMkLst>
            <pc:docMk/>
            <pc:sldMk cId="387616033" sldId="396"/>
            <ac:spMk id="48" creationId="{31CC94AB-0E50-C611-931C-F6E4DC890362}"/>
          </ac:spMkLst>
        </pc:spChg>
        <pc:spChg chg="mod">
          <ac:chgData name="Mayu Ninagawa (蜷川 真優 GE)" userId="15d22be4-2d84-414d-ac66-ca09a50eae87" providerId="ADAL" clId="{2A43D1C7-C612-4547-BA11-3049DC01C97C}" dt="2026-01-20T10:48:17.663" v="2755"/>
          <ac:spMkLst>
            <pc:docMk/>
            <pc:sldMk cId="387616033" sldId="396"/>
            <ac:spMk id="48" creationId="{A0B40DBA-96BF-6CBA-AE18-64E33A962213}"/>
          </ac:spMkLst>
        </pc:spChg>
        <pc:spChg chg="mod">
          <ac:chgData name="Mayu Ninagawa (蜷川 真優 GE)" userId="15d22be4-2d84-414d-ac66-ca09a50eae87" providerId="ADAL" clId="{2A43D1C7-C612-4547-BA11-3049DC01C97C}" dt="2026-01-20T10:48:17.663" v="2755"/>
          <ac:spMkLst>
            <pc:docMk/>
            <pc:sldMk cId="387616033" sldId="396"/>
            <ac:spMk id="49" creationId="{20E36E79-F13E-CA3C-E8A8-ED87A9CD27A3}"/>
          </ac:spMkLst>
        </pc:spChg>
        <pc:spChg chg="mod">
          <ac:chgData name="Mayu Ninagawa (蜷川 真優 GE)" userId="15d22be4-2d84-414d-ac66-ca09a50eae87" providerId="ADAL" clId="{2A43D1C7-C612-4547-BA11-3049DC01C97C}" dt="2026-01-20T11:48:27.439" v="3271"/>
          <ac:spMkLst>
            <pc:docMk/>
            <pc:sldMk cId="387616033" sldId="396"/>
            <ac:spMk id="49" creationId="{8FE8A3D8-0798-2DA0-5CFE-8750DCEF37A2}"/>
          </ac:spMkLst>
        </pc:spChg>
        <pc:spChg chg="mod">
          <ac:chgData name="Mayu Ninagawa (蜷川 真優 GE)" userId="15d22be4-2d84-414d-ac66-ca09a50eae87" providerId="ADAL" clId="{2A43D1C7-C612-4547-BA11-3049DC01C97C}" dt="2026-01-20T10:48:17.663" v="2755"/>
          <ac:spMkLst>
            <pc:docMk/>
            <pc:sldMk cId="387616033" sldId="396"/>
            <ac:spMk id="50" creationId="{7E7F941D-F529-17C3-9342-0362F5CEC725}"/>
          </ac:spMkLst>
        </pc:spChg>
        <pc:spChg chg="mod">
          <ac:chgData name="Mayu Ninagawa (蜷川 真優 GE)" userId="15d22be4-2d84-414d-ac66-ca09a50eae87" providerId="ADAL" clId="{2A43D1C7-C612-4547-BA11-3049DC01C97C}" dt="2026-01-20T11:48:27.439" v="3271"/>
          <ac:spMkLst>
            <pc:docMk/>
            <pc:sldMk cId="387616033" sldId="396"/>
            <ac:spMk id="50" creationId="{A7BE603C-C898-99A3-0996-2F05D1F30EC5}"/>
          </ac:spMkLst>
        </pc:spChg>
        <pc:spChg chg="mod">
          <ac:chgData name="Mayu Ninagawa (蜷川 真優 GE)" userId="15d22be4-2d84-414d-ac66-ca09a50eae87" providerId="ADAL" clId="{2A43D1C7-C612-4547-BA11-3049DC01C97C}" dt="2026-01-20T11:48:27.439" v="3271"/>
          <ac:spMkLst>
            <pc:docMk/>
            <pc:sldMk cId="387616033" sldId="396"/>
            <ac:spMk id="51" creationId="{0E68BC0E-FE42-77BE-0C58-EA9DA4D0B4A8}"/>
          </ac:spMkLst>
        </pc:spChg>
        <pc:spChg chg="mod">
          <ac:chgData name="Mayu Ninagawa (蜷川 真優 GE)" userId="15d22be4-2d84-414d-ac66-ca09a50eae87" providerId="ADAL" clId="{2A43D1C7-C612-4547-BA11-3049DC01C97C}" dt="2026-01-20T10:48:17.663" v="2755"/>
          <ac:spMkLst>
            <pc:docMk/>
            <pc:sldMk cId="387616033" sldId="396"/>
            <ac:spMk id="51" creationId="{1EFD76F3-F8E5-347F-C440-B7004FBE6C60}"/>
          </ac:spMkLst>
        </pc:spChg>
        <pc:spChg chg="mod">
          <ac:chgData name="Mayu Ninagawa (蜷川 真優 GE)" userId="15d22be4-2d84-414d-ac66-ca09a50eae87" providerId="ADAL" clId="{2A43D1C7-C612-4547-BA11-3049DC01C97C}" dt="2026-01-20T11:48:27.439" v="3271"/>
          <ac:spMkLst>
            <pc:docMk/>
            <pc:sldMk cId="387616033" sldId="396"/>
            <ac:spMk id="52" creationId="{34FB551D-B19C-F3BE-DC43-E3F8EECE4F37}"/>
          </ac:spMkLst>
        </pc:spChg>
        <pc:spChg chg="mod">
          <ac:chgData name="Mayu Ninagawa (蜷川 真優 GE)" userId="15d22be4-2d84-414d-ac66-ca09a50eae87" providerId="ADAL" clId="{2A43D1C7-C612-4547-BA11-3049DC01C97C}" dt="2026-01-20T10:48:17.663" v="2755"/>
          <ac:spMkLst>
            <pc:docMk/>
            <pc:sldMk cId="387616033" sldId="396"/>
            <ac:spMk id="52" creationId="{D49DDF0E-1C59-16F4-D2B4-05E3A9AEE63B}"/>
          </ac:spMkLst>
        </pc:spChg>
        <pc:spChg chg="mod">
          <ac:chgData name="Mayu Ninagawa (蜷川 真優 GE)" userId="15d22be4-2d84-414d-ac66-ca09a50eae87" providerId="ADAL" clId="{2A43D1C7-C612-4547-BA11-3049DC01C97C}" dt="2026-01-20T11:48:27.439" v="3271"/>
          <ac:spMkLst>
            <pc:docMk/>
            <pc:sldMk cId="387616033" sldId="396"/>
            <ac:spMk id="53" creationId="{859D8244-EAED-0934-4648-2B871BB77775}"/>
          </ac:spMkLst>
        </pc:spChg>
        <pc:spChg chg="mod">
          <ac:chgData name="Mayu Ninagawa (蜷川 真優 GE)" userId="15d22be4-2d84-414d-ac66-ca09a50eae87" providerId="ADAL" clId="{2A43D1C7-C612-4547-BA11-3049DC01C97C}" dt="2026-01-20T10:48:17.663" v="2755"/>
          <ac:spMkLst>
            <pc:docMk/>
            <pc:sldMk cId="387616033" sldId="396"/>
            <ac:spMk id="53" creationId="{BCD5BD2B-94A4-BB30-0AB8-715F3A4D32D3}"/>
          </ac:spMkLst>
        </pc:spChg>
        <pc:spChg chg="mod">
          <ac:chgData name="Mayu Ninagawa (蜷川 真優 GE)" userId="15d22be4-2d84-414d-ac66-ca09a50eae87" providerId="ADAL" clId="{2A43D1C7-C612-4547-BA11-3049DC01C97C}" dt="2026-01-20T10:48:17.663" v="2755"/>
          <ac:spMkLst>
            <pc:docMk/>
            <pc:sldMk cId="387616033" sldId="396"/>
            <ac:spMk id="54" creationId="{8C284B96-3673-5D5C-BDB1-F61535C6EAB6}"/>
          </ac:spMkLst>
        </pc:spChg>
        <pc:spChg chg="mod">
          <ac:chgData name="Mayu Ninagawa (蜷川 真優 GE)" userId="15d22be4-2d84-414d-ac66-ca09a50eae87" providerId="ADAL" clId="{2A43D1C7-C612-4547-BA11-3049DC01C97C}" dt="2026-01-20T11:48:27.439" v="3271"/>
          <ac:spMkLst>
            <pc:docMk/>
            <pc:sldMk cId="387616033" sldId="396"/>
            <ac:spMk id="54" creationId="{920EDB53-9E7C-1F2F-DE7B-43A522359C49}"/>
          </ac:spMkLst>
        </pc:spChg>
        <pc:spChg chg="mod">
          <ac:chgData name="Mayu Ninagawa (蜷川 真優 GE)" userId="15d22be4-2d84-414d-ac66-ca09a50eae87" providerId="ADAL" clId="{2A43D1C7-C612-4547-BA11-3049DC01C97C}" dt="2026-01-20T10:48:17.663" v="2755"/>
          <ac:spMkLst>
            <pc:docMk/>
            <pc:sldMk cId="387616033" sldId="396"/>
            <ac:spMk id="55" creationId="{14AD6F85-644A-6D88-6B9C-6A70713DDEA2}"/>
          </ac:spMkLst>
        </pc:spChg>
        <pc:spChg chg="mod">
          <ac:chgData name="Mayu Ninagawa (蜷川 真優 GE)" userId="15d22be4-2d84-414d-ac66-ca09a50eae87" providerId="ADAL" clId="{2A43D1C7-C612-4547-BA11-3049DC01C97C}" dt="2026-01-20T11:48:27.439" v="3271"/>
          <ac:spMkLst>
            <pc:docMk/>
            <pc:sldMk cId="387616033" sldId="396"/>
            <ac:spMk id="55" creationId="{ABD51042-8480-D7C7-C688-4FD79DA33357}"/>
          </ac:spMkLst>
        </pc:spChg>
        <pc:spChg chg="mod">
          <ac:chgData name="Mayu Ninagawa (蜷川 真優 GE)" userId="15d22be4-2d84-414d-ac66-ca09a50eae87" providerId="ADAL" clId="{2A43D1C7-C612-4547-BA11-3049DC01C97C}" dt="2026-01-20T10:48:17.663" v="2755"/>
          <ac:spMkLst>
            <pc:docMk/>
            <pc:sldMk cId="387616033" sldId="396"/>
            <ac:spMk id="56" creationId="{12D3DB0B-F137-F3FE-3919-F60649E3C866}"/>
          </ac:spMkLst>
        </pc:spChg>
        <pc:spChg chg="mod">
          <ac:chgData name="Mayu Ninagawa (蜷川 真優 GE)" userId="15d22be4-2d84-414d-ac66-ca09a50eae87" providerId="ADAL" clId="{2A43D1C7-C612-4547-BA11-3049DC01C97C}" dt="2026-01-20T11:48:27.439" v="3271"/>
          <ac:spMkLst>
            <pc:docMk/>
            <pc:sldMk cId="387616033" sldId="396"/>
            <ac:spMk id="56" creationId="{1A366E34-2170-D09A-9CA6-88A7CA49A5A6}"/>
          </ac:spMkLst>
        </pc:spChg>
        <pc:spChg chg="mod">
          <ac:chgData name="Mayu Ninagawa (蜷川 真優 GE)" userId="15d22be4-2d84-414d-ac66-ca09a50eae87" providerId="ADAL" clId="{2A43D1C7-C612-4547-BA11-3049DC01C97C}" dt="2026-01-20T11:48:27.439" v="3271"/>
          <ac:spMkLst>
            <pc:docMk/>
            <pc:sldMk cId="387616033" sldId="396"/>
            <ac:spMk id="57" creationId="{74B16B0E-44B6-2417-D66C-BDA04BDD8AD5}"/>
          </ac:spMkLst>
        </pc:spChg>
        <pc:spChg chg="mod">
          <ac:chgData name="Mayu Ninagawa (蜷川 真優 GE)" userId="15d22be4-2d84-414d-ac66-ca09a50eae87" providerId="ADAL" clId="{2A43D1C7-C612-4547-BA11-3049DC01C97C}" dt="2026-01-20T10:48:17.663" v="2755"/>
          <ac:spMkLst>
            <pc:docMk/>
            <pc:sldMk cId="387616033" sldId="396"/>
            <ac:spMk id="57" creationId="{8E35EF73-B542-D638-76CC-EFC9BE414FC4}"/>
          </ac:spMkLst>
        </pc:spChg>
        <pc:spChg chg="mod">
          <ac:chgData name="Mayu Ninagawa (蜷川 真優 GE)" userId="15d22be4-2d84-414d-ac66-ca09a50eae87" providerId="ADAL" clId="{2A43D1C7-C612-4547-BA11-3049DC01C97C}" dt="2026-01-20T11:48:27.439" v="3271"/>
          <ac:spMkLst>
            <pc:docMk/>
            <pc:sldMk cId="387616033" sldId="396"/>
            <ac:spMk id="58" creationId="{B90685FF-2A0E-2055-6A68-E45B6F02A6B4}"/>
          </ac:spMkLst>
        </pc:spChg>
        <pc:spChg chg="mod">
          <ac:chgData name="Mayu Ninagawa (蜷川 真優 GE)" userId="15d22be4-2d84-414d-ac66-ca09a50eae87" providerId="ADAL" clId="{2A43D1C7-C612-4547-BA11-3049DC01C97C}" dt="2026-01-20T10:48:17.663" v="2755"/>
          <ac:spMkLst>
            <pc:docMk/>
            <pc:sldMk cId="387616033" sldId="396"/>
            <ac:spMk id="58" creationId="{FA14336B-EC0F-7217-1CCC-1725264C516F}"/>
          </ac:spMkLst>
        </pc:spChg>
        <pc:spChg chg="mod">
          <ac:chgData name="Mayu Ninagawa (蜷川 真優 GE)" userId="15d22be4-2d84-414d-ac66-ca09a50eae87" providerId="ADAL" clId="{2A43D1C7-C612-4547-BA11-3049DC01C97C}" dt="2026-01-20T11:48:27.439" v="3271"/>
          <ac:spMkLst>
            <pc:docMk/>
            <pc:sldMk cId="387616033" sldId="396"/>
            <ac:spMk id="59" creationId="{4E9D56C7-4CF4-8711-7467-12B7CF178328}"/>
          </ac:spMkLst>
        </pc:spChg>
        <pc:spChg chg="mod">
          <ac:chgData name="Mayu Ninagawa (蜷川 真優 GE)" userId="15d22be4-2d84-414d-ac66-ca09a50eae87" providerId="ADAL" clId="{2A43D1C7-C612-4547-BA11-3049DC01C97C}" dt="2026-01-20T10:48:17.663" v="2755"/>
          <ac:spMkLst>
            <pc:docMk/>
            <pc:sldMk cId="387616033" sldId="396"/>
            <ac:spMk id="59" creationId="{D3856B65-C16F-DC13-6B57-D639AAAA9C22}"/>
          </ac:spMkLst>
        </pc:spChg>
        <pc:spChg chg="mod">
          <ac:chgData name="Mayu Ninagawa (蜷川 真優 GE)" userId="15d22be4-2d84-414d-ac66-ca09a50eae87" providerId="ADAL" clId="{2A43D1C7-C612-4547-BA11-3049DC01C97C}" dt="2026-01-20T10:48:17.663" v="2755"/>
          <ac:spMkLst>
            <pc:docMk/>
            <pc:sldMk cId="387616033" sldId="396"/>
            <ac:spMk id="60" creationId="{AB7DA44C-16B1-E20F-05A8-B27A8EAF451C}"/>
          </ac:spMkLst>
        </pc:spChg>
        <pc:spChg chg="mod">
          <ac:chgData name="Mayu Ninagawa (蜷川 真優 GE)" userId="15d22be4-2d84-414d-ac66-ca09a50eae87" providerId="ADAL" clId="{2A43D1C7-C612-4547-BA11-3049DC01C97C}" dt="2026-01-20T11:48:27.439" v="3271"/>
          <ac:spMkLst>
            <pc:docMk/>
            <pc:sldMk cId="387616033" sldId="396"/>
            <ac:spMk id="60" creationId="{F10C4182-AC55-CAA0-D871-F092E1E4F89A}"/>
          </ac:spMkLst>
        </pc:spChg>
        <pc:spChg chg="mod">
          <ac:chgData name="Mayu Ninagawa (蜷川 真優 GE)" userId="15d22be4-2d84-414d-ac66-ca09a50eae87" providerId="ADAL" clId="{2A43D1C7-C612-4547-BA11-3049DC01C97C}" dt="2026-01-20T10:48:17.663" v="2755"/>
          <ac:spMkLst>
            <pc:docMk/>
            <pc:sldMk cId="387616033" sldId="396"/>
            <ac:spMk id="61" creationId="{A5F7F808-A5A7-9848-7A4B-FC2FFE638FF3}"/>
          </ac:spMkLst>
        </pc:spChg>
        <pc:spChg chg="mod">
          <ac:chgData name="Mayu Ninagawa (蜷川 真優 GE)" userId="15d22be4-2d84-414d-ac66-ca09a50eae87" providerId="ADAL" clId="{2A43D1C7-C612-4547-BA11-3049DC01C97C}" dt="2026-01-20T11:48:27.439" v="3271"/>
          <ac:spMkLst>
            <pc:docMk/>
            <pc:sldMk cId="387616033" sldId="396"/>
            <ac:spMk id="61" creationId="{FF9F236D-8B34-22A9-2761-1D5F5F46C190}"/>
          </ac:spMkLst>
        </pc:spChg>
        <pc:spChg chg="mod">
          <ac:chgData name="Mayu Ninagawa (蜷川 真優 GE)" userId="15d22be4-2d84-414d-ac66-ca09a50eae87" providerId="ADAL" clId="{2A43D1C7-C612-4547-BA11-3049DC01C97C}" dt="2026-01-20T11:48:27.439" v="3271"/>
          <ac:spMkLst>
            <pc:docMk/>
            <pc:sldMk cId="387616033" sldId="396"/>
            <ac:spMk id="62" creationId="{5E26B7CF-BB0B-BF65-8A3D-B48708981472}"/>
          </ac:spMkLst>
        </pc:spChg>
        <pc:spChg chg="mod">
          <ac:chgData name="Mayu Ninagawa (蜷川 真優 GE)" userId="15d22be4-2d84-414d-ac66-ca09a50eae87" providerId="ADAL" clId="{2A43D1C7-C612-4547-BA11-3049DC01C97C}" dt="2026-01-20T10:48:17.663" v="2755"/>
          <ac:spMkLst>
            <pc:docMk/>
            <pc:sldMk cId="387616033" sldId="396"/>
            <ac:spMk id="62" creationId="{E6B35732-862B-96AA-0305-2E921743DDCA}"/>
          </ac:spMkLst>
        </pc:spChg>
        <pc:spChg chg="mod">
          <ac:chgData name="Mayu Ninagawa (蜷川 真優 GE)" userId="15d22be4-2d84-414d-ac66-ca09a50eae87" providerId="ADAL" clId="{2A43D1C7-C612-4547-BA11-3049DC01C97C}" dt="2026-01-20T10:48:17.663" v="2755"/>
          <ac:spMkLst>
            <pc:docMk/>
            <pc:sldMk cId="387616033" sldId="396"/>
            <ac:spMk id="63" creationId="{35F5832B-2BDA-C16E-E53C-875D4F89CE85}"/>
          </ac:spMkLst>
        </pc:spChg>
        <pc:spChg chg="mod">
          <ac:chgData name="Mayu Ninagawa (蜷川 真優 GE)" userId="15d22be4-2d84-414d-ac66-ca09a50eae87" providerId="ADAL" clId="{2A43D1C7-C612-4547-BA11-3049DC01C97C}" dt="2026-01-20T11:48:27.439" v="3271"/>
          <ac:spMkLst>
            <pc:docMk/>
            <pc:sldMk cId="387616033" sldId="396"/>
            <ac:spMk id="63" creationId="{9BFE6609-A64C-9E94-880C-1F8F439DC40E}"/>
          </ac:spMkLst>
        </pc:spChg>
        <pc:spChg chg="mod">
          <ac:chgData name="Mayu Ninagawa (蜷川 真優 GE)" userId="15d22be4-2d84-414d-ac66-ca09a50eae87" providerId="ADAL" clId="{2A43D1C7-C612-4547-BA11-3049DC01C97C}" dt="2026-01-20T10:57:17.052" v="2827"/>
          <ac:spMkLst>
            <pc:docMk/>
            <pc:sldMk cId="387616033" sldId="396"/>
            <ac:spMk id="256" creationId="{02BC6337-3067-B704-E41C-50E4BDC5D8B0}"/>
          </ac:spMkLst>
        </pc:spChg>
        <pc:spChg chg="mod">
          <ac:chgData name="Mayu Ninagawa (蜷川 真優 GE)" userId="15d22be4-2d84-414d-ac66-ca09a50eae87" providerId="ADAL" clId="{2A43D1C7-C612-4547-BA11-3049DC01C97C}" dt="2026-01-20T10:57:17.052" v="2827"/>
          <ac:spMkLst>
            <pc:docMk/>
            <pc:sldMk cId="387616033" sldId="396"/>
            <ac:spMk id="257" creationId="{E2D6ACE6-F72A-72A1-D3A4-AC16D22CDF54}"/>
          </ac:spMkLst>
        </pc:spChg>
        <pc:spChg chg="mod">
          <ac:chgData name="Mayu Ninagawa (蜷川 真優 GE)" userId="15d22be4-2d84-414d-ac66-ca09a50eae87" providerId="ADAL" clId="{2A43D1C7-C612-4547-BA11-3049DC01C97C}" dt="2026-01-20T10:57:17.052" v="2827"/>
          <ac:spMkLst>
            <pc:docMk/>
            <pc:sldMk cId="387616033" sldId="396"/>
            <ac:spMk id="258" creationId="{1C4F5753-67A0-B81F-5C0D-19951CFE2AA2}"/>
          </ac:spMkLst>
        </pc:spChg>
        <pc:spChg chg="mod">
          <ac:chgData name="Mayu Ninagawa (蜷川 真優 GE)" userId="15d22be4-2d84-414d-ac66-ca09a50eae87" providerId="ADAL" clId="{2A43D1C7-C612-4547-BA11-3049DC01C97C}" dt="2026-01-20T10:57:17.052" v="2827"/>
          <ac:spMkLst>
            <pc:docMk/>
            <pc:sldMk cId="387616033" sldId="396"/>
            <ac:spMk id="259" creationId="{E209ED3D-80D3-617C-DE8E-34E483AB5E36}"/>
          </ac:spMkLst>
        </pc:spChg>
        <pc:spChg chg="mod">
          <ac:chgData name="Mayu Ninagawa (蜷川 真優 GE)" userId="15d22be4-2d84-414d-ac66-ca09a50eae87" providerId="ADAL" clId="{2A43D1C7-C612-4547-BA11-3049DC01C97C}" dt="2026-01-20T10:57:17.052" v="2827"/>
          <ac:spMkLst>
            <pc:docMk/>
            <pc:sldMk cId="387616033" sldId="396"/>
            <ac:spMk id="260" creationId="{36238CCB-572F-0E38-A8F4-A79FD9A75DB5}"/>
          </ac:spMkLst>
        </pc:spChg>
        <pc:spChg chg="mod">
          <ac:chgData name="Mayu Ninagawa (蜷川 真優 GE)" userId="15d22be4-2d84-414d-ac66-ca09a50eae87" providerId="ADAL" clId="{2A43D1C7-C612-4547-BA11-3049DC01C97C}" dt="2026-01-20T10:57:17.052" v="2827"/>
          <ac:spMkLst>
            <pc:docMk/>
            <pc:sldMk cId="387616033" sldId="396"/>
            <ac:spMk id="261" creationId="{4593E550-30B2-3547-F067-8F56C5389B5B}"/>
          </ac:spMkLst>
        </pc:spChg>
        <pc:spChg chg="mod">
          <ac:chgData name="Mayu Ninagawa (蜷川 真優 GE)" userId="15d22be4-2d84-414d-ac66-ca09a50eae87" providerId="ADAL" clId="{2A43D1C7-C612-4547-BA11-3049DC01C97C}" dt="2026-01-20T10:57:17.052" v="2827"/>
          <ac:spMkLst>
            <pc:docMk/>
            <pc:sldMk cId="387616033" sldId="396"/>
            <ac:spMk id="262" creationId="{C285A5A9-D559-01CF-5B71-AD208B060F07}"/>
          </ac:spMkLst>
        </pc:spChg>
        <pc:spChg chg="mod">
          <ac:chgData name="Mayu Ninagawa (蜷川 真優 GE)" userId="15d22be4-2d84-414d-ac66-ca09a50eae87" providerId="ADAL" clId="{2A43D1C7-C612-4547-BA11-3049DC01C97C}" dt="2026-01-20T10:57:17.052" v="2827"/>
          <ac:spMkLst>
            <pc:docMk/>
            <pc:sldMk cId="387616033" sldId="396"/>
            <ac:spMk id="263" creationId="{5CDEE632-805F-3C07-823C-813D545063E1}"/>
          </ac:spMkLst>
        </pc:spChg>
        <pc:spChg chg="mod">
          <ac:chgData name="Mayu Ninagawa (蜷川 真優 GE)" userId="15d22be4-2d84-414d-ac66-ca09a50eae87" providerId="ADAL" clId="{2A43D1C7-C612-4547-BA11-3049DC01C97C}" dt="2026-01-20T10:57:17.052" v="2827"/>
          <ac:spMkLst>
            <pc:docMk/>
            <pc:sldMk cId="387616033" sldId="396"/>
            <ac:spMk id="264" creationId="{8AD6460F-D016-58DE-2E02-01EBC28E7DCC}"/>
          </ac:spMkLst>
        </pc:spChg>
        <pc:spChg chg="mod">
          <ac:chgData name="Mayu Ninagawa (蜷川 真優 GE)" userId="15d22be4-2d84-414d-ac66-ca09a50eae87" providerId="ADAL" clId="{2A43D1C7-C612-4547-BA11-3049DC01C97C}" dt="2026-01-20T10:57:17.052" v="2827"/>
          <ac:spMkLst>
            <pc:docMk/>
            <pc:sldMk cId="387616033" sldId="396"/>
            <ac:spMk id="265" creationId="{67B9A926-92D3-2126-3901-076B7DE5F1FF}"/>
          </ac:spMkLst>
        </pc:spChg>
        <pc:spChg chg="mod">
          <ac:chgData name="Mayu Ninagawa (蜷川 真優 GE)" userId="15d22be4-2d84-414d-ac66-ca09a50eae87" providerId="ADAL" clId="{2A43D1C7-C612-4547-BA11-3049DC01C97C}" dt="2026-01-20T10:57:17.052" v="2827"/>
          <ac:spMkLst>
            <pc:docMk/>
            <pc:sldMk cId="387616033" sldId="396"/>
            <ac:spMk id="267" creationId="{16007B82-8FB6-4D74-E070-88D8A2238781}"/>
          </ac:spMkLst>
        </pc:spChg>
        <pc:spChg chg="mod">
          <ac:chgData name="Mayu Ninagawa (蜷川 真優 GE)" userId="15d22be4-2d84-414d-ac66-ca09a50eae87" providerId="ADAL" clId="{2A43D1C7-C612-4547-BA11-3049DC01C97C}" dt="2026-01-20T10:57:17.052" v="2827"/>
          <ac:spMkLst>
            <pc:docMk/>
            <pc:sldMk cId="387616033" sldId="396"/>
            <ac:spMk id="268" creationId="{48779439-856C-338A-F17A-D435BFAA60A8}"/>
          </ac:spMkLst>
        </pc:spChg>
        <pc:spChg chg="mod">
          <ac:chgData name="Mayu Ninagawa (蜷川 真優 GE)" userId="15d22be4-2d84-414d-ac66-ca09a50eae87" providerId="ADAL" clId="{2A43D1C7-C612-4547-BA11-3049DC01C97C}" dt="2026-01-20T10:57:17.052" v="2827"/>
          <ac:spMkLst>
            <pc:docMk/>
            <pc:sldMk cId="387616033" sldId="396"/>
            <ac:spMk id="270" creationId="{AC8C97EE-91D7-40A2-4A83-BD1475A1AD9A}"/>
          </ac:spMkLst>
        </pc:spChg>
        <pc:spChg chg="mod">
          <ac:chgData name="Mayu Ninagawa (蜷川 真優 GE)" userId="15d22be4-2d84-414d-ac66-ca09a50eae87" providerId="ADAL" clId="{2A43D1C7-C612-4547-BA11-3049DC01C97C}" dt="2026-01-20T10:57:17.052" v="2827"/>
          <ac:spMkLst>
            <pc:docMk/>
            <pc:sldMk cId="387616033" sldId="396"/>
            <ac:spMk id="306" creationId="{13219B3E-F3B8-DF7E-EFEE-19B251505074}"/>
          </ac:spMkLst>
        </pc:spChg>
        <pc:spChg chg="mod">
          <ac:chgData name="Mayu Ninagawa (蜷川 真優 GE)" userId="15d22be4-2d84-414d-ac66-ca09a50eae87" providerId="ADAL" clId="{2A43D1C7-C612-4547-BA11-3049DC01C97C}" dt="2026-01-20T10:57:17.052" v="2827"/>
          <ac:spMkLst>
            <pc:docMk/>
            <pc:sldMk cId="387616033" sldId="396"/>
            <ac:spMk id="313" creationId="{C07F1F76-CEFD-50F2-2736-4F1E9F807286}"/>
          </ac:spMkLst>
        </pc:spChg>
        <pc:spChg chg="mod topLvl">
          <ac:chgData name="Mayu Ninagawa (蜷川 真優 GE)" userId="15d22be4-2d84-414d-ac66-ca09a50eae87" providerId="ADAL" clId="{2A43D1C7-C612-4547-BA11-3049DC01C97C}" dt="2026-01-29T06:50:07.182" v="6214" actId="164"/>
          <ac:spMkLst>
            <pc:docMk/>
            <pc:sldMk cId="387616033" sldId="396"/>
            <ac:spMk id="320" creationId="{448C7FE1-1D08-706B-415D-B14B45399D02}"/>
          </ac:spMkLst>
        </pc:spChg>
        <pc:spChg chg="mod">
          <ac:chgData name="Mayu Ninagawa (蜷川 真優 GE)" userId="15d22be4-2d84-414d-ac66-ca09a50eae87" providerId="ADAL" clId="{2A43D1C7-C612-4547-BA11-3049DC01C97C}" dt="2026-01-20T10:57:17.052" v="2827"/>
          <ac:spMkLst>
            <pc:docMk/>
            <pc:sldMk cId="387616033" sldId="396"/>
            <ac:spMk id="320" creationId="{B5D82BC6-68C2-2C88-3FC2-0AFA64244E88}"/>
          </ac:spMkLst>
        </pc:spChg>
        <pc:spChg chg="mod topLvl">
          <ac:chgData name="Mayu Ninagawa (蜷川 真優 GE)" userId="15d22be4-2d84-414d-ac66-ca09a50eae87" providerId="ADAL" clId="{2A43D1C7-C612-4547-BA11-3049DC01C97C}" dt="2026-01-29T06:50:07.182" v="6214" actId="164"/>
          <ac:spMkLst>
            <pc:docMk/>
            <pc:sldMk cId="387616033" sldId="396"/>
            <ac:spMk id="321" creationId="{14EB9E61-BA75-65A9-0487-44B762BBC24F}"/>
          </ac:spMkLst>
        </pc:spChg>
        <pc:spChg chg="mod">
          <ac:chgData name="Mayu Ninagawa (蜷川 真優 GE)" userId="15d22be4-2d84-414d-ac66-ca09a50eae87" providerId="ADAL" clId="{2A43D1C7-C612-4547-BA11-3049DC01C97C}" dt="2026-01-20T10:57:17.052" v="2827"/>
          <ac:spMkLst>
            <pc:docMk/>
            <pc:sldMk cId="387616033" sldId="396"/>
            <ac:spMk id="321" creationId="{3B8C7606-AE0D-74A8-012A-B5A3BA8FC730}"/>
          </ac:spMkLst>
        </pc:spChg>
        <pc:spChg chg="mod">
          <ac:chgData name="Mayu Ninagawa (蜷川 真優 GE)" userId="15d22be4-2d84-414d-ac66-ca09a50eae87" providerId="ADAL" clId="{2A43D1C7-C612-4547-BA11-3049DC01C97C}" dt="2026-01-20T10:57:17.052" v="2827"/>
          <ac:spMkLst>
            <pc:docMk/>
            <pc:sldMk cId="387616033" sldId="396"/>
            <ac:spMk id="322" creationId="{0D89EDF4-B005-3615-62BA-5119790363CC}"/>
          </ac:spMkLst>
        </pc:spChg>
        <pc:spChg chg="mod topLvl">
          <ac:chgData name="Mayu Ninagawa (蜷川 真優 GE)" userId="15d22be4-2d84-414d-ac66-ca09a50eae87" providerId="ADAL" clId="{2A43D1C7-C612-4547-BA11-3049DC01C97C}" dt="2026-01-29T06:50:07.182" v="6214" actId="164"/>
          <ac:spMkLst>
            <pc:docMk/>
            <pc:sldMk cId="387616033" sldId="396"/>
            <ac:spMk id="322" creationId="{138523C7-2FCB-5542-8529-77317433B4A0}"/>
          </ac:spMkLst>
        </pc:spChg>
        <pc:spChg chg="mod">
          <ac:chgData name="Mayu Ninagawa (蜷川 真優 GE)" userId="15d22be4-2d84-414d-ac66-ca09a50eae87" providerId="ADAL" clId="{2A43D1C7-C612-4547-BA11-3049DC01C97C}" dt="2026-01-20T10:57:17.052" v="2827"/>
          <ac:spMkLst>
            <pc:docMk/>
            <pc:sldMk cId="387616033" sldId="396"/>
            <ac:spMk id="323" creationId="{1195F65C-A20A-582C-9E2A-1271572C27F0}"/>
          </ac:spMkLst>
        </pc:spChg>
        <pc:spChg chg="mod topLvl">
          <ac:chgData name="Mayu Ninagawa (蜷川 真優 GE)" userId="15d22be4-2d84-414d-ac66-ca09a50eae87" providerId="ADAL" clId="{2A43D1C7-C612-4547-BA11-3049DC01C97C}" dt="2026-01-29T06:50:07.182" v="6214" actId="164"/>
          <ac:spMkLst>
            <pc:docMk/>
            <pc:sldMk cId="387616033" sldId="396"/>
            <ac:spMk id="323" creationId="{6D4C32A6-8FF6-E458-5C3E-983506706197}"/>
          </ac:spMkLst>
        </pc:spChg>
        <pc:spChg chg="mod">
          <ac:chgData name="Mayu Ninagawa (蜷川 真優 GE)" userId="15d22be4-2d84-414d-ac66-ca09a50eae87" providerId="ADAL" clId="{2A43D1C7-C612-4547-BA11-3049DC01C97C}" dt="2026-01-20T10:57:17.052" v="2827"/>
          <ac:spMkLst>
            <pc:docMk/>
            <pc:sldMk cId="387616033" sldId="396"/>
            <ac:spMk id="324" creationId="{1A4BDA8F-BB49-98A8-DFDE-9E0E46A6985C}"/>
          </ac:spMkLst>
        </pc:spChg>
        <pc:spChg chg="mod topLvl">
          <ac:chgData name="Mayu Ninagawa (蜷川 真優 GE)" userId="15d22be4-2d84-414d-ac66-ca09a50eae87" providerId="ADAL" clId="{2A43D1C7-C612-4547-BA11-3049DC01C97C}" dt="2026-01-29T06:50:07.182" v="6214" actId="164"/>
          <ac:spMkLst>
            <pc:docMk/>
            <pc:sldMk cId="387616033" sldId="396"/>
            <ac:spMk id="324" creationId="{63D3E2D5-D9F7-4FF6-BDC9-6ABEA187D679}"/>
          </ac:spMkLst>
        </pc:spChg>
        <pc:spChg chg="mod topLvl">
          <ac:chgData name="Mayu Ninagawa (蜷川 真優 GE)" userId="15d22be4-2d84-414d-ac66-ca09a50eae87" providerId="ADAL" clId="{2A43D1C7-C612-4547-BA11-3049DC01C97C}" dt="2026-01-29T06:50:07.182" v="6214" actId="164"/>
          <ac:spMkLst>
            <pc:docMk/>
            <pc:sldMk cId="387616033" sldId="396"/>
            <ac:spMk id="325" creationId="{59F4D6C7-AEE0-4C95-BE01-B3770F4F5ACE}"/>
          </ac:spMkLst>
        </pc:spChg>
        <pc:spChg chg="mod">
          <ac:chgData name="Mayu Ninagawa (蜷川 真優 GE)" userId="15d22be4-2d84-414d-ac66-ca09a50eae87" providerId="ADAL" clId="{2A43D1C7-C612-4547-BA11-3049DC01C97C}" dt="2026-01-20T10:57:17.052" v="2827"/>
          <ac:spMkLst>
            <pc:docMk/>
            <pc:sldMk cId="387616033" sldId="396"/>
            <ac:spMk id="325" creationId="{D129237D-9658-A69F-A161-7A37B1240899}"/>
          </ac:spMkLst>
        </pc:spChg>
        <pc:spChg chg="mod topLvl">
          <ac:chgData name="Mayu Ninagawa (蜷川 真優 GE)" userId="15d22be4-2d84-414d-ac66-ca09a50eae87" providerId="ADAL" clId="{2A43D1C7-C612-4547-BA11-3049DC01C97C}" dt="2026-01-29T06:50:07.182" v="6214" actId="164"/>
          <ac:spMkLst>
            <pc:docMk/>
            <pc:sldMk cId="387616033" sldId="396"/>
            <ac:spMk id="326" creationId="{270D1049-3424-AB0D-A537-EEE797B68B3A}"/>
          </ac:spMkLst>
        </pc:spChg>
        <pc:spChg chg="mod">
          <ac:chgData name="Mayu Ninagawa (蜷川 真優 GE)" userId="15d22be4-2d84-414d-ac66-ca09a50eae87" providerId="ADAL" clId="{2A43D1C7-C612-4547-BA11-3049DC01C97C}" dt="2026-01-20T10:57:17.052" v="2827"/>
          <ac:spMkLst>
            <pc:docMk/>
            <pc:sldMk cId="387616033" sldId="396"/>
            <ac:spMk id="326" creationId="{A9657042-4A17-1E5E-37C1-537CF593C374}"/>
          </ac:spMkLst>
        </pc:spChg>
        <pc:spChg chg="mod topLvl">
          <ac:chgData name="Mayu Ninagawa (蜷川 真優 GE)" userId="15d22be4-2d84-414d-ac66-ca09a50eae87" providerId="ADAL" clId="{2A43D1C7-C612-4547-BA11-3049DC01C97C}" dt="2026-01-29T06:50:07.182" v="6214" actId="164"/>
          <ac:spMkLst>
            <pc:docMk/>
            <pc:sldMk cId="387616033" sldId="396"/>
            <ac:spMk id="327" creationId="{54ED9B08-248F-BAAD-35E5-F594B7359D5B}"/>
          </ac:spMkLst>
        </pc:spChg>
        <pc:spChg chg="mod">
          <ac:chgData name="Mayu Ninagawa (蜷川 真優 GE)" userId="15d22be4-2d84-414d-ac66-ca09a50eae87" providerId="ADAL" clId="{2A43D1C7-C612-4547-BA11-3049DC01C97C}" dt="2026-01-20T10:57:17.052" v="2827"/>
          <ac:spMkLst>
            <pc:docMk/>
            <pc:sldMk cId="387616033" sldId="396"/>
            <ac:spMk id="327" creationId="{C750E981-7E4C-8965-6A80-891D214859A9}"/>
          </ac:spMkLst>
        </pc:spChg>
        <pc:spChg chg="mod topLvl">
          <ac:chgData name="Mayu Ninagawa (蜷川 真優 GE)" userId="15d22be4-2d84-414d-ac66-ca09a50eae87" providerId="ADAL" clId="{2A43D1C7-C612-4547-BA11-3049DC01C97C}" dt="2026-01-29T06:53:34.104" v="6284" actId="555"/>
          <ac:spMkLst>
            <pc:docMk/>
            <pc:sldMk cId="387616033" sldId="396"/>
            <ac:spMk id="328" creationId="{619F2B4E-A87A-3BD6-5195-C7CECDAC5BE6}"/>
          </ac:spMkLst>
        </pc:spChg>
        <pc:spChg chg="mod">
          <ac:chgData name="Mayu Ninagawa (蜷川 真優 GE)" userId="15d22be4-2d84-414d-ac66-ca09a50eae87" providerId="ADAL" clId="{2A43D1C7-C612-4547-BA11-3049DC01C97C}" dt="2026-01-20T10:57:17.052" v="2827"/>
          <ac:spMkLst>
            <pc:docMk/>
            <pc:sldMk cId="387616033" sldId="396"/>
            <ac:spMk id="328" creationId="{E69C99ED-AA35-3280-04DE-76F0019E5E4E}"/>
          </ac:spMkLst>
        </pc:spChg>
        <pc:spChg chg="mod topLvl">
          <ac:chgData name="Mayu Ninagawa (蜷川 真優 GE)" userId="15d22be4-2d84-414d-ac66-ca09a50eae87" providerId="ADAL" clId="{2A43D1C7-C612-4547-BA11-3049DC01C97C}" dt="2026-01-29T06:50:07.182" v="6214" actId="164"/>
          <ac:spMkLst>
            <pc:docMk/>
            <pc:sldMk cId="387616033" sldId="396"/>
            <ac:spMk id="329" creationId="{48E38A91-269E-1CB6-CD75-9B917039B963}"/>
          </ac:spMkLst>
        </pc:spChg>
        <pc:spChg chg="mod">
          <ac:chgData name="Mayu Ninagawa (蜷川 真優 GE)" userId="15d22be4-2d84-414d-ac66-ca09a50eae87" providerId="ADAL" clId="{2A43D1C7-C612-4547-BA11-3049DC01C97C}" dt="2026-01-20T10:57:17.052" v="2827"/>
          <ac:spMkLst>
            <pc:docMk/>
            <pc:sldMk cId="387616033" sldId="396"/>
            <ac:spMk id="329" creationId="{C33A073B-F7BD-93D8-1445-D3E8F5B63EEC}"/>
          </ac:spMkLst>
        </pc:spChg>
        <pc:spChg chg="mod">
          <ac:chgData name="Mayu Ninagawa (蜷川 真優 GE)" userId="15d22be4-2d84-414d-ac66-ca09a50eae87" providerId="ADAL" clId="{2A43D1C7-C612-4547-BA11-3049DC01C97C}" dt="2026-01-20T10:57:17.052" v="2827"/>
          <ac:spMkLst>
            <pc:docMk/>
            <pc:sldMk cId="387616033" sldId="396"/>
            <ac:spMk id="330" creationId="{8C21D9DA-C3A3-5C2D-C472-D5C833D66E7D}"/>
          </ac:spMkLst>
        </pc:spChg>
        <pc:spChg chg="mod topLvl">
          <ac:chgData name="Mayu Ninagawa (蜷川 真優 GE)" userId="15d22be4-2d84-414d-ac66-ca09a50eae87" providerId="ADAL" clId="{2A43D1C7-C612-4547-BA11-3049DC01C97C}" dt="2026-01-29T06:50:07.182" v="6214" actId="164"/>
          <ac:spMkLst>
            <pc:docMk/>
            <pc:sldMk cId="387616033" sldId="396"/>
            <ac:spMk id="330" creationId="{8DC12529-E698-58A9-C31D-351CE860D15F}"/>
          </ac:spMkLst>
        </pc:spChg>
        <pc:spChg chg="mod">
          <ac:chgData name="Mayu Ninagawa (蜷川 真優 GE)" userId="15d22be4-2d84-414d-ac66-ca09a50eae87" providerId="ADAL" clId="{2A43D1C7-C612-4547-BA11-3049DC01C97C}" dt="2026-01-20T10:57:17.052" v="2827"/>
          <ac:spMkLst>
            <pc:docMk/>
            <pc:sldMk cId="387616033" sldId="396"/>
            <ac:spMk id="331" creationId="{E3EEBE9A-DA70-4352-0404-41528FB603D0}"/>
          </ac:spMkLst>
        </pc:spChg>
        <pc:spChg chg="mod topLvl">
          <ac:chgData name="Mayu Ninagawa (蜷川 真優 GE)" userId="15d22be4-2d84-414d-ac66-ca09a50eae87" providerId="ADAL" clId="{2A43D1C7-C612-4547-BA11-3049DC01C97C}" dt="2026-01-29T06:50:07.182" v="6214" actId="164"/>
          <ac:spMkLst>
            <pc:docMk/>
            <pc:sldMk cId="387616033" sldId="396"/>
            <ac:spMk id="331" creationId="{F3BF7A21-FC24-5538-D130-EBF0D35CAFD4}"/>
          </ac:spMkLst>
        </pc:spChg>
        <pc:spChg chg="mod">
          <ac:chgData name="Mayu Ninagawa (蜷川 真優 GE)" userId="15d22be4-2d84-414d-ac66-ca09a50eae87" providerId="ADAL" clId="{2A43D1C7-C612-4547-BA11-3049DC01C97C}" dt="2026-01-20T10:57:17.052" v="2827"/>
          <ac:spMkLst>
            <pc:docMk/>
            <pc:sldMk cId="387616033" sldId="396"/>
            <ac:spMk id="332" creationId="{43727A93-878D-2417-B65F-8BDD1EC79FA1}"/>
          </ac:spMkLst>
        </pc:spChg>
        <pc:spChg chg="mod topLvl">
          <ac:chgData name="Mayu Ninagawa (蜷川 真優 GE)" userId="15d22be4-2d84-414d-ac66-ca09a50eae87" providerId="ADAL" clId="{2A43D1C7-C612-4547-BA11-3049DC01C97C}" dt="2026-01-29T06:50:07.182" v="6214" actId="164"/>
          <ac:spMkLst>
            <pc:docMk/>
            <pc:sldMk cId="387616033" sldId="396"/>
            <ac:spMk id="332" creationId="{546552F9-6D7E-7104-4A0C-ED449B4F7728}"/>
          </ac:spMkLst>
        </pc:spChg>
        <pc:spChg chg="mod topLvl">
          <ac:chgData name="Mayu Ninagawa (蜷川 真優 GE)" userId="15d22be4-2d84-414d-ac66-ca09a50eae87" providerId="ADAL" clId="{2A43D1C7-C612-4547-BA11-3049DC01C97C}" dt="2026-01-29T06:50:07.182" v="6214" actId="164"/>
          <ac:spMkLst>
            <pc:docMk/>
            <pc:sldMk cId="387616033" sldId="396"/>
            <ac:spMk id="333" creationId="{BBF1DF2C-7326-96CF-A5CC-9F0A72C03FF9}"/>
          </ac:spMkLst>
        </pc:spChg>
        <pc:spChg chg="mod">
          <ac:chgData name="Mayu Ninagawa (蜷川 真優 GE)" userId="15d22be4-2d84-414d-ac66-ca09a50eae87" providerId="ADAL" clId="{2A43D1C7-C612-4547-BA11-3049DC01C97C}" dt="2026-01-20T10:57:17.052" v="2827"/>
          <ac:spMkLst>
            <pc:docMk/>
            <pc:sldMk cId="387616033" sldId="396"/>
            <ac:spMk id="333" creationId="{E1398DCA-F0D8-A87B-BBE9-36ABD7B2C622}"/>
          </ac:spMkLst>
        </pc:spChg>
        <pc:spChg chg="mod topLvl">
          <ac:chgData name="Mayu Ninagawa (蜷川 真優 GE)" userId="15d22be4-2d84-414d-ac66-ca09a50eae87" providerId="ADAL" clId="{2A43D1C7-C612-4547-BA11-3049DC01C97C}" dt="2026-01-29T06:50:07.182" v="6214" actId="164"/>
          <ac:spMkLst>
            <pc:docMk/>
            <pc:sldMk cId="387616033" sldId="396"/>
            <ac:spMk id="334" creationId="{1FF60B0E-EAD2-F0FE-C73E-C376F22173DB}"/>
          </ac:spMkLst>
        </pc:spChg>
        <pc:spChg chg="mod">
          <ac:chgData name="Mayu Ninagawa (蜷川 真優 GE)" userId="15d22be4-2d84-414d-ac66-ca09a50eae87" providerId="ADAL" clId="{2A43D1C7-C612-4547-BA11-3049DC01C97C}" dt="2026-01-20T10:57:17.052" v="2827"/>
          <ac:spMkLst>
            <pc:docMk/>
            <pc:sldMk cId="387616033" sldId="396"/>
            <ac:spMk id="334" creationId="{60628B41-15DC-4C38-358B-AEC849C1923D}"/>
          </ac:spMkLst>
        </pc:spChg>
        <pc:spChg chg="mod">
          <ac:chgData name="Mayu Ninagawa (蜷川 真優 GE)" userId="15d22be4-2d84-414d-ac66-ca09a50eae87" providerId="ADAL" clId="{2A43D1C7-C612-4547-BA11-3049DC01C97C}" dt="2026-01-20T10:57:17.052" v="2827"/>
          <ac:spMkLst>
            <pc:docMk/>
            <pc:sldMk cId="387616033" sldId="396"/>
            <ac:spMk id="335" creationId="{11B63C16-F590-8C87-10DF-1E52A34D0E93}"/>
          </ac:spMkLst>
        </pc:spChg>
        <pc:spChg chg="mod topLvl">
          <ac:chgData name="Mayu Ninagawa (蜷川 真優 GE)" userId="15d22be4-2d84-414d-ac66-ca09a50eae87" providerId="ADAL" clId="{2A43D1C7-C612-4547-BA11-3049DC01C97C}" dt="2026-01-29T06:50:07.182" v="6214" actId="164"/>
          <ac:spMkLst>
            <pc:docMk/>
            <pc:sldMk cId="387616033" sldId="396"/>
            <ac:spMk id="335" creationId="{46A23423-257F-9326-A26E-334CA464372A}"/>
          </ac:spMkLst>
        </pc:spChg>
        <pc:spChg chg="mod">
          <ac:chgData name="Mayu Ninagawa (蜷川 真優 GE)" userId="15d22be4-2d84-414d-ac66-ca09a50eae87" providerId="ADAL" clId="{2A43D1C7-C612-4547-BA11-3049DC01C97C}" dt="2026-01-20T10:57:17.052" v="2827"/>
          <ac:spMkLst>
            <pc:docMk/>
            <pc:sldMk cId="387616033" sldId="396"/>
            <ac:spMk id="336" creationId="{73B87BF3-CA42-7611-8C1A-54662E942132}"/>
          </ac:spMkLst>
        </pc:spChg>
        <pc:spChg chg="mod topLvl">
          <ac:chgData name="Mayu Ninagawa (蜷川 真優 GE)" userId="15d22be4-2d84-414d-ac66-ca09a50eae87" providerId="ADAL" clId="{2A43D1C7-C612-4547-BA11-3049DC01C97C}" dt="2026-01-29T06:50:07.182" v="6214" actId="164"/>
          <ac:spMkLst>
            <pc:docMk/>
            <pc:sldMk cId="387616033" sldId="396"/>
            <ac:spMk id="336" creationId="{7DB29928-3C0C-D29A-7C46-9B23DE2A9F98}"/>
          </ac:spMkLst>
        </pc:spChg>
        <pc:spChg chg="mod topLvl">
          <ac:chgData name="Mayu Ninagawa (蜷川 真優 GE)" userId="15d22be4-2d84-414d-ac66-ca09a50eae87" providerId="ADAL" clId="{2A43D1C7-C612-4547-BA11-3049DC01C97C}" dt="2026-01-29T06:50:07.182" v="6214" actId="164"/>
          <ac:spMkLst>
            <pc:docMk/>
            <pc:sldMk cId="387616033" sldId="396"/>
            <ac:spMk id="337" creationId="{6B13ADF8-AB6B-5514-E522-33305E8C3950}"/>
          </ac:spMkLst>
        </pc:spChg>
        <pc:spChg chg="mod">
          <ac:chgData name="Mayu Ninagawa (蜷川 真優 GE)" userId="15d22be4-2d84-414d-ac66-ca09a50eae87" providerId="ADAL" clId="{2A43D1C7-C612-4547-BA11-3049DC01C97C}" dt="2026-01-20T10:57:17.052" v="2827"/>
          <ac:spMkLst>
            <pc:docMk/>
            <pc:sldMk cId="387616033" sldId="396"/>
            <ac:spMk id="337" creationId="{A8E286D2-4840-BA8D-A65F-3E1CF1EE0D4D}"/>
          </ac:spMkLst>
        </pc:spChg>
        <pc:spChg chg="mod topLvl">
          <ac:chgData name="Mayu Ninagawa (蜷川 真優 GE)" userId="15d22be4-2d84-414d-ac66-ca09a50eae87" providerId="ADAL" clId="{2A43D1C7-C612-4547-BA11-3049DC01C97C}" dt="2026-01-29T06:50:07.182" v="6214" actId="164"/>
          <ac:spMkLst>
            <pc:docMk/>
            <pc:sldMk cId="387616033" sldId="396"/>
            <ac:spMk id="338" creationId="{7EA9284A-CB10-456C-14CC-A977D981B937}"/>
          </ac:spMkLst>
        </pc:spChg>
        <pc:spChg chg="mod">
          <ac:chgData name="Mayu Ninagawa (蜷川 真優 GE)" userId="15d22be4-2d84-414d-ac66-ca09a50eae87" providerId="ADAL" clId="{2A43D1C7-C612-4547-BA11-3049DC01C97C}" dt="2026-01-20T10:57:17.052" v="2827"/>
          <ac:spMkLst>
            <pc:docMk/>
            <pc:sldMk cId="387616033" sldId="396"/>
            <ac:spMk id="338" creationId="{EE5379A4-5B15-398A-CB3E-DC2937455BE8}"/>
          </ac:spMkLst>
        </pc:spChg>
        <pc:spChg chg="mod topLvl">
          <ac:chgData name="Mayu Ninagawa (蜷川 真優 GE)" userId="15d22be4-2d84-414d-ac66-ca09a50eae87" providerId="ADAL" clId="{2A43D1C7-C612-4547-BA11-3049DC01C97C}" dt="2026-01-29T06:50:07.182" v="6214" actId="164"/>
          <ac:spMkLst>
            <pc:docMk/>
            <pc:sldMk cId="387616033" sldId="396"/>
            <ac:spMk id="339" creationId="{5474E371-7D28-92DA-2175-FA474DA33994}"/>
          </ac:spMkLst>
        </pc:spChg>
        <pc:spChg chg="mod topLvl">
          <ac:chgData name="Mayu Ninagawa (蜷川 真優 GE)" userId="15d22be4-2d84-414d-ac66-ca09a50eae87" providerId="ADAL" clId="{2A43D1C7-C612-4547-BA11-3049DC01C97C}" dt="2026-01-29T06:50:07.182" v="6214" actId="164"/>
          <ac:spMkLst>
            <pc:docMk/>
            <pc:sldMk cId="387616033" sldId="396"/>
            <ac:spMk id="340" creationId="{5A63790A-2C82-4FA6-BD1B-B2AB9B63C5B6}"/>
          </ac:spMkLst>
        </pc:spChg>
        <pc:spChg chg="mod topLvl">
          <ac:chgData name="Mayu Ninagawa (蜷川 真優 GE)" userId="15d22be4-2d84-414d-ac66-ca09a50eae87" providerId="ADAL" clId="{2A43D1C7-C612-4547-BA11-3049DC01C97C}" dt="2026-01-29T06:50:07.182" v="6214" actId="164"/>
          <ac:spMkLst>
            <pc:docMk/>
            <pc:sldMk cId="387616033" sldId="396"/>
            <ac:spMk id="341" creationId="{B37E5F87-F5ED-85A1-3DB4-C011E3772049}"/>
          </ac:spMkLst>
        </pc:spChg>
        <pc:spChg chg="mod topLvl">
          <ac:chgData name="Mayu Ninagawa (蜷川 真優 GE)" userId="15d22be4-2d84-414d-ac66-ca09a50eae87" providerId="ADAL" clId="{2A43D1C7-C612-4547-BA11-3049DC01C97C}" dt="2026-01-29T06:50:07.182" v="6214" actId="164"/>
          <ac:spMkLst>
            <pc:docMk/>
            <pc:sldMk cId="387616033" sldId="396"/>
            <ac:spMk id="342" creationId="{11E50528-3670-C72E-7B96-BD8989853B30}"/>
          </ac:spMkLst>
        </pc:spChg>
        <pc:spChg chg="mod">
          <ac:chgData name="Mayu Ninagawa (蜷川 真優 GE)" userId="15d22be4-2d84-414d-ac66-ca09a50eae87" providerId="ADAL" clId="{2A43D1C7-C612-4547-BA11-3049DC01C97C}" dt="2026-01-20T10:57:17.052" v="2827"/>
          <ac:spMkLst>
            <pc:docMk/>
            <pc:sldMk cId="387616033" sldId="396"/>
            <ac:spMk id="342" creationId="{BF19157B-D245-03FC-1A5E-D6A87AFF4AB6}"/>
          </ac:spMkLst>
        </pc:spChg>
        <pc:spChg chg="mod topLvl">
          <ac:chgData name="Mayu Ninagawa (蜷川 真優 GE)" userId="15d22be4-2d84-414d-ac66-ca09a50eae87" providerId="ADAL" clId="{2A43D1C7-C612-4547-BA11-3049DC01C97C}" dt="2026-01-29T06:53:34.104" v="6284" actId="555"/>
          <ac:spMkLst>
            <pc:docMk/>
            <pc:sldMk cId="387616033" sldId="396"/>
            <ac:spMk id="343" creationId="{0FCB9818-873E-0AC4-0099-89CA43CEA260}"/>
          </ac:spMkLst>
        </pc:spChg>
        <pc:spChg chg="mod">
          <ac:chgData name="Mayu Ninagawa (蜷川 真優 GE)" userId="15d22be4-2d84-414d-ac66-ca09a50eae87" providerId="ADAL" clId="{2A43D1C7-C612-4547-BA11-3049DC01C97C}" dt="2026-01-20T10:57:17.052" v="2827"/>
          <ac:spMkLst>
            <pc:docMk/>
            <pc:sldMk cId="387616033" sldId="396"/>
            <ac:spMk id="343" creationId="{3AB07C72-22B9-B33A-E0D9-7C7A4AD575EB}"/>
          </ac:spMkLst>
        </pc:spChg>
        <pc:spChg chg="mod topLvl">
          <ac:chgData name="Mayu Ninagawa (蜷川 真優 GE)" userId="15d22be4-2d84-414d-ac66-ca09a50eae87" providerId="ADAL" clId="{2A43D1C7-C612-4547-BA11-3049DC01C97C}" dt="2026-01-29T06:50:07.182" v="6214" actId="164"/>
          <ac:spMkLst>
            <pc:docMk/>
            <pc:sldMk cId="387616033" sldId="396"/>
            <ac:spMk id="344" creationId="{9BBDAA03-17A3-E35F-8C57-AD1C515A2B6A}"/>
          </ac:spMkLst>
        </pc:spChg>
        <pc:spChg chg="mod">
          <ac:chgData name="Mayu Ninagawa (蜷川 真優 GE)" userId="15d22be4-2d84-414d-ac66-ca09a50eae87" providerId="ADAL" clId="{2A43D1C7-C612-4547-BA11-3049DC01C97C}" dt="2026-01-20T10:57:17.052" v="2827"/>
          <ac:spMkLst>
            <pc:docMk/>
            <pc:sldMk cId="387616033" sldId="396"/>
            <ac:spMk id="344" creationId="{B9F97F05-E0AC-5DB0-BE35-9A937CF89C38}"/>
          </ac:spMkLst>
        </pc:spChg>
        <pc:spChg chg="mod">
          <ac:chgData name="Mayu Ninagawa (蜷川 真優 GE)" userId="15d22be4-2d84-414d-ac66-ca09a50eae87" providerId="ADAL" clId="{2A43D1C7-C612-4547-BA11-3049DC01C97C}" dt="2026-01-29T06:28:06.955" v="6005"/>
          <ac:spMkLst>
            <pc:docMk/>
            <pc:sldMk cId="387616033" sldId="396"/>
            <ac:spMk id="346" creationId="{8BFB8BA2-CEAA-3D24-4F03-DD64130E0501}"/>
          </ac:spMkLst>
        </pc:spChg>
        <pc:spChg chg="mod">
          <ac:chgData name="Mayu Ninagawa (蜷川 真優 GE)" userId="15d22be4-2d84-414d-ac66-ca09a50eae87" providerId="ADAL" clId="{2A43D1C7-C612-4547-BA11-3049DC01C97C}" dt="2026-01-29T09:01:20.400" v="7072" actId="1076"/>
          <ac:spMkLst>
            <pc:docMk/>
            <pc:sldMk cId="387616033" sldId="396"/>
            <ac:spMk id="347" creationId="{0D5B5BEE-7D6A-093B-8513-5E57182360CD}"/>
          </ac:spMkLst>
        </pc:spChg>
        <pc:spChg chg="mod">
          <ac:chgData name="Mayu Ninagawa (蜷川 真優 GE)" userId="15d22be4-2d84-414d-ac66-ca09a50eae87" providerId="ADAL" clId="{2A43D1C7-C612-4547-BA11-3049DC01C97C}" dt="2026-01-20T10:57:17.052" v="2827"/>
          <ac:spMkLst>
            <pc:docMk/>
            <pc:sldMk cId="387616033" sldId="396"/>
            <ac:spMk id="348" creationId="{5F5941F2-7FD3-497E-976C-9C7CF4B2728B}"/>
          </ac:spMkLst>
        </pc:spChg>
        <pc:spChg chg="mod topLvl">
          <ac:chgData name="Mayu Ninagawa (蜷川 真優 GE)" userId="15d22be4-2d84-414d-ac66-ca09a50eae87" providerId="ADAL" clId="{2A43D1C7-C612-4547-BA11-3049DC01C97C}" dt="2026-01-29T06:50:07.182" v="6214" actId="164"/>
          <ac:spMkLst>
            <pc:docMk/>
            <pc:sldMk cId="387616033" sldId="396"/>
            <ac:spMk id="348" creationId="{BE3E403B-C17D-306C-8910-392DF7D7494F}"/>
          </ac:spMkLst>
        </pc:spChg>
        <pc:spChg chg="mod topLvl">
          <ac:chgData name="Mayu Ninagawa (蜷川 真優 GE)" userId="15d22be4-2d84-414d-ac66-ca09a50eae87" providerId="ADAL" clId="{2A43D1C7-C612-4547-BA11-3049DC01C97C}" dt="2026-01-29T06:50:07.182" v="6214" actId="164"/>
          <ac:spMkLst>
            <pc:docMk/>
            <pc:sldMk cId="387616033" sldId="396"/>
            <ac:spMk id="349" creationId="{1F097B1B-3CD1-2601-6405-15CC51CAF061}"/>
          </ac:spMkLst>
        </pc:spChg>
        <pc:spChg chg="mod topLvl">
          <ac:chgData name="Mayu Ninagawa (蜷川 真優 GE)" userId="15d22be4-2d84-414d-ac66-ca09a50eae87" providerId="ADAL" clId="{2A43D1C7-C612-4547-BA11-3049DC01C97C}" dt="2026-01-29T06:50:07.182" v="6214" actId="164"/>
          <ac:spMkLst>
            <pc:docMk/>
            <pc:sldMk cId="387616033" sldId="396"/>
            <ac:spMk id="350" creationId="{73AE8572-8C4B-1C50-FFC4-744F3AA074DA}"/>
          </ac:spMkLst>
        </pc:spChg>
        <pc:spChg chg="mod">
          <ac:chgData name="Mayu Ninagawa (蜷川 真優 GE)" userId="15d22be4-2d84-414d-ac66-ca09a50eae87" providerId="ADAL" clId="{2A43D1C7-C612-4547-BA11-3049DC01C97C}" dt="2026-01-20T10:58:14.415" v="2839"/>
          <ac:spMkLst>
            <pc:docMk/>
            <pc:sldMk cId="387616033" sldId="396"/>
            <ac:spMk id="351" creationId="{9914C396-E8C4-BA29-5BD2-880CFB751771}"/>
          </ac:spMkLst>
        </pc:spChg>
        <pc:spChg chg="mod topLvl">
          <ac:chgData name="Mayu Ninagawa (蜷川 真優 GE)" userId="15d22be4-2d84-414d-ac66-ca09a50eae87" providerId="ADAL" clId="{2A43D1C7-C612-4547-BA11-3049DC01C97C}" dt="2026-01-29T06:50:07.182" v="6214" actId="164"/>
          <ac:spMkLst>
            <pc:docMk/>
            <pc:sldMk cId="387616033" sldId="396"/>
            <ac:spMk id="351" creationId="{A8BBE8C4-5E4B-DEA9-9E96-9B967FE5164F}"/>
          </ac:spMkLst>
        </pc:spChg>
        <pc:spChg chg="mod topLvl">
          <ac:chgData name="Mayu Ninagawa (蜷川 真優 GE)" userId="15d22be4-2d84-414d-ac66-ca09a50eae87" providerId="ADAL" clId="{2A43D1C7-C612-4547-BA11-3049DC01C97C}" dt="2026-01-29T06:50:07.182" v="6214" actId="164"/>
          <ac:spMkLst>
            <pc:docMk/>
            <pc:sldMk cId="387616033" sldId="396"/>
            <ac:spMk id="352" creationId="{640132BD-06B5-18DE-1622-6E9CC60A3415}"/>
          </ac:spMkLst>
        </pc:spChg>
        <pc:spChg chg="mod topLvl">
          <ac:chgData name="Mayu Ninagawa (蜷川 真優 GE)" userId="15d22be4-2d84-414d-ac66-ca09a50eae87" providerId="ADAL" clId="{2A43D1C7-C612-4547-BA11-3049DC01C97C}" dt="2026-01-29T06:50:07.182" v="6214" actId="164"/>
          <ac:spMkLst>
            <pc:docMk/>
            <pc:sldMk cId="387616033" sldId="396"/>
            <ac:spMk id="353" creationId="{2DE0EC41-80E1-A42B-B4AD-2F25B9E62F2C}"/>
          </ac:spMkLst>
        </pc:spChg>
        <pc:spChg chg="mod">
          <ac:chgData name="Mayu Ninagawa (蜷川 真優 GE)" userId="15d22be4-2d84-414d-ac66-ca09a50eae87" providerId="ADAL" clId="{2A43D1C7-C612-4547-BA11-3049DC01C97C}" dt="2026-01-20T10:58:14.415" v="2839"/>
          <ac:spMkLst>
            <pc:docMk/>
            <pc:sldMk cId="387616033" sldId="396"/>
            <ac:spMk id="353" creationId="{9BDCBB7C-00A8-34F7-2D26-E1BD2534AA08}"/>
          </ac:spMkLst>
        </pc:spChg>
        <pc:spChg chg="mod topLvl">
          <ac:chgData name="Mayu Ninagawa (蜷川 真優 GE)" userId="15d22be4-2d84-414d-ac66-ca09a50eae87" providerId="ADAL" clId="{2A43D1C7-C612-4547-BA11-3049DC01C97C}" dt="2026-01-29T06:50:07.182" v="6214" actId="164"/>
          <ac:spMkLst>
            <pc:docMk/>
            <pc:sldMk cId="387616033" sldId="396"/>
            <ac:spMk id="354" creationId="{F56AF421-169F-C417-99A2-9D230C5FF22A}"/>
          </ac:spMkLst>
        </pc:spChg>
        <pc:spChg chg="mod">
          <ac:chgData name="Mayu Ninagawa (蜷川 真優 GE)" userId="15d22be4-2d84-414d-ac66-ca09a50eae87" providerId="ADAL" clId="{2A43D1C7-C612-4547-BA11-3049DC01C97C}" dt="2026-01-20T10:58:14.415" v="2839"/>
          <ac:spMkLst>
            <pc:docMk/>
            <pc:sldMk cId="387616033" sldId="396"/>
            <ac:spMk id="354" creationId="{FADDB99F-6BAA-1EB4-45EC-53662169B1C3}"/>
          </ac:spMkLst>
        </pc:spChg>
        <pc:spChg chg="mod topLvl">
          <ac:chgData name="Mayu Ninagawa (蜷川 真優 GE)" userId="15d22be4-2d84-414d-ac66-ca09a50eae87" providerId="ADAL" clId="{2A43D1C7-C612-4547-BA11-3049DC01C97C}" dt="2026-01-29T06:50:07.182" v="6214" actId="164"/>
          <ac:spMkLst>
            <pc:docMk/>
            <pc:sldMk cId="387616033" sldId="396"/>
            <ac:spMk id="355" creationId="{5CE5BF88-751E-9FB6-E7C6-3A2C806197CD}"/>
          </ac:spMkLst>
        </pc:spChg>
        <pc:spChg chg="mod topLvl">
          <ac:chgData name="Mayu Ninagawa (蜷川 真優 GE)" userId="15d22be4-2d84-414d-ac66-ca09a50eae87" providerId="ADAL" clId="{2A43D1C7-C612-4547-BA11-3049DC01C97C}" dt="2026-01-29T06:50:07.182" v="6214" actId="164"/>
          <ac:spMkLst>
            <pc:docMk/>
            <pc:sldMk cId="387616033" sldId="396"/>
            <ac:spMk id="356" creationId="{7346CFD6-EA15-6597-5326-14233F1F5D2E}"/>
          </ac:spMkLst>
        </pc:spChg>
        <pc:spChg chg="mod topLvl">
          <ac:chgData name="Mayu Ninagawa (蜷川 真優 GE)" userId="15d22be4-2d84-414d-ac66-ca09a50eae87" providerId="ADAL" clId="{2A43D1C7-C612-4547-BA11-3049DC01C97C}" dt="2026-01-29T06:50:07.182" v="6214" actId="164"/>
          <ac:spMkLst>
            <pc:docMk/>
            <pc:sldMk cId="387616033" sldId="396"/>
            <ac:spMk id="357" creationId="{5CF9F936-3EEB-92A1-B812-16A43132C4F1}"/>
          </ac:spMkLst>
        </pc:spChg>
        <pc:spChg chg="mod topLvl">
          <ac:chgData name="Mayu Ninagawa (蜷川 真優 GE)" userId="15d22be4-2d84-414d-ac66-ca09a50eae87" providerId="ADAL" clId="{2A43D1C7-C612-4547-BA11-3049DC01C97C}" dt="2026-01-29T06:50:07.182" v="6214" actId="164"/>
          <ac:spMkLst>
            <pc:docMk/>
            <pc:sldMk cId="387616033" sldId="396"/>
            <ac:spMk id="358" creationId="{1EABC3FC-99A6-F4E8-F362-F7680BE5FBD1}"/>
          </ac:spMkLst>
        </pc:spChg>
        <pc:spChg chg="del">
          <ac:chgData name="Mayu Ninagawa (蜷川 真優 GE)" userId="15d22be4-2d84-414d-ac66-ca09a50eae87" providerId="ADAL" clId="{2A43D1C7-C612-4547-BA11-3049DC01C97C}" dt="2026-01-20T10:50:15.762" v="2783" actId="478"/>
          <ac:spMkLst>
            <pc:docMk/>
            <pc:sldMk cId="387616033" sldId="396"/>
            <ac:spMk id="358" creationId="{BF85F052-B7E1-133C-5B13-D996CC816E0D}"/>
          </ac:spMkLst>
        </pc:spChg>
        <pc:spChg chg="mod">
          <ac:chgData name="Mayu Ninagawa (蜷川 真優 GE)" userId="15d22be4-2d84-414d-ac66-ca09a50eae87" providerId="ADAL" clId="{2A43D1C7-C612-4547-BA11-3049DC01C97C}" dt="2026-01-20T10:58:14.415" v="2839"/>
          <ac:spMkLst>
            <pc:docMk/>
            <pc:sldMk cId="387616033" sldId="396"/>
            <ac:spMk id="359" creationId="{3E5AD324-6CF1-127B-9C45-7945BA69C581}"/>
          </ac:spMkLst>
        </pc:spChg>
        <pc:spChg chg="mod topLvl">
          <ac:chgData name="Mayu Ninagawa (蜷川 真優 GE)" userId="15d22be4-2d84-414d-ac66-ca09a50eae87" providerId="ADAL" clId="{2A43D1C7-C612-4547-BA11-3049DC01C97C}" dt="2026-01-29T06:50:07.182" v="6214" actId="164"/>
          <ac:spMkLst>
            <pc:docMk/>
            <pc:sldMk cId="387616033" sldId="396"/>
            <ac:spMk id="359" creationId="{472D6310-49B0-9A54-4282-9B8C53578376}"/>
          </ac:spMkLst>
        </pc:spChg>
        <pc:spChg chg="add del mod topLvl">
          <ac:chgData name="Mayu Ninagawa (蜷川 真優 GE)" userId="15d22be4-2d84-414d-ac66-ca09a50eae87" providerId="ADAL" clId="{2A43D1C7-C612-4547-BA11-3049DC01C97C}" dt="2026-01-20T11:02:18.196" v="2897"/>
          <ac:spMkLst>
            <pc:docMk/>
            <pc:sldMk cId="387616033" sldId="396"/>
            <ac:spMk id="360" creationId="{7F74A986-5DB7-291A-141D-A22A916C1CDA}"/>
          </ac:spMkLst>
        </pc:spChg>
        <pc:spChg chg="mod topLvl">
          <ac:chgData name="Mayu Ninagawa (蜷川 真優 GE)" userId="15d22be4-2d84-414d-ac66-ca09a50eae87" providerId="ADAL" clId="{2A43D1C7-C612-4547-BA11-3049DC01C97C}" dt="2026-01-29T06:50:07.182" v="6214" actId="164"/>
          <ac:spMkLst>
            <pc:docMk/>
            <pc:sldMk cId="387616033" sldId="396"/>
            <ac:spMk id="360" creationId="{D96FE254-DD80-6D19-A454-FE4ED8D90FAC}"/>
          </ac:spMkLst>
        </pc:spChg>
        <pc:spChg chg="mod">
          <ac:chgData name="Mayu Ninagawa (蜷川 真優 GE)" userId="15d22be4-2d84-414d-ac66-ca09a50eae87" providerId="ADAL" clId="{2A43D1C7-C612-4547-BA11-3049DC01C97C}" dt="2026-01-20T10:58:14.415" v="2839"/>
          <ac:spMkLst>
            <pc:docMk/>
            <pc:sldMk cId="387616033" sldId="396"/>
            <ac:spMk id="361" creationId="{19AD997B-843F-7A0D-AA44-893A896F3D8F}"/>
          </ac:spMkLst>
        </pc:spChg>
        <pc:spChg chg="mod topLvl">
          <ac:chgData name="Mayu Ninagawa (蜷川 真優 GE)" userId="15d22be4-2d84-414d-ac66-ca09a50eae87" providerId="ADAL" clId="{2A43D1C7-C612-4547-BA11-3049DC01C97C}" dt="2026-01-29T06:50:07.182" v="6214" actId="164"/>
          <ac:spMkLst>
            <pc:docMk/>
            <pc:sldMk cId="387616033" sldId="396"/>
            <ac:spMk id="361" creationId="{8E68F8E1-FC1F-6B7D-AA6A-7DE17AAFB9C8}"/>
          </ac:spMkLst>
        </pc:spChg>
        <pc:spChg chg="mod topLvl">
          <ac:chgData name="Mayu Ninagawa (蜷川 真優 GE)" userId="15d22be4-2d84-414d-ac66-ca09a50eae87" providerId="ADAL" clId="{2A43D1C7-C612-4547-BA11-3049DC01C97C}" dt="2026-01-29T06:57:06.102" v="6345" actId="164"/>
          <ac:spMkLst>
            <pc:docMk/>
            <pc:sldMk cId="387616033" sldId="396"/>
            <ac:spMk id="362" creationId="{B1B77F92-928A-05B7-DCFD-64A541C385A6}"/>
          </ac:spMkLst>
        </pc:spChg>
        <pc:spChg chg="mod topLvl">
          <ac:chgData name="Mayu Ninagawa (蜷川 真優 GE)" userId="15d22be4-2d84-414d-ac66-ca09a50eae87" providerId="ADAL" clId="{2A43D1C7-C612-4547-BA11-3049DC01C97C}" dt="2026-01-29T06:57:06.102" v="6345" actId="164"/>
          <ac:spMkLst>
            <pc:docMk/>
            <pc:sldMk cId="387616033" sldId="396"/>
            <ac:spMk id="363" creationId="{ABCEE7B2-BF7A-3250-6E1F-620B05D8202E}"/>
          </ac:spMkLst>
        </pc:spChg>
        <pc:spChg chg="mod topLvl">
          <ac:chgData name="Mayu Ninagawa (蜷川 真優 GE)" userId="15d22be4-2d84-414d-ac66-ca09a50eae87" providerId="ADAL" clId="{2A43D1C7-C612-4547-BA11-3049DC01C97C}" dt="2026-01-29T06:57:06.102" v="6345" actId="164"/>
          <ac:spMkLst>
            <pc:docMk/>
            <pc:sldMk cId="387616033" sldId="396"/>
            <ac:spMk id="364" creationId="{B52D069F-DEC7-7FF2-54D8-BA1CB0D49DB1}"/>
          </ac:spMkLst>
        </pc:spChg>
        <pc:spChg chg="mod topLvl">
          <ac:chgData name="Mayu Ninagawa (蜷川 真優 GE)" userId="15d22be4-2d84-414d-ac66-ca09a50eae87" providerId="ADAL" clId="{2A43D1C7-C612-4547-BA11-3049DC01C97C}" dt="2026-01-29T06:57:06.102" v="6345" actId="164"/>
          <ac:spMkLst>
            <pc:docMk/>
            <pc:sldMk cId="387616033" sldId="396"/>
            <ac:spMk id="365" creationId="{98D70B3C-8AFF-2470-848D-56A10E568680}"/>
          </ac:spMkLst>
        </pc:spChg>
        <pc:spChg chg="mod topLvl">
          <ac:chgData name="Mayu Ninagawa (蜷川 真優 GE)" userId="15d22be4-2d84-414d-ac66-ca09a50eae87" providerId="ADAL" clId="{2A43D1C7-C612-4547-BA11-3049DC01C97C}" dt="2026-01-29T06:57:06.102" v="6345" actId="164"/>
          <ac:spMkLst>
            <pc:docMk/>
            <pc:sldMk cId="387616033" sldId="396"/>
            <ac:spMk id="366" creationId="{816277CB-0A12-5635-8533-D0B95470BD06}"/>
          </ac:spMkLst>
        </pc:spChg>
        <pc:spChg chg="mod topLvl">
          <ac:chgData name="Mayu Ninagawa (蜷川 真優 GE)" userId="15d22be4-2d84-414d-ac66-ca09a50eae87" providerId="ADAL" clId="{2A43D1C7-C612-4547-BA11-3049DC01C97C}" dt="2026-01-29T06:57:06.102" v="6345" actId="164"/>
          <ac:spMkLst>
            <pc:docMk/>
            <pc:sldMk cId="387616033" sldId="396"/>
            <ac:spMk id="367" creationId="{FC9E9CFB-46A6-D1CC-382D-6F4605C1A53A}"/>
          </ac:spMkLst>
        </pc:spChg>
        <pc:spChg chg="mod topLvl">
          <ac:chgData name="Mayu Ninagawa (蜷川 真優 GE)" userId="15d22be4-2d84-414d-ac66-ca09a50eae87" providerId="ADAL" clId="{2A43D1C7-C612-4547-BA11-3049DC01C97C}" dt="2026-01-29T06:50:07.182" v="6214" actId="164"/>
          <ac:spMkLst>
            <pc:docMk/>
            <pc:sldMk cId="387616033" sldId="396"/>
            <ac:spMk id="368" creationId="{363DE0CB-4E06-7BE8-86DC-47E7F72C7B1A}"/>
          </ac:spMkLst>
        </pc:spChg>
        <pc:spChg chg="mod">
          <ac:chgData name="Mayu Ninagawa (蜷川 真優 GE)" userId="15d22be4-2d84-414d-ac66-ca09a50eae87" providerId="ADAL" clId="{2A43D1C7-C612-4547-BA11-3049DC01C97C}" dt="2026-01-20T10:58:14.415" v="2839"/>
          <ac:spMkLst>
            <pc:docMk/>
            <pc:sldMk cId="387616033" sldId="396"/>
            <ac:spMk id="368" creationId="{DCD08D41-B2B0-401E-DE8D-C3D959A707D0}"/>
          </ac:spMkLst>
        </pc:spChg>
        <pc:spChg chg="mod topLvl">
          <ac:chgData name="Mayu Ninagawa (蜷川 真優 GE)" userId="15d22be4-2d84-414d-ac66-ca09a50eae87" providerId="ADAL" clId="{2A43D1C7-C612-4547-BA11-3049DC01C97C}" dt="2026-01-29T06:57:06.102" v="6345" actId="164"/>
          <ac:spMkLst>
            <pc:docMk/>
            <pc:sldMk cId="387616033" sldId="396"/>
            <ac:spMk id="369" creationId="{4ACC8495-C779-0549-A8B5-2E4B94B85CA2}"/>
          </ac:spMkLst>
        </pc:spChg>
        <pc:spChg chg="mod">
          <ac:chgData name="Mayu Ninagawa (蜷川 真優 GE)" userId="15d22be4-2d84-414d-ac66-ca09a50eae87" providerId="ADAL" clId="{2A43D1C7-C612-4547-BA11-3049DC01C97C}" dt="2026-01-20T10:58:14.415" v="2839"/>
          <ac:spMkLst>
            <pc:docMk/>
            <pc:sldMk cId="387616033" sldId="396"/>
            <ac:spMk id="370" creationId="{2EBC2C01-3487-AF49-A233-FA7962C7DF6E}"/>
          </ac:spMkLst>
        </pc:spChg>
        <pc:spChg chg="mod topLvl">
          <ac:chgData name="Mayu Ninagawa (蜷川 真優 GE)" userId="15d22be4-2d84-414d-ac66-ca09a50eae87" providerId="ADAL" clId="{2A43D1C7-C612-4547-BA11-3049DC01C97C}" dt="2026-01-29T06:50:07.182" v="6214" actId="164"/>
          <ac:spMkLst>
            <pc:docMk/>
            <pc:sldMk cId="387616033" sldId="396"/>
            <ac:spMk id="370" creationId="{F8D85932-2D39-8179-4553-7FF8CC1ECBB7}"/>
          </ac:spMkLst>
        </pc:spChg>
        <pc:spChg chg="mod">
          <ac:chgData name="Mayu Ninagawa (蜷川 真優 GE)" userId="15d22be4-2d84-414d-ac66-ca09a50eae87" providerId="ADAL" clId="{2A43D1C7-C612-4547-BA11-3049DC01C97C}" dt="2026-01-20T10:58:14.415" v="2839"/>
          <ac:spMkLst>
            <pc:docMk/>
            <pc:sldMk cId="387616033" sldId="396"/>
            <ac:spMk id="371" creationId="{3E9B38DA-57A8-9E61-09C1-8CB29F7F067C}"/>
          </ac:spMkLst>
        </pc:spChg>
        <pc:spChg chg="mod topLvl">
          <ac:chgData name="Mayu Ninagawa (蜷川 真優 GE)" userId="15d22be4-2d84-414d-ac66-ca09a50eae87" providerId="ADAL" clId="{2A43D1C7-C612-4547-BA11-3049DC01C97C}" dt="2026-01-29T06:50:07.182" v="6214" actId="164"/>
          <ac:spMkLst>
            <pc:docMk/>
            <pc:sldMk cId="387616033" sldId="396"/>
            <ac:spMk id="371" creationId="{D99D7632-7D94-4B01-4B7B-9D84D202A0C1}"/>
          </ac:spMkLst>
        </pc:spChg>
        <pc:spChg chg="mod topLvl">
          <ac:chgData name="Mayu Ninagawa (蜷川 真優 GE)" userId="15d22be4-2d84-414d-ac66-ca09a50eae87" providerId="ADAL" clId="{2A43D1C7-C612-4547-BA11-3049DC01C97C}" dt="2026-01-29T06:50:07.182" v="6214" actId="164"/>
          <ac:spMkLst>
            <pc:docMk/>
            <pc:sldMk cId="387616033" sldId="396"/>
            <ac:spMk id="372" creationId="{33F44432-72D2-448C-D8C2-E9E9D5D16555}"/>
          </ac:spMkLst>
        </pc:spChg>
        <pc:spChg chg="mod">
          <ac:chgData name="Mayu Ninagawa (蜷川 真優 GE)" userId="15d22be4-2d84-414d-ac66-ca09a50eae87" providerId="ADAL" clId="{2A43D1C7-C612-4547-BA11-3049DC01C97C}" dt="2026-01-20T10:58:14.415" v="2839"/>
          <ac:spMkLst>
            <pc:docMk/>
            <pc:sldMk cId="387616033" sldId="396"/>
            <ac:spMk id="372" creationId="{D3E20154-A707-9B4F-7722-35854D0BBB8A}"/>
          </ac:spMkLst>
        </pc:spChg>
        <pc:spChg chg="del mod topLvl">
          <ac:chgData name="Mayu Ninagawa (蜷川 真優 GE)" userId="15d22be4-2d84-414d-ac66-ca09a50eae87" providerId="ADAL" clId="{2A43D1C7-C612-4547-BA11-3049DC01C97C}" dt="2026-01-29T06:52:25.362" v="6247"/>
          <ac:spMkLst>
            <pc:docMk/>
            <pc:sldMk cId="387616033" sldId="396"/>
            <ac:spMk id="373" creationId="{144A6FFE-51CC-2A93-6E24-A356F5317195}"/>
          </ac:spMkLst>
        </pc:spChg>
        <pc:spChg chg="mod topLvl">
          <ac:chgData name="Mayu Ninagawa (蜷川 真優 GE)" userId="15d22be4-2d84-414d-ac66-ca09a50eae87" providerId="ADAL" clId="{2A43D1C7-C612-4547-BA11-3049DC01C97C}" dt="2026-01-29T06:50:07.182" v="6214" actId="164"/>
          <ac:spMkLst>
            <pc:docMk/>
            <pc:sldMk cId="387616033" sldId="396"/>
            <ac:spMk id="374" creationId="{043152E9-7AAC-304B-3629-9218BCD4D50C}"/>
          </ac:spMkLst>
        </pc:spChg>
        <pc:spChg chg="del mod topLvl">
          <ac:chgData name="Mayu Ninagawa (蜷川 真優 GE)" userId="15d22be4-2d84-414d-ac66-ca09a50eae87" providerId="ADAL" clId="{2A43D1C7-C612-4547-BA11-3049DC01C97C}" dt="2026-01-20T11:00:50.944" v="2867" actId="478"/>
          <ac:spMkLst>
            <pc:docMk/>
            <pc:sldMk cId="387616033" sldId="396"/>
            <ac:spMk id="374" creationId="{3F9AD218-7041-2B4D-5DDE-6D0496F9E2B8}"/>
          </ac:spMkLst>
        </pc:spChg>
        <pc:spChg chg="mod topLvl">
          <ac:chgData name="Mayu Ninagawa (蜷川 真優 GE)" userId="15d22be4-2d84-414d-ac66-ca09a50eae87" providerId="ADAL" clId="{2A43D1C7-C612-4547-BA11-3049DC01C97C}" dt="2026-01-29T06:57:06.102" v="6345" actId="164"/>
          <ac:spMkLst>
            <pc:docMk/>
            <pc:sldMk cId="387616033" sldId="396"/>
            <ac:spMk id="375" creationId="{130D3FF9-24EC-A55E-A75B-A93D77C41D2C}"/>
          </ac:spMkLst>
        </pc:spChg>
        <pc:spChg chg="mod topLvl">
          <ac:chgData name="Mayu Ninagawa (蜷川 真優 GE)" userId="15d22be4-2d84-414d-ac66-ca09a50eae87" providerId="ADAL" clId="{2A43D1C7-C612-4547-BA11-3049DC01C97C}" dt="2026-01-29T06:57:06.102" v="6345" actId="164"/>
          <ac:spMkLst>
            <pc:docMk/>
            <pc:sldMk cId="387616033" sldId="396"/>
            <ac:spMk id="376" creationId="{B229A5B5-A499-DFDD-8B19-B0D20A3C803A}"/>
          </ac:spMkLst>
        </pc:spChg>
        <pc:spChg chg="mod topLvl">
          <ac:chgData name="Mayu Ninagawa (蜷川 真優 GE)" userId="15d22be4-2d84-414d-ac66-ca09a50eae87" providerId="ADAL" clId="{2A43D1C7-C612-4547-BA11-3049DC01C97C}" dt="2026-01-29T06:57:06.102" v="6345" actId="164"/>
          <ac:spMkLst>
            <pc:docMk/>
            <pc:sldMk cId="387616033" sldId="396"/>
            <ac:spMk id="377" creationId="{250E3023-A866-DABC-3288-DC98B963C1B8}"/>
          </ac:spMkLst>
        </pc:spChg>
        <pc:spChg chg="mod topLvl">
          <ac:chgData name="Mayu Ninagawa (蜷川 真優 GE)" userId="15d22be4-2d84-414d-ac66-ca09a50eae87" providerId="ADAL" clId="{2A43D1C7-C612-4547-BA11-3049DC01C97C}" dt="2026-01-29T06:50:07.182" v="6214" actId="164"/>
          <ac:spMkLst>
            <pc:docMk/>
            <pc:sldMk cId="387616033" sldId="396"/>
            <ac:spMk id="378" creationId="{4136F391-B699-014F-E3D1-21B28086C545}"/>
          </ac:spMkLst>
        </pc:spChg>
        <pc:spChg chg="del mod topLvl">
          <ac:chgData name="Mayu Ninagawa (蜷川 真優 GE)" userId="15d22be4-2d84-414d-ac66-ca09a50eae87" providerId="ADAL" clId="{2A43D1C7-C612-4547-BA11-3049DC01C97C}" dt="2026-01-20T11:02:55.087" v="2911" actId="478"/>
          <ac:spMkLst>
            <pc:docMk/>
            <pc:sldMk cId="387616033" sldId="396"/>
            <ac:spMk id="378" creationId="{440692BF-1123-3634-8842-CB491B1AE803}"/>
          </ac:spMkLst>
        </pc:spChg>
        <pc:spChg chg="mod topLvl">
          <ac:chgData name="Mayu Ninagawa (蜷川 真優 GE)" userId="15d22be4-2d84-414d-ac66-ca09a50eae87" providerId="ADAL" clId="{2A43D1C7-C612-4547-BA11-3049DC01C97C}" dt="2026-01-29T06:50:07.182" v="6214" actId="164"/>
          <ac:spMkLst>
            <pc:docMk/>
            <pc:sldMk cId="387616033" sldId="396"/>
            <ac:spMk id="379" creationId="{4C2C0328-C7D9-61FE-2302-E1AC3BFECB45}"/>
          </ac:spMkLst>
        </pc:spChg>
        <pc:spChg chg="del mod topLvl">
          <ac:chgData name="Mayu Ninagawa (蜷川 真優 GE)" userId="15d22be4-2d84-414d-ac66-ca09a50eae87" providerId="ADAL" clId="{2A43D1C7-C612-4547-BA11-3049DC01C97C}" dt="2026-01-20T11:04:44.543" v="2927" actId="478"/>
          <ac:spMkLst>
            <pc:docMk/>
            <pc:sldMk cId="387616033" sldId="396"/>
            <ac:spMk id="379" creationId="{CD836993-8D41-E75C-8CE3-CC0480FA601E}"/>
          </ac:spMkLst>
        </pc:spChg>
        <pc:spChg chg="mod topLvl">
          <ac:chgData name="Mayu Ninagawa (蜷川 真優 GE)" userId="15d22be4-2d84-414d-ac66-ca09a50eae87" providerId="ADAL" clId="{2A43D1C7-C612-4547-BA11-3049DC01C97C}" dt="2026-01-29T06:50:07.182" v="6214" actId="164"/>
          <ac:spMkLst>
            <pc:docMk/>
            <pc:sldMk cId="387616033" sldId="396"/>
            <ac:spMk id="380" creationId="{D64CBC6F-E894-AA85-1993-DDE8255A1A0B}"/>
          </ac:spMkLst>
        </pc:spChg>
        <pc:spChg chg="del mod topLvl">
          <ac:chgData name="Mayu Ninagawa (蜷川 真優 GE)" userId="15d22be4-2d84-414d-ac66-ca09a50eae87" providerId="ADAL" clId="{2A43D1C7-C612-4547-BA11-3049DC01C97C}" dt="2026-01-20T11:02:53.718" v="2910" actId="478"/>
          <ac:spMkLst>
            <pc:docMk/>
            <pc:sldMk cId="387616033" sldId="396"/>
            <ac:spMk id="380" creationId="{E9683903-3FB2-79A0-99AE-FDBC8C463943}"/>
          </ac:spMkLst>
        </pc:spChg>
        <pc:spChg chg="mod topLvl">
          <ac:chgData name="Mayu Ninagawa (蜷川 真優 GE)" userId="15d22be4-2d84-414d-ac66-ca09a50eae87" providerId="ADAL" clId="{2A43D1C7-C612-4547-BA11-3049DC01C97C}" dt="2026-01-29T06:57:06.102" v="6345" actId="164"/>
          <ac:spMkLst>
            <pc:docMk/>
            <pc:sldMk cId="387616033" sldId="396"/>
            <ac:spMk id="381" creationId="{D663F3E7-5C32-F4FF-0CC8-AFC4F739B8A8}"/>
          </ac:spMkLst>
        </pc:spChg>
        <pc:spChg chg="mod">
          <ac:chgData name="Mayu Ninagawa (蜷川 真優 GE)" userId="15d22be4-2d84-414d-ac66-ca09a50eae87" providerId="ADAL" clId="{2A43D1C7-C612-4547-BA11-3049DC01C97C}" dt="2026-01-20T10:58:14.415" v="2839"/>
          <ac:spMkLst>
            <pc:docMk/>
            <pc:sldMk cId="387616033" sldId="396"/>
            <ac:spMk id="382" creationId="{449DC3AD-A332-ADBC-DA51-4D0CA717052A}"/>
          </ac:spMkLst>
        </pc:spChg>
        <pc:spChg chg="mod topLvl">
          <ac:chgData name="Mayu Ninagawa (蜷川 真優 GE)" userId="15d22be4-2d84-414d-ac66-ca09a50eae87" providerId="ADAL" clId="{2A43D1C7-C612-4547-BA11-3049DC01C97C}" dt="2026-01-29T06:50:07.182" v="6214" actId="164"/>
          <ac:spMkLst>
            <pc:docMk/>
            <pc:sldMk cId="387616033" sldId="396"/>
            <ac:spMk id="382" creationId="{DBBBE782-E8CF-3C3D-A625-AEAB7E382E23}"/>
          </ac:spMkLst>
        </pc:spChg>
        <pc:spChg chg="mod topLvl">
          <ac:chgData name="Mayu Ninagawa (蜷川 真優 GE)" userId="15d22be4-2d84-414d-ac66-ca09a50eae87" providerId="ADAL" clId="{2A43D1C7-C612-4547-BA11-3049DC01C97C}" dt="2026-01-29T06:50:07.182" v="6214" actId="164"/>
          <ac:spMkLst>
            <pc:docMk/>
            <pc:sldMk cId="387616033" sldId="396"/>
            <ac:spMk id="383" creationId="{0C633699-B5A7-9928-6AEE-9D93CAE8A6DE}"/>
          </ac:spMkLst>
        </pc:spChg>
        <pc:spChg chg="mod">
          <ac:chgData name="Mayu Ninagawa (蜷川 真優 GE)" userId="15d22be4-2d84-414d-ac66-ca09a50eae87" providerId="ADAL" clId="{2A43D1C7-C612-4547-BA11-3049DC01C97C}" dt="2026-01-20T10:58:14.415" v="2839"/>
          <ac:spMkLst>
            <pc:docMk/>
            <pc:sldMk cId="387616033" sldId="396"/>
            <ac:spMk id="383" creationId="{3CBD64C6-489A-4A0C-0821-B00C3512182E}"/>
          </ac:spMkLst>
        </pc:spChg>
        <pc:spChg chg="mod">
          <ac:chgData name="Mayu Ninagawa (蜷川 真優 GE)" userId="15d22be4-2d84-414d-ac66-ca09a50eae87" providerId="ADAL" clId="{2A43D1C7-C612-4547-BA11-3049DC01C97C}" dt="2026-01-20T10:48:17.663" v="2755"/>
          <ac:spMkLst>
            <pc:docMk/>
            <pc:sldMk cId="387616033" sldId="396"/>
            <ac:spMk id="448" creationId="{0617F2CB-8F71-1572-C500-8A799E4C7F24}"/>
          </ac:spMkLst>
        </pc:spChg>
        <pc:spChg chg="mod">
          <ac:chgData name="Mayu Ninagawa (蜷川 真優 GE)" userId="15d22be4-2d84-414d-ac66-ca09a50eae87" providerId="ADAL" clId="{2A43D1C7-C612-4547-BA11-3049DC01C97C}" dt="2026-01-20T11:48:27.439" v="3271"/>
          <ac:spMkLst>
            <pc:docMk/>
            <pc:sldMk cId="387616033" sldId="396"/>
            <ac:spMk id="448" creationId="{3F3F992B-7FE9-E47C-4D05-118FD1EC773A}"/>
          </ac:spMkLst>
        </pc:spChg>
        <pc:spChg chg="mod">
          <ac:chgData name="Mayu Ninagawa (蜷川 真優 GE)" userId="15d22be4-2d84-414d-ac66-ca09a50eae87" providerId="ADAL" clId="{2A43D1C7-C612-4547-BA11-3049DC01C97C}" dt="2026-01-20T11:48:27.439" v="3271"/>
          <ac:spMkLst>
            <pc:docMk/>
            <pc:sldMk cId="387616033" sldId="396"/>
            <ac:spMk id="449" creationId="{65DB287C-FF86-2C40-F416-DDA662F9D0BF}"/>
          </ac:spMkLst>
        </pc:spChg>
        <pc:spChg chg="mod">
          <ac:chgData name="Mayu Ninagawa (蜷川 真優 GE)" userId="15d22be4-2d84-414d-ac66-ca09a50eae87" providerId="ADAL" clId="{2A43D1C7-C612-4547-BA11-3049DC01C97C}" dt="2026-01-20T10:48:17.663" v="2755"/>
          <ac:spMkLst>
            <pc:docMk/>
            <pc:sldMk cId="387616033" sldId="396"/>
            <ac:spMk id="449" creationId="{FB7DF670-39E2-D259-21B6-20DE427848E1}"/>
          </ac:spMkLst>
        </pc:spChg>
        <pc:spChg chg="mod">
          <ac:chgData name="Mayu Ninagawa (蜷川 真優 GE)" userId="15d22be4-2d84-414d-ac66-ca09a50eae87" providerId="ADAL" clId="{2A43D1C7-C612-4547-BA11-3049DC01C97C}" dt="2026-01-20T10:48:17.663" v="2755"/>
          <ac:spMkLst>
            <pc:docMk/>
            <pc:sldMk cId="387616033" sldId="396"/>
            <ac:spMk id="450" creationId="{8857939A-7D6B-0356-2695-C8CDA610B769}"/>
          </ac:spMkLst>
        </pc:spChg>
        <pc:spChg chg="mod">
          <ac:chgData name="Mayu Ninagawa (蜷川 真優 GE)" userId="15d22be4-2d84-414d-ac66-ca09a50eae87" providerId="ADAL" clId="{2A43D1C7-C612-4547-BA11-3049DC01C97C}" dt="2026-01-20T10:48:17.663" v="2755"/>
          <ac:spMkLst>
            <pc:docMk/>
            <pc:sldMk cId="387616033" sldId="396"/>
            <ac:spMk id="451" creationId="{B4009FE7-1AE6-3F21-BA92-8B5CF7C83460}"/>
          </ac:spMkLst>
        </pc:spChg>
        <pc:spChg chg="mod">
          <ac:chgData name="Mayu Ninagawa (蜷川 真優 GE)" userId="15d22be4-2d84-414d-ac66-ca09a50eae87" providerId="ADAL" clId="{2A43D1C7-C612-4547-BA11-3049DC01C97C}" dt="2026-01-20T10:48:17.663" v="2755"/>
          <ac:spMkLst>
            <pc:docMk/>
            <pc:sldMk cId="387616033" sldId="396"/>
            <ac:spMk id="452" creationId="{94B8315C-9BEA-9BDB-D28D-B4AA6E13E5CA}"/>
          </ac:spMkLst>
        </pc:spChg>
        <pc:spChg chg="mod">
          <ac:chgData name="Mayu Ninagawa (蜷川 真優 GE)" userId="15d22be4-2d84-414d-ac66-ca09a50eae87" providerId="ADAL" clId="{2A43D1C7-C612-4547-BA11-3049DC01C97C}" dt="2026-01-20T10:48:17.663" v="2755"/>
          <ac:spMkLst>
            <pc:docMk/>
            <pc:sldMk cId="387616033" sldId="396"/>
            <ac:spMk id="453" creationId="{266EA4FD-0725-B52C-9F76-F134437EB42A}"/>
          </ac:spMkLst>
        </pc:spChg>
        <pc:spChg chg="mod">
          <ac:chgData name="Mayu Ninagawa (蜷川 真優 GE)" userId="15d22be4-2d84-414d-ac66-ca09a50eae87" providerId="ADAL" clId="{2A43D1C7-C612-4547-BA11-3049DC01C97C}" dt="2026-01-20T11:48:37.821" v="3273" actId="14100"/>
          <ac:spMkLst>
            <pc:docMk/>
            <pc:sldMk cId="387616033" sldId="396"/>
            <ac:spMk id="453" creationId="{8AA23F7D-F783-B2BC-25EF-433C0699216D}"/>
          </ac:spMkLst>
        </pc:spChg>
        <pc:spChg chg="mod">
          <ac:chgData name="Mayu Ninagawa (蜷川 真優 GE)" userId="15d22be4-2d84-414d-ac66-ca09a50eae87" providerId="ADAL" clId="{2A43D1C7-C612-4547-BA11-3049DC01C97C}" dt="2026-01-20T11:48:27.439" v="3271"/>
          <ac:spMkLst>
            <pc:docMk/>
            <pc:sldMk cId="387616033" sldId="396"/>
            <ac:spMk id="454" creationId="{7C1E21BE-8C03-7E76-7078-05829BEAFC5E}"/>
          </ac:spMkLst>
        </pc:spChg>
        <pc:spChg chg="mod">
          <ac:chgData name="Mayu Ninagawa (蜷川 真優 GE)" userId="15d22be4-2d84-414d-ac66-ca09a50eae87" providerId="ADAL" clId="{2A43D1C7-C612-4547-BA11-3049DC01C97C}" dt="2026-01-20T10:48:17.663" v="2755"/>
          <ac:spMkLst>
            <pc:docMk/>
            <pc:sldMk cId="387616033" sldId="396"/>
            <ac:spMk id="454" creationId="{CC7470F0-6F99-F975-17E9-8511254AA7C3}"/>
          </ac:spMkLst>
        </pc:spChg>
        <pc:spChg chg="mod">
          <ac:chgData name="Mayu Ninagawa (蜷川 真優 GE)" userId="15d22be4-2d84-414d-ac66-ca09a50eae87" providerId="ADAL" clId="{2A43D1C7-C612-4547-BA11-3049DC01C97C}" dt="2026-01-20T10:48:17.663" v="2755"/>
          <ac:spMkLst>
            <pc:docMk/>
            <pc:sldMk cId="387616033" sldId="396"/>
            <ac:spMk id="455" creationId="{CE65286D-2E00-64B3-7FF0-8037ADCF8AE7}"/>
          </ac:spMkLst>
        </pc:spChg>
        <pc:spChg chg="mod">
          <ac:chgData name="Mayu Ninagawa (蜷川 真優 GE)" userId="15d22be4-2d84-414d-ac66-ca09a50eae87" providerId="ADAL" clId="{2A43D1C7-C612-4547-BA11-3049DC01C97C}" dt="2026-01-20T11:48:27.439" v="3271"/>
          <ac:spMkLst>
            <pc:docMk/>
            <pc:sldMk cId="387616033" sldId="396"/>
            <ac:spMk id="455" creationId="{DAC3E054-CBFE-2E61-5049-F78919239810}"/>
          </ac:spMkLst>
        </pc:spChg>
        <pc:spChg chg="mod">
          <ac:chgData name="Mayu Ninagawa (蜷川 真優 GE)" userId="15d22be4-2d84-414d-ac66-ca09a50eae87" providerId="ADAL" clId="{2A43D1C7-C612-4547-BA11-3049DC01C97C}" dt="2026-01-20T11:48:27.439" v="3271"/>
          <ac:spMkLst>
            <pc:docMk/>
            <pc:sldMk cId="387616033" sldId="396"/>
            <ac:spMk id="456" creationId="{14A3372B-7A6C-7C74-DB94-8CF87998BC00}"/>
          </ac:spMkLst>
        </pc:spChg>
        <pc:spChg chg="mod">
          <ac:chgData name="Mayu Ninagawa (蜷川 真優 GE)" userId="15d22be4-2d84-414d-ac66-ca09a50eae87" providerId="ADAL" clId="{2A43D1C7-C612-4547-BA11-3049DC01C97C}" dt="2026-01-20T10:48:17.663" v="2755"/>
          <ac:spMkLst>
            <pc:docMk/>
            <pc:sldMk cId="387616033" sldId="396"/>
            <ac:spMk id="456" creationId="{66DB7EAF-2A85-40B0-418D-F580A25B881E}"/>
          </ac:spMkLst>
        </pc:spChg>
        <pc:spChg chg="mod">
          <ac:chgData name="Mayu Ninagawa (蜷川 真優 GE)" userId="15d22be4-2d84-414d-ac66-ca09a50eae87" providerId="ADAL" clId="{2A43D1C7-C612-4547-BA11-3049DC01C97C}" dt="2026-01-20T11:48:27.439" v="3271"/>
          <ac:spMkLst>
            <pc:docMk/>
            <pc:sldMk cId="387616033" sldId="396"/>
            <ac:spMk id="457" creationId="{08DC4405-4DFF-B3B6-310D-233ADA3B874C}"/>
          </ac:spMkLst>
        </pc:spChg>
        <pc:spChg chg="mod">
          <ac:chgData name="Mayu Ninagawa (蜷川 真優 GE)" userId="15d22be4-2d84-414d-ac66-ca09a50eae87" providerId="ADAL" clId="{2A43D1C7-C612-4547-BA11-3049DC01C97C}" dt="2026-01-20T11:48:27.439" v="3271"/>
          <ac:spMkLst>
            <pc:docMk/>
            <pc:sldMk cId="387616033" sldId="396"/>
            <ac:spMk id="458" creationId="{108DD6ED-EBC0-48A9-63AB-2F46B3D0363A}"/>
          </ac:spMkLst>
        </pc:spChg>
        <pc:spChg chg="mod">
          <ac:chgData name="Mayu Ninagawa (蜷川 真優 GE)" userId="15d22be4-2d84-414d-ac66-ca09a50eae87" providerId="ADAL" clId="{2A43D1C7-C612-4547-BA11-3049DC01C97C}" dt="2026-01-20T11:48:27.439" v="3271"/>
          <ac:spMkLst>
            <pc:docMk/>
            <pc:sldMk cId="387616033" sldId="396"/>
            <ac:spMk id="459" creationId="{0E592C39-EBA1-2DD4-96E9-A7018A2B8E9C}"/>
          </ac:spMkLst>
        </pc:spChg>
        <pc:spChg chg="mod">
          <ac:chgData name="Mayu Ninagawa (蜷川 真優 GE)" userId="15d22be4-2d84-414d-ac66-ca09a50eae87" providerId="ADAL" clId="{2A43D1C7-C612-4547-BA11-3049DC01C97C}" dt="2026-01-20T10:48:17.663" v="2755"/>
          <ac:spMkLst>
            <pc:docMk/>
            <pc:sldMk cId="387616033" sldId="396"/>
            <ac:spMk id="460" creationId="{7C651117-CEA9-2147-07D0-7604DFEC1461}"/>
          </ac:spMkLst>
        </pc:spChg>
        <pc:spChg chg="mod">
          <ac:chgData name="Mayu Ninagawa (蜷川 真優 GE)" userId="15d22be4-2d84-414d-ac66-ca09a50eae87" providerId="ADAL" clId="{2A43D1C7-C612-4547-BA11-3049DC01C97C}" dt="2026-01-20T11:48:27.439" v="3271"/>
          <ac:spMkLst>
            <pc:docMk/>
            <pc:sldMk cId="387616033" sldId="396"/>
            <ac:spMk id="460" creationId="{9D473FDE-EDAC-B274-7187-DB6BBD9E1492}"/>
          </ac:spMkLst>
        </pc:spChg>
        <pc:spChg chg="mod">
          <ac:chgData name="Mayu Ninagawa (蜷川 真優 GE)" userId="15d22be4-2d84-414d-ac66-ca09a50eae87" providerId="ADAL" clId="{2A43D1C7-C612-4547-BA11-3049DC01C97C}" dt="2026-01-29T03:26:31.649" v="5594"/>
          <ac:spMkLst>
            <pc:docMk/>
            <pc:sldMk cId="387616033" sldId="396"/>
            <ac:spMk id="461" creationId="{69A533CF-BE15-B6FD-BAE8-24C8CC8E8D45}"/>
          </ac:spMkLst>
        </pc:spChg>
        <pc:spChg chg="add del mod">
          <ac:chgData name="Mayu Ninagawa (蜷川 真優 GE)" userId="15d22be4-2d84-414d-ac66-ca09a50eae87" providerId="ADAL" clId="{2A43D1C7-C612-4547-BA11-3049DC01C97C}" dt="2026-01-22T03:35:29.338" v="4542" actId="478"/>
          <ac:spMkLst>
            <pc:docMk/>
            <pc:sldMk cId="387616033" sldId="396"/>
            <ac:spMk id="461" creationId="{9F17D5A6-F3A7-27A4-C8FF-862D6004A799}"/>
          </ac:spMkLst>
        </pc:spChg>
        <pc:spChg chg="mod">
          <ac:chgData name="Mayu Ninagawa (蜷川 真優 GE)" userId="15d22be4-2d84-414d-ac66-ca09a50eae87" providerId="ADAL" clId="{2A43D1C7-C612-4547-BA11-3049DC01C97C}" dt="2026-01-20T10:48:17.663" v="2755"/>
          <ac:spMkLst>
            <pc:docMk/>
            <pc:sldMk cId="387616033" sldId="396"/>
            <ac:spMk id="461" creationId="{FBC1F3C8-6C71-F525-6923-88FBAE2A725B}"/>
          </ac:spMkLst>
        </pc:spChg>
        <pc:spChg chg="mod">
          <ac:chgData name="Mayu Ninagawa (蜷川 真優 GE)" userId="15d22be4-2d84-414d-ac66-ca09a50eae87" providerId="ADAL" clId="{2A43D1C7-C612-4547-BA11-3049DC01C97C}" dt="2026-01-29T03:26:31.649" v="5594"/>
          <ac:spMkLst>
            <pc:docMk/>
            <pc:sldMk cId="387616033" sldId="396"/>
            <ac:spMk id="462" creationId="{97636BE0-0853-1914-8E56-9F8886474A02}"/>
          </ac:spMkLst>
        </pc:spChg>
        <pc:spChg chg="mod">
          <ac:chgData name="Mayu Ninagawa (蜷川 真優 GE)" userId="15d22be4-2d84-414d-ac66-ca09a50eae87" providerId="ADAL" clId="{2A43D1C7-C612-4547-BA11-3049DC01C97C}" dt="2026-01-20T10:48:17.663" v="2755"/>
          <ac:spMkLst>
            <pc:docMk/>
            <pc:sldMk cId="387616033" sldId="396"/>
            <ac:spMk id="462" creationId="{E739C871-C33F-75ED-76D2-17C966445B2F}"/>
          </ac:spMkLst>
        </pc:spChg>
        <pc:spChg chg="del mod topLvl">
          <ac:chgData name="Mayu Ninagawa (蜷川 真優 GE)" userId="15d22be4-2d84-414d-ac66-ca09a50eae87" providerId="ADAL" clId="{2A43D1C7-C612-4547-BA11-3049DC01C97C}" dt="2026-01-20T10:54:48.426" v="2809"/>
          <ac:spMkLst>
            <pc:docMk/>
            <pc:sldMk cId="387616033" sldId="396"/>
            <ac:spMk id="463" creationId="{50314D5D-C47C-B57F-A37B-92D4B53E9399}"/>
          </ac:spMkLst>
        </pc:spChg>
        <pc:spChg chg="mod">
          <ac:chgData name="Mayu Ninagawa (蜷川 真優 GE)" userId="15d22be4-2d84-414d-ac66-ca09a50eae87" providerId="ADAL" clId="{2A43D1C7-C612-4547-BA11-3049DC01C97C}" dt="2026-01-22T03:15:28.155" v="4381"/>
          <ac:spMkLst>
            <pc:docMk/>
            <pc:sldMk cId="387616033" sldId="396"/>
            <ac:spMk id="463" creationId="{69CC1C81-CD0A-41A3-401F-7B9AD9E07F9A}"/>
          </ac:spMkLst>
        </pc:spChg>
        <pc:spChg chg="mod">
          <ac:chgData name="Mayu Ninagawa (蜷川 真優 GE)" userId="15d22be4-2d84-414d-ac66-ca09a50eae87" providerId="ADAL" clId="{2A43D1C7-C612-4547-BA11-3049DC01C97C}" dt="2026-01-29T03:26:31.649" v="5594"/>
          <ac:spMkLst>
            <pc:docMk/>
            <pc:sldMk cId="387616033" sldId="396"/>
            <ac:spMk id="463" creationId="{7B709FC0-DC1D-7E2C-E1CB-DF460D32DDA8}"/>
          </ac:spMkLst>
        </pc:spChg>
        <pc:spChg chg="mod">
          <ac:chgData name="Mayu Ninagawa (蜷川 真優 GE)" userId="15d22be4-2d84-414d-ac66-ca09a50eae87" providerId="ADAL" clId="{2A43D1C7-C612-4547-BA11-3049DC01C97C}" dt="2026-01-22T03:15:28.155" v="4381"/>
          <ac:spMkLst>
            <pc:docMk/>
            <pc:sldMk cId="387616033" sldId="396"/>
            <ac:spMk id="464" creationId="{8440B3E9-7C4E-91C6-1E86-5A2CF9F64D72}"/>
          </ac:spMkLst>
        </pc:spChg>
        <pc:spChg chg="mod">
          <ac:chgData name="Mayu Ninagawa (蜷川 真優 GE)" userId="15d22be4-2d84-414d-ac66-ca09a50eae87" providerId="ADAL" clId="{2A43D1C7-C612-4547-BA11-3049DC01C97C}" dt="2026-01-29T06:50:29.550" v="6218"/>
          <ac:spMkLst>
            <pc:docMk/>
            <pc:sldMk cId="387616033" sldId="396"/>
            <ac:spMk id="464" creationId="{972085B4-A87E-F0E8-C7DD-D77940E04BE6}"/>
          </ac:spMkLst>
        </pc:spChg>
        <pc:spChg chg="mod">
          <ac:chgData name="Mayu Ninagawa (蜷川 真優 GE)" userId="15d22be4-2d84-414d-ac66-ca09a50eae87" providerId="ADAL" clId="{2A43D1C7-C612-4547-BA11-3049DC01C97C}" dt="2026-01-20T10:48:17.663" v="2755"/>
          <ac:spMkLst>
            <pc:docMk/>
            <pc:sldMk cId="387616033" sldId="396"/>
            <ac:spMk id="464" creationId="{E4BCC886-0492-6648-9CAF-263EFC27D435}"/>
          </ac:spMkLst>
        </pc:spChg>
        <pc:spChg chg="mod">
          <ac:chgData name="Mayu Ninagawa (蜷川 真優 GE)" userId="15d22be4-2d84-414d-ac66-ca09a50eae87" providerId="ADAL" clId="{2A43D1C7-C612-4547-BA11-3049DC01C97C}" dt="2026-01-29T03:26:31.649" v="5594"/>
          <ac:spMkLst>
            <pc:docMk/>
            <pc:sldMk cId="387616033" sldId="396"/>
            <ac:spMk id="464" creationId="{E691CAF8-A3E2-C72B-A2D0-06F52458EFC0}"/>
          </ac:spMkLst>
        </pc:spChg>
        <pc:spChg chg="mod">
          <ac:chgData name="Mayu Ninagawa (蜷川 真優 GE)" userId="15d22be4-2d84-414d-ac66-ca09a50eae87" providerId="ADAL" clId="{2A43D1C7-C612-4547-BA11-3049DC01C97C}" dt="2026-01-22T03:15:28.155" v="4381"/>
          <ac:spMkLst>
            <pc:docMk/>
            <pc:sldMk cId="387616033" sldId="396"/>
            <ac:spMk id="465" creationId="{B5D257D5-1552-2B08-EA2D-91672C5193F7}"/>
          </ac:spMkLst>
        </pc:spChg>
        <pc:spChg chg="mod">
          <ac:chgData name="Mayu Ninagawa (蜷川 真優 GE)" userId="15d22be4-2d84-414d-ac66-ca09a50eae87" providerId="ADAL" clId="{2A43D1C7-C612-4547-BA11-3049DC01C97C}" dt="2026-01-29T03:26:31.649" v="5594"/>
          <ac:spMkLst>
            <pc:docMk/>
            <pc:sldMk cId="387616033" sldId="396"/>
            <ac:spMk id="465" creationId="{DD442F12-7A23-5183-FE6D-CC862F837285}"/>
          </ac:spMkLst>
        </pc:spChg>
        <pc:spChg chg="mod">
          <ac:chgData name="Mayu Ninagawa (蜷川 真優 GE)" userId="15d22be4-2d84-414d-ac66-ca09a50eae87" providerId="ADAL" clId="{2A43D1C7-C612-4547-BA11-3049DC01C97C}" dt="2026-01-29T06:50:29.550" v="6218"/>
          <ac:spMkLst>
            <pc:docMk/>
            <pc:sldMk cId="387616033" sldId="396"/>
            <ac:spMk id="465" creationId="{F22902B0-DA49-FE38-CDE1-1DA56B9C9875}"/>
          </ac:spMkLst>
        </pc:spChg>
        <pc:spChg chg="add del mod">
          <ac:chgData name="Mayu Ninagawa (蜷川 真優 GE)" userId="15d22be4-2d84-414d-ac66-ca09a50eae87" providerId="ADAL" clId="{2A43D1C7-C612-4547-BA11-3049DC01C97C}" dt="2026-01-20T10:49:33.835" v="2773"/>
          <ac:spMkLst>
            <pc:docMk/>
            <pc:sldMk cId="387616033" sldId="396"/>
            <ac:spMk id="465" creationId="{F94C9AE2-CB10-900E-2C03-DDBDF6428BC7}"/>
          </ac:spMkLst>
        </pc:spChg>
        <pc:spChg chg="mod">
          <ac:chgData name="Mayu Ninagawa (蜷川 真優 GE)" userId="15d22be4-2d84-414d-ac66-ca09a50eae87" providerId="ADAL" clId="{2A43D1C7-C612-4547-BA11-3049DC01C97C}" dt="2026-01-22T03:15:28.155" v="4381"/>
          <ac:spMkLst>
            <pc:docMk/>
            <pc:sldMk cId="387616033" sldId="396"/>
            <ac:spMk id="466" creationId="{040BF08F-D537-DB46-0078-FE03EDD467BC}"/>
          </ac:spMkLst>
        </pc:spChg>
        <pc:spChg chg="mod">
          <ac:chgData name="Mayu Ninagawa (蜷川 真優 GE)" userId="15d22be4-2d84-414d-ac66-ca09a50eae87" providerId="ADAL" clId="{2A43D1C7-C612-4547-BA11-3049DC01C97C}" dt="2026-01-29T06:50:29.550" v="6218"/>
          <ac:spMkLst>
            <pc:docMk/>
            <pc:sldMk cId="387616033" sldId="396"/>
            <ac:spMk id="466" creationId="{097D8470-70DE-B4E9-6D50-7599051F50D0}"/>
          </ac:spMkLst>
        </pc:spChg>
        <pc:spChg chg="mod">
          <ac:chgData name="Mayu Ninagawa (蜷川 真優 GE)" userId="15d22be4-2d84-414d-ac66-ca09a50eae87" providerId="ADAL" clId="{2A43D1C7-C612-4547-BA11-3049DC01C97C}" dt="2026-01-29T03:26:31.649" v="5594"/>
          <ac:spMkLst>
            <pc:docMk/>
            <pc:sldMk cId="387616033" sldId="396"/>
            <ac:spMk id="466" creationId="{1FAD7281-EF35-52FD-77AE-072A19414239}"/>
          </ac:spMkLst>
        </pc:spChg>
        <pc:spChg chg="add del mod">
          <ac:chgData name="Mayu Ninagawa (蜷川 真優 GE)" userId="15d22be4-2d84-414d-ac66-ca09a50eae87" providerId="ADAL" clId="{2A43D1C7-C612-4547-BA11-3049DC01C97C}" dt="2026-01-20T11:12:04.864" v="2995" actId="478"/>
          <ac:spMkLst>
            <pc:docMk/>
            <pc:sldMk cId="387616033" sldId="396"/>
            <ac:spMk id="466" creationId="{5BF4FE05-EFF3-5FA4-C819-406A630F5605}"/>
          </ac:spMkLst>
        </pc:spChg>
        <pc:spChg chg="mod">
          <ac:chgData name="Mayu Ninagawa (蜷川 真優 GE)" userId="15d22be4-2d84-414d-ac66-ca09a50eae87" providerId="ADAL" clId="{2A43D1C7-C612-4547-BA11-3049DC01C97C}" dt="2026-01-29T06:50:29.550" v="6218"/>
          <ac:spMkLst>
            <pc:docMk/>
            <pc:sldMk cId="387616033" sldId="396"/>
            <ac:spMk id="467" creationId="{59D24772-48AD-27A8-77F6-7EAFBAEFC36F}"/>
          </ac:spMkLst>
        </pc:spChg>
        <pc:spChg chg="mod">
          <ac:chgData name="Mayu Ninagawa (蜷川 真優 GE)" userId="15d22be4-2d84-414d-ac66-ca09a50eae87" providerId="ADAL" clId="{2A43D1C7-C612-4547-BA11-3049DC01C97C}" dt="2026-01-22T03:15:28.155" v="4381"/>
          <ac:spMkLst>
            <pc:docMk/>
            <pc:sldMk cId="387616033" sldId="396"/>
            <ac:spMk id="467" creationId="{AFBF327A-7B0A-B185-83BB-789CD83DB1AC}"/>
          </ac:spMkLst>
        </pc:spChg>
        <pc:spChg chg="mod">
          <ac:chgData name="Mayu Ninagawa (蜷川 真優 GE)" userId="15d22be4-2d84-414d-ac66-ca09a50eae87" providerId="ADAL" clId="{2A43D1C7-C612-4547-BA11-3049DC01C97C}" dt="2026-01-29T03:26:31.649" v="5594"/>
          <ac:spMkLst>
            <pc:docMk/>
            <pc:sldMk cId="387616033" sldId="396"/>
            <ac:spMk id="467" creationId="{CCADA62A-092C-31CE-77ED-19A0937472A3}"/>
          </ac:spMkLst>
        </pc:spChg>
        <pc:spChg chg="mod">
          <ac:chgData name="Mayu Ninagawa (蜷川 真優 GE)" userId="15d22be4-2d84-414d-ac66-ca09a50eae87" providerId="ADAL" clId="{2A43D1C7-C612-4547-BA11-3049DC01C97C}" dt="2026-01-22T03:15:28.155" v="4381"/>
          <ac:spMkLst>
            <pc:docMk/>
            <pc:sldMk cId="387616033" sldId="396"/>
            <ac:spMk id="468" creationId="{296481A8-3AC3-2BBB-0BC4-59650CB3C4A5}"/>
          </ac:spMkLst>
        </pc:spChg>
        <pc:spChg chg="mod">
          <ac:chgData name="Mayu Ninagawa (蜷川 真優 GE)" userId="15d22be4-2d84-414d-ac66-ca09a50eae87" providerId="ADAL" clId="{2A43D1C7-C612-4547-BA11-3049DC01C97C}" dt="2026-01-29T03:26:31.649" v="5594"/>
          <ac:spMkLst>
            <pc:docMk/>
            <pc:sldMk cId="387616033" sldId="396"/>
            <ac:spMk id="468" creationId="{7BD1843D-33EA-DA66-6727-526FA92F2CBE}"/>
          </ac:spMkLst>
        </pc:spChg>
        <pc:spChg chg="mod">
          <ac:chgData name="Mayu Ninagawa (蜷川 真優 GE)" userId="15d22be4-2d84-414d-ac66-ca09a50eae87" providerId="ADAL" clId="{2A43D1C7-C612-4547-BA11-3049DC01C97C}" dt="2026-01-29T06:50:29.550" v="6218"/>
          <ac:spMkLst>
            <pc:docMk/>
            <pc:sldMk cId="387616033" sldId="396"/>
            <ac:spMk id="468" creationId="{BDCAAC73-D585-FCD1-10FB-E4A24464B723}"/>
          </ac:spMkLst>
        </pc:spChg>
        <pc:spChg chg="mod">
          <ac:chgData name="Mayu Ninagawa (蜷川 真優 GE)" userId="15d22be4-2d84-414d-ac66-ca09a50eae87" providerId="ADAL" clId="{2A43D1C7-C612-4547-BA11-3049DC01C97C}" dt="2026-01-20T10:49:39.354" v="2776"/>
          <ac:spMkLst>
            <pc:docMk/>
            <pc:sldMk cId="387616033" sldId="396"/>
            <ac:spMk id="468" creationId="{D54DED5C-89B6-4666-03D3-C1B517F66B64}"/>
          </ac:spMkLst>
        </pc:spChg>
        <pc:spChg chg="mod">
          <ac:chgData name="Mayu Ninagawa (蜷川 真優 GE)" userId="15d22be4-2d84-414d-ac66-ca09a50eae87" providerId="ADAL" clId="{2A43D1C7-C612-4547-BA11-3049DC01C97C}" dt="2026-01-22T03:15:28.155" v="4381"/>
          <ac:spMkLst>
            <pc:docMk/>
            <pc:sldMk cId="387616033" sldId="396"/>
            <ac:spMk id="469" creationId="{312E8F70-D88C-2429-874F-7F0B31ACC408}"/>
          </ac:spMkLst>
        </pc:spChg>
        <pc:spChg chg="mod">
          <ac:chgData name="Mayu Ninagawa (蜷川 真優 GE)" userId="15d22be4-2d84-414d-ac66-ca09a50eae87" providerId="ADAL" clId="{2A43D1C7-C612-4547-BA11-3049DC01C97C}" dt="2026-01-20T10:49:39.354" v="2776"/>
          <ac:spMkLst>
            <pc:docMk/>
            <pc:sldMk cId="387616033" sldId="396"/>
            <ac:spMk id="469" creationId="{3E3BB14F-A1D0-6A24-B862-A6619B165130}"/>
          </ac:spMkLst>
        </pc:spChg>
        <pc:spChg chg="mod">
          <ac:chgData name="Mayu Ninagawa (蜷川 真優 GE)" userId="15d22be4-2d84-414d-ac66-ca09a50eae87" providerId="ADAL" clId="{2A43D1C7-C612-4547-BA11-3049DC01C97C}" dt="2026-01-29T06:50:29.550" v="6218"/>
          <ac:spMkLst>
            <pc:docMk/>
            <pc:sldMk cId="387616033" sldId="396"/>
            <ac:spMk id="469" creationId="{58983B93-353F-7BD3-CE23-0BC1D0EF5CC6}"/>
          </ac:spMkLst>
        </pc:spChg>
        <pc:spChg chg="mod">
          <ac:chgData name="Mayu Ninagawa (蜷川 真優 GE)" userId="15d22be4-2d84-414d-ac66-ca09a50eae87" providerId="ADAL" clId="{2A43D1C7-C612-4547-BA11-3049DC01C97C}" dt="2026-01-29T03:26:31.649" v="5594"/>
          <ac:spMkLst>
            <pc:docMk/>
            <pc:sldMk cId="387616033" sldId="396"/>
            <ac:spMk id="469" creationId="{C9DEEF22-784E-916F-E778-81023480BB9A}"/>
          </ac:spMkLst>
        </pc:spChg>
        <pc:spChg chg="mod">
          <ac:chgData name="Mayu Ninagawa (蜷川 真優 GE)" userId="15d22be4-2d84-414d-ac66-ca09a50eae87" providerId="ADAL" clId="{2A43D1C7-C612-4547-BA11-3049DC01C97C}" dt="2026-01-20T10:49:39.354" v="2776"/>
          <ac:spMkLst>
            <pc:docMk/>
            <pc:sldMk cId="387616033" sldId="396"/>
            <ac:spMk id="470" creationId="{0EC8680E-DF89-EFFC-E9B5-F3B262F601D0}"/>
          </ac:spMkLst>
        </pc:spChg>
        <pc:spChg chg="mod">
          <ac:chgData name="Mayu Ninagawa (蜷川 真優 GE)" userId="15d22be4-2d84-414d-ac66-ca09a50eae87" providerId="ADAL" clId="{2A43D1C7-C612-4547-BA11-3049DC01C97C}" dt="2026-01-22T03:15:28.155" v="4381"/>
          <ac:spMkLst>
            <pc:docMk/>
            <pc:sldMk cId="387616033" sldId="396"/>
            <ac:spMk id="470" creationId="{A8CB50C5-39A0-54A2-8E25-E4796A1698FF}"/>
          </ac:spMkLst>
        </pc:spChg>
        <pc:spChg chg="mod">
          <ac:chgData name="Mayu Ninagawa (蜷川 真優 GE)" userId="15d22be4-2d84-414d-ac66-ca09a50eae87" providerId="ADAL" clId="{2A43D1C7-C612-4547-BA11-3049DC01C97C}" dt="2026-01-29T06:50:29.550" v="6218"/>
          <ac:spMkLst>
            <pc:docMk/>
            <pc:sldMk cId="387616033" sldId="396"/>
            <ac:spMk id="470" creationId="{ED9FF3D0-614A-C8D4-728A-D2114A82A763}"/>
          </ac:spMkLst>
        </pc:spChg>
        <pc:spChg chg="mod">
          <ac:chgData name="Mayu Ninagawa (蜷川 真優 GE)" userId="15d22be4-2d84-414d-ac66-ca09a50eae87" providerId="ADAL" clId="{2A43D1C7-C612-4547-BA11-3049DC01C97C}" dt="2026-01-29T03:26:31.649" v="5594"/>
          <ac:spMkLst>
            <pc:docMk/>
            <pc:sldMk cId="387616033" sldId="396"/>
            <ac:spMk id="470" creationId="{F60CF552-39A4-BEB2-7DAB-31979320863C}"/>
          </ac:spMkLst>
        </pc:spChg>
        <pc:spChg chg="mod">
          <ac:chgData name="Mayu Ninagawa (蜷川 真優 GE)" userId="15d22be4-2d84-414d-ac66-ca09a50eae87" providerId="ADAL" clId="{2A43D1C7-C612-4547-BA11-3049DC01C97C}" dt="2026-01-29T03:26:31.649" v="5594"/>
          <ac:spMkLst>
            <pc:docMk/>
            <pc:sldMk cId="387616033" sldId="396"/>
            <ac:spMk id="471" creationId="{BF8AE33E-F193-9B28-8711-F7B9E3F9A1DB}"/>
          </ac:spMkLst>
        </pc:spChg>
        <pc:spChg chg="mod">
          <ac:chgData name="Mayu Ninagawa (蜷川 真優 GE)" userId="15d22be4-2d84-414d-ac66-ca09a50eae87" providerId="ADAL" clId="{2A43D1C7-C612-4547-BA11-3049DC01C97C}" dt="2026-01-29T06:50:29.550" v="6218"/>
          <ac:spMkLst>
            <pc:docMk/>
            <pc:sldMk cId="387616033" sldId="396"/>
            <ac:spMk id="471" creationId="{FD3E97BE-4E69-9159-A856-F44ECA89768E}"/>
          </ac:spMkLst>
        </pc:spChg>
        <pc:spChg chg="mod">
          <ac:chgData name="Mayu Ninagawa (蜷川 真優 GE)" userId="15d22be4-2d84-414d-ac66-ca09a50eae87" providerId="ADAL" clId="{2A43D1C7-C612-4547-BA11-3049DC01C97C}" dt="2026-01-29T09:01:20.400" v="7072" actId="1076"/>
          <ac:spMkLst>
            <pc:docMk/>
            <pc:sldMk cId="387616033" sldId="396"/>
            <ac:spMk id="472" creationId="{C0B6BB8C-0D0D-2CB8-090D-2442FA4CD141}"/>
          </ac:spMkLst>
        </pc:spChg>
        <pc:spChg chg="mod">
          <ac:chgData name="Mayu Ninagawa (蜷川 真優 GE)" userId="15d22be4-2d84-414d-ac66-ca09a50eae87" providerId="ADAL" clId="{2A43D1C7-C612-4547-BA11-3049DC01C97C}" dt="2026-01-29T03:26:31.649" v="5594"/>
          <ac:spMkLst>
            <pc:docMk/>
            <pc:sldMk cId="387616033" sldId="396"/>
            <ac:spMk id="473" creationId="{0FEE2E3C-E4DC-3F50-7011-D525DC6A62A4}"/>
          </ac:spMkLst>
        </pc:spChg>
        <pc:spChg chg="mod">
          <ac:chgData name="Mayu Ninagawa (蜷川 真優 GE)" userId="15d22be4-2d84-414d-ac66-ca09a50eae87" providerId="ADAL" clId="{2A43D1C7-C612-4547-BA11-3049DC01C97C}" dt="2026-01-29T06:50:29.550" v="6218"/>
          <ac:spMkLst>
            <pc:docMk/>
            <pc:sldMk cId="387616033" sldId="396"/>
            <ac:spMk id="473" creationId="{56D77948-CA8B-AADB-CE09-8D111E4D5153}"/>
          </ac:spMkLst>
        </pc:spChg>
        <pc:spChg chg="mod">
          <ac:chgData name="Mayu Ninagawa (蜷川 真優 GE)" userId="15d22be4-2d84-414d-ac66-ca09a50eae87" providerId="ADAL" clId="{2A43D1C7-C612-4547-BA11-3049DC01C97C}" dt="2026-01-20T10:49:39.354" v="2776"/>
          <ac:spMkLst>
            <pc:docMk/>
            <pc:sldMk cId="387616033" sldId="396"/>
            <ac:spMk id="473" creationId="{59FD9E02-4ABE-3332-FF85-991F5D59EA86}"/>
          </ac:spMkLst>
        </pc:spChg>
        <pc:spChg chg="mod">
          <ac:chgData name="Mayu Ninagawa (蜷川 真優 GE)" userId="15d22be4-2d84-414d-ac66-ca09a50eae87" providerId="ADAL" clId="{2A43D1C7-C612-4547-BA11-3049DC01C97C}" dt="2026-01-22T03:15:28.155" v="4381"/>
          <ac:spMkLst>
            <pc:docMk/>
            <pc:sldMk cId="387616033" sldId="396"/>
            <ac:spMk id="473" creationId="{CC20A316-9F7A-61DD-1FAD-7679323C05A0}"/>
          </ac:spMkLst>
        </pc:spChg>
        <pc:spChg chg="del mod">
          <ac:chgData name="Mayu Ninagawa (蜷川 真優 GE)" userId="15d22be4-2d84-414d-ac66-ca09a50eae87" providerId="ADAL" clId="{2A43D1C7-C612-4547-BA11-3049DC01C97C}" dt="2026-01-22T03:15:27.880" v="4380" actId="478"/>
          <ac:spMkLst>
            <pc:docMk/>
            <pc:sldMk cId="387616033" sldId="396"/>
            <ac:spMk id="474" creationId="{25028379-39FD-F716-FA99-142C8D5D776A}"/>
          </ac:spMkLst>
        </pc:spChg>
        <pc:spChg chg="mod">
          <ac:chgData name="Mayu Ninagawa (蜷川 真優 GE)" userId="15d22be4-2d84-414d-ac66-ca09a50eae87" providerId="ADAL" clId="{2A43D1C7-C612-4547-BA11-3049DC01C97C}" dt="2026-01-29T06:50:29.550" v="6218"/>
          <ac:spMkLst>
            <pc:docMk/>
            <pc:sldMk cId="387616033" sldId="396"/>
            <ac:spMk id="474" creationId="{2A84D695-7D8E-83DB-362F-08DC7CB6CF6D}"/>
          </ac:spMkLst>
        </pc:spChg>
        <pc:spChg chg="mod">
          <ac:chgData name="Mayu Ninagawa (蜷川 真優 GE)" userId="15d22be4-2d84-414d-ac66-ca09a50eae87" providerId="ADAL" clId="{2A43D1C7-C612-4547-BA11-3049DC01C97C}" dt="2026-01-29T03:26:31.649" v="5594"/>
          <ac:spMkLst>
            <pc:docMk/>
            <pc:sldMk cId="387616033" sldId="396"/>
            <ac:spMk id="474" creationId="{9E6CCFEB-E221-C2F9-9EA1-6ACEEC392978}"/>
          </ac:spMkLst>
        </pc:spChg>
        <pc:spChg chg="mod">
          <ac:chgData name="Mayu Ninagawa (蜷川 真優 GE)" userId="15d22be4-2d84-414d-ac66-ca09a50eae87" providerId="ADAL" clId="{2A43D1C7-C612-4547-BA11-3049DC01C97C}" dt="2026-01-22T03:15:28.155" v="4381"/>
          <ac:spMkLst>
            <pc:docMk/>
            <pc:sldMk cId="387616033" sldId="396"/>
            <ac:spMk id="475" creationId="{7C40077B-B1C0-FD7A-25EF-A6A0FCB457EA}"/>
          </ac:spMkLst>
        </pc:spChg>
        <pc:spChg chg="mod">
          <ac:chgData name="Mayu Ninagawa (蜷川 真優 GE)" userId="15d22be4-2d84-414d-ac66-ca09a50eae87" providerId="ADAL" clId="{2A43D1C7-C612-4547-BA11-3049DC01C97C}" dt="2026-01-29T06:50:29.550" v="6218"/>
          <ac:spMkLst>
            <pc:docMk/>
            <pc:sldMk cId="387616033" sldId="396"/>
            <ac:spMk id="475" creationId="{8A0B7002-5634-00AC-87F1-67791DD7A125}"/>
          </ac:spMkLst>
        </pc:spChg>
        <pc:spChg chg="mod">
          <ac:chgData name="Mayu Ninagawa (蜷川 真優 GE)" userId="15d22be4-2d84-414d-ac66-ca09a50eae87" providerId="ADAL" clId="{2A43D1C7-C612-4547-BA11-3049DC01C97C}" dt="2026-01-29T03:26:31.649" v="5594"/>
          <ac:spMkLst>
            <pc:docMk/>
            <pc:sldMk cId="387616033" sldId="396"/>
            <ac:spMk id="475" creationId="{B0F6D49B-D0B0-A195-00AF-1E2A3DB96470}"/>
          </ac:spMkLst>
        </pc:spChg>
        <pc:spChg chg="mod">
          <ac:chgData name="Mayu Ninagawa (蜷川 真優 GE)" userId="15d22be4-2d84-414d-ac66-ca09a50eae87" providerId="ADAL" clId="{2A43D1C7-C612-4547-BA11-3049DC01C97C}" dt="2026-01-29T03:26:31.649" v="5594"/>
          <ac:spMkLst>
            <pc:docMk/>
            <pc:sldMk cId="387616033" sldId="396"/>
            <ac:spMk id="476" creationId="{63F8539B-39E7-EB31-97FF-A6B16D44448A}"/>
          </ac:spMkLst>
        </pc:spChg>
        <pc:spChg chg="mod">
          <ac:chgData name="Mayu Ninagawa (蜷川 真優 GE)" userId="15d22be4-2d84-414d-ac66-ca09a50eae87" providerId="ADAL" clId="{2A43D1C7-C612-4547-BA11-3049DC01C97C}" dt="2026-01-22T03:15:28.155" v="4381"/>
          <ac:spMkLst>
            <pc:docMk/>
            <pc:sldMk cId="387616033" sldId="396"/>
            <ac:spMk id="476" creationId="{99E67441-18B1-B60A-1034-7C5C69E37E51}"/>
          </ac:spMkLst>
        </pc:spChg>
        <pc:spChg chg="mod">
          <ac:chgData name="Mayu Ninagawa (蜷川 真優 GE)" userId="15d22be4-2d84-414d-ac66-ca09a50eae87" providerId="ADAL" clId="{2A43D1C7-C612-4547-BA11-3049DC01C97C}" dt="2026-01-29T06:50:29.550" v="6218"/>
          <ac:spMkLst>
            <pc:docMk/>
            <pc:sldMk cId="387616033" sldId="396"/>
            <ac:spMk id="476" creationId="{EB6E4381-4C4F-853A-A72E-B9E7417AC643}"/>
          </ac:spMkLst>
        </pc:spChg>
        <pc:spChg chg="mod">
          <ac:chgData name="Mayu Ninagawa (蜷川 真優 GE)" userId="15d22be4-2d84-414d-ac66-ca09a50eae87" providerId="ADAL" clId="{2A43D1C7-C612-4547-BA11-3049DC01C97C}" dt="2026-01-20T10:49:39.354" v="2776"/>
          <ac:spMkLst>
            <pc:docMk/>
            <pc:sldMk cId="387616033" sldId="396"/>
            <ac:spMk id="477" creationId="{306B043B-E423-BDAB-E1DA-4984E47AD084}"/>
          </ac:spMkLst>
        </pc:spChg>
        <pc:spChg chg="mod">
          <ac:chgData name="Mayu Ninagawa (蜷川 真優 GE)" userId="15d22be4-2d84-414d-ac66-ca09a50eae87" providerId="ADAL" clId="{2A43D1C7-C612-4547-BA11-3049DC01C97C}" dt="2026-01-22T03:15:28.155" v="4381"/>
          <ac:spMkLst>
            <pc:docMk/>
            <pc:sldMk cId="387616033" sldId="396"/>
            <ac:spMk id="477" creationId="{9DFC1410-7C8A-E8B8-59E4-D4F684E87693}"/>
          </ac:spMkLst>
        </pc:spChg>
        <pc:spChg chg="mod">
          <ac:chgData name="Mayu Ninagawa (蜷川 真優 GE)" userId="15d22be4-2d84-414d-ac66-ca09a50eae87" providerId="ADAL" clId="{2A43D1C7-C612-4547-BA11-3049DC01C97C}" dt="2026-01-29T03:26:31.649" v="5594"/>
          <ac:spMkLst>
            <pc:docMk/>
            <pc:sldMk cId="387616033" sldId="396"/>
            <ac:spMk id="477" creationId="{ABD6E456-81B3-9FCC-C024-6BCF04EFEAA1}"/>
          </ac:spMkLst>
        </pc:spChg>
        <pc:spChg chg="mod">
          <ac:chgData name="Mayu Ninagawa (蜷川 真優 GE)" userId="15d22be4-2d84-414d-ac66-ca09a50eae87" providerId="ADAL" clId="{2A43D1C7-C612-4547-BA11-3049DC01C97C}" dt="2026-01-29T06:50:29.550" v="6218"/>
          <ac:spMkLst>
            <pc:docMk/>
            <pc:sldMk cId="387616033" sldId="396"/>
            <ac:spMk id="477" creationId="{DD422086-00E2-3869-A746-0A44F768B8A9}"/>
          </ac:spMkLst>
        </pc:spChg>
        <pc:spChg chg="mod ord">
          <ac:chgData name="Mayu Ninagawa (蜷川 真優 GE)" userId="15d22be4-2d84-414d-ac66-ca09a50eae87" providerId="ADAL" clId="{2A43D1C7-C612-4547-BA11-3049DC01C97C}" dt="2026-01-20T10:49:46.975" v="2778" actId="167"/>
          <ac:spMkLst>
            <pc:docMk/>
            <pc:sldMk cId="387616033" sldId="396"/>
            <ac:spMk id="478" creationId="{2A78DDF8-3FCB-F092-2C36-ABE335E5BCD7}"/>
          </ac:spMkLst>
        </pc:spChg>
        <pc:spChg chg="mod">
          <ac:chgData name="Mayu Ninagawa (蜷川 真優 GE)" userId="15d22be4-2d84-414d-ac66-ca09a50eae87" providerId="ADAL" clId="{2A43D1C7-C612-4547-BA11-3049DC01C97C}" dt="2026-01-29T06:50:29.550" v="6218"/>
          <ac:spMkLst>
            <pc:docMk/>
            <pc:sldMk cId="387616033" sldId="396"/>
            <ac:spMk id="478" creationId="{7449967B-67C3-2D34-CF9D-8398289B3AA8}"/>
          </ac:spMkLst>
        </pc:spChg>
        <pc:spChg chg="mod">
          <ac:chgData name="Mayu Ninagawa (蜷川 真優 GE)" userId="15d22be4-2d84-414d-ac66-ca09a50eae87" providerId="ADAL" clId="{2A43D1C7-C612-4547-BA11-3049DC01C97C}" dt="2026-01-22T03:15:28.155" v="4381"/>
          <ac:spMkLst>
            <pc:docMk/>
            <pc:sldMk cId="387616033" sldId="396"/>
            <ac:spMk id="478" creationId="{A1E071C6-ED11-ECD9-5BBD-E42CFFFB0863}"/>
          </ac:spMkLst>
        </pc:spChg>
        <pc:spChg chg="mod">
          <ac:chgData name="Mayu Ninagawa (蜷川 真優 GE)" userId="15d22be4-2d84-414d-ac66-ca09a50eae87" providerId="ADAL" clId="{2A43D1C7-C612-4547-BA11-3049DC01C97C}" dt="2026-01-29T03:26:31.649" v="5594"/>
          <ac:spMkLst>
            <pc:docMk/>
            <pc:sldMk cId="387616033" sldId="396"/>
            <ac:spMk id="478" creationId="{F38CCAE1-B761-F8FF-65F1-AF6CB474143E}"/>
          </ac:spMkLst>
        </pc:spChg>
        <pc:spChg chg="mod">
          <ac:chgData name="Mayu Ninagawa (蜷川 真優 GE)" userId="15d22be4-2d84-414d-ac66-ca09a50eae87" providerId="ADAL" clId="{2A43D1C7-C612-4547-BA11-3049DC01C97C}" dt="2026-01-20T10:49:39.354" v="2776"/>
          <ac:spMkLst>
            <pc:docMk/>
            <pc:sldMk cId="387616033" sldId="396"/>
            <ac:spMk id="479" creationId="{3602D035-9D42-D277-2C32-C99DC9DF7892}"/>
          </ac:spMkLst>
        </pc:spChg>
        <pc:spChg chg="mod">
          <ac:chgData name="Mayu Ninagawa (蜷川 真優 GE)" userId="15d22be4-2d84-414d-ac66-ca09a50eae87" providerId="ADAL" clId="{2A43D1C7-C612-4547-BA11-3049DC01C97C}" dt="2026-01-29T03:26:31.649" v="5594"/>
          <ac:spMkLst>
            <pc:docMk/>
            <pc:sldMk cId="387616033" sldId="396"/>
            <ac:spMk id="479" creationId="{BCE6E114-F288-6C28-6FEB-D22FFA5D2E7C}"/>
          </ac:spMkLst>
        </pc:spChg>
        <pc:spChg chg="mod">
          <ac:chgData name="Mayu Ninagawa (蜷川 真優 GE)" userId="15d22be4-2d84-414d-ac66-ca09a50eae87" providerId="ADAL" clId="{2A43D1C7-C612-4547-BA11-3049DC01C97C}" dt="2026-01-29T06:50:29.550" v="6218"/>
          <ac:spMkLst>
            <pc:docMk/>
            <pc:sldMk cId="387616033" sldId="396"/>
            <ac:spMk id="479" creationId="{C807E9A2-D944-A8CF-0920-872E68BDDAB3}"/>
          </ac:spMkLst>
        </pc:spChg>
        <pc:spChg chg="mod">
          <ac:chgData name="Mayu Ninagawa (蜷川 真優 GE)" userId="15d22be4-2d84-414d-ac66-ca09a50eae87" providerId="ADAL" clId="{2A43D1C7-C612-4547-BA11-3049DC01C97C}" dt="2026-01-22T03:15:28.155" v="4381"/>
          <ac:spMkLst>
            <pc:docMk/>
            <pc:sldMk cId="387616033" sldId="396"/>
            <ac:spMk id="479" creationId="{DD4FF321-B604-CB68-A335-248B41F46AF6}"/>
          </ac:spMkLst>
        </pc:spChg>
        <pc:spChg chg="mod">
          <ac:chgData name="Mayu Ninagawa (蜷川 真優 GE)" userId="15d22be4-2d84-414d-ac66-ca09a50eae87" providerId="ADAL" clId="{2A43D1C7-C612-4547-BA11-3049DC01C97C}" dt="2026-01-22T03:15:28.155" v="4381"/>
          <ac:spMkLst>
            <pc:docMk/>
            <pc:sldMk cId="387616033" sldId="396"/>
            <ac:spMk id="480" creationId="{244FDA39-8D50-F7F3-23C5-FE5F7EB39555}"/>
          </ac:spMkLst>
        </pc:spChg>
        <pc:spChg chg="mod">
          <ac:chgData name="Mayu Ninagawa (蜷川 真優 GE)" userId="15d22be4-2d84-414d-ac66-ca09a50eae87" providerId="ADAL" clId="{2A43D1C7-C612-4547-BA11-3049DC01C97C}" dt="2026-01-29T03:26:31.649" v="5594"/>
          <ac:spMkLst>
            <pc:docMk/>
            <pc:sldMk cId="387616033" sldId="396"/>
            <ac:spMk id="480" creationId="{2D6373AC-FC23-56BC-0E18-C53712D10D0D}"/>
          </ac:spMkLst>
        </pc:spChg>
        <pc:spChg chg="mod">
          <ac:chgData name="Mayu Ninagawa (蜷川 真優 GE)" userId="15d22be4-2d84-414d-ac66-ca09a50eae87" providerId="ADAL" clId="{2A43D1C7-C612-4547-BA11-3049DC01C97C}" dt="2026-01-29T06:50:29.550" v="6218"/>
          <ac:spMkLst>
            <pc:docMk/>
            <pc:sldMk cId="387616033" sldId="396"/>
            <ac:spMk id="480" creationId="{76A747D2-B158-9E53-D6B7-C5508660C16C}"/>
          </ac:spMkLst>
        </pc:spChg>
        <pc:spChg chg="mod">
          <ac:chgData name="Mayu Ninagawa (蜷川 真優 GE)" userId="15d22be4-2d84-414d-ac66-ca09a50eae87" providerId="ADAL" clId="{2A43D1C7-C612-4547-BA11-3049DC01C97C}" dt="2026-01-20T10:49:39.354" v="2776"/>
          <ac:spMkLst>
            <pc:docMk/>
            <pc:sldMk cId="387616033" sldId="396"/>
            <ac:spMk id="480" creationId="{DA131BB9-48D5-A59C-3075-9B49335DC6F4}"/>
          </ac:spMkLst>
        </pc:spChg>
        <pc:spChg chg="mod">
          <ac:chgData name="Mayu Ninagawa (蜷川 真優 GE)" userId="15d22be4-2d84-414d-ac66-ca09a50eae87" providerId="ADAL" clId="{2A43D1C7-C612-4547-BA11-3049DC01C97C}" dt="2026-01-29T06:50:29.550" v="6218"/>
          <ac:spMkLst>
            <pc:docMk/>
            <pc:sldMk cId="387616033" sldId="396"/>
            <ac:spMk id="481" creationId="{51EC31FE-C653-D00C-27A5-8F5D1129EBE0}"/>
          </ac:spMkLst>
        </pc:spChg>
        <pc:spChg chg="mod">
          <ac:chgData name="Mayu Ninagawa (蜷川 真優 GE)" userId="15d22be4-2d84-414d-ac66-ca09a50eae87" providerId="ADAL" clId="{2A43D1C7-C612-4547-BA11-3049DC01C97C}" dt="2026-01-29T03:26:31.649" v="5594"/>
          <ac:spMkLst>
            <pc:docMk/>
            <pc:sldMk cId="387616033" sldId="396"/>
            <ac:spMk id="481" creationId="{93F164EE-1169-2CA8-BA4F-7849B5249C45}"/>
          </ac:spMkLst>
        </pc:spChg>
        <pc:spChg chg="mod">
          <ac:chgData name="Mayu Ninagawa (蜷川 真優 GE)" userId="15d22be4-2d84-414d-ac66-ca09a50eae87" providerId="ADAL" clId="{2A43D1C7-C612-4547-BA11-3049DC01C97C}" dt="2026-01-22T03:15:28.155" v="4381"/>
          <ac:spMkLst>
            <pc:docMk/>
            <pc:sldMk cId="387616033" sldId="396"/>
            <ac:spMk id="481" creationId="{99B86077-91E6-E510-9159-5A1BAF91D48C}"/>
          </ac:spMkLst>
        </pc:spChg>
        <pc:spChg chg="mod">
          <ac:chgData name="Mayu Ninagawa (蜷川 真優 GE)" userId="15d22be4-2d84-414d-ac66-ca09a50eae87" providerId="ADAL" clId="{2A43D1C7-C612-4547-BA11-3049DC01C97C}" dt="2026-01-20T10:49:39.354" v="2776"/>
          <ac:spMkLst>
            <pc:docMk/>
            <pc:sldMk cId="387616033" sldId="396"/>
            <ac:spMk id="481" creationId="{A5FDC94C-81F0-95ED-6080-DDF3EFAF38AA}"/>
          </ac:spMkLst>
        </pc:spChg>
        <pc:spChg chg="mod">
          <ac:chgData name="Mayu Ninagawa (蜷川 真優 GE)" userId="15d22be4-2d84-414d-ac66-ca09a50eae87" providerId="ADAL" clId="{2A43D1C7-C612-4547-BA11-3049DC01C97C}" dt="2026-01-22T03:15:28.155" v="4381"/>
          <ac:spMkLst>
            <pc:docMk/>
            <pc:sldMk cId="387616033" sldId="396"/>
            <ac:spMk id="482" creationId="{158615A5-73D0-D8AE-0015-0FD7A82EDD9C}"/>
          </ac:spMkLst>
        </pc:spChg>
        <pc:spChg chg="mod">
          <ac:chgData name="Mayu Ninagawa (蜷川 真優 GE)" userId="15d22be4-2d84-414d-ac66-ca09a50eae87" providerId="ADAL" clId="{2A43D1C7-C612-4547-BA11-3049DC01C97C}" dt="2026-01-29T06:50:29.550" v="6218"/>
          <ac:spMkLst>
            <pc:docMk/>
            <pc:sldMk cId="387616033" sldId="396"/>
            <ac:spMk id="482" creationId="{1CFCC3A2-3963-29BE-9F1E-040DE8B98120}"/>
          </ac:spMkLst>
        </pc:spChg>
        <pc:spChg chg="mod">
          <ac:chgData name="Mayu Ninagawa (蜷川 真優 GE)" userId="15d22be4-2d84-414d-ac66-ca09a50eae87" providerId="ADAL" clId="{2A43D1C7-C612-4547-BA11-3049DC01C97C}" dt="2026-01-29T03:26:31.649" v="5594"/>
          <ac:spMkLst>
            <pc:docMk/>
            <pc:sldMk cId="387616033" sldId="396"/>
            <ac:spMk id="482" creationId="{9D0CF03B-38B2-C107-1CDC-91B693CC5B11}"/>
          </ac:spMkLst>
        </pc:spChg>
        <pc:spChg chg="mod">
          <ac:chgData name="Mayu Ninagawa (蜷川 真優 GE)" userId="15d22be4-2d84-414d-ac66-ca09a50eae87" providerId="ADAL" clId="{2A43D1C7-C612-4547-BA11-3049DC01C97C}" dt="2026-01-20T10:49:39.354" v="2776"/>
          <ac:spMkLst>
            <pc:docMk/>
            <pc:sldMk cId="387616033" sldId="396"/>
            <ac:spMk id="482" creationId="{BB1ED077-C1D6-45A4-52E4-0BD96BB6D282}"/>
          </ac:spMkLst>
        </pc:spChg>
        <pc:spChg chg="mod">
          <ac:chgData name="Mayu Ninagawa (蜷川 真優 GE)" userId="15d22be4-2d84-414d-ac66-ca09a50eae87" providerId="ADAL" clId="{2A43D1C7-C612-4547-BA11-3049DC01C97C}" dt="2026-01-29T03:26:31.649" v="5594"/>
          <ac:spMkLst>
            <pc:docMk/>
            <pc:sldMk cId="387616033" sldId="396"/>
            <ac:spMk id="483" creationId="{20915B62-FDCB-D866-B94E-AA3C40C8B15F}"/>
          </ac:spMkLst>
        </pc:spChg>
        <pc:spChg chg="mod">
          <ac:chgData name="Mayu Ninagawa (蜷川 真優 GE)" userId="15d22be4-2d84-414d-ac66-ca09a50eae87" providerId="ADAL" clId="{2A43D1C7-C612-4547-BA11-3049DC01C97C}" dt="2026-01-20T10:49:39.354" v="2776"/>
          <ac:spMkLst>
            <pc:docMk/>
            <pc:sldMk cId="387616033" sldId="396"/>
            <ac:spMk id="483" creationId="{85F8E8C1-B508-5BB4-EA14-7F9849E34C54}"/>
          </ac:spMkLst>
        </pc:spChg>
        <pc:spChg chg="mod">
          <ac:chgData name="Mayu Ninagawa (蜷川 真優 GE)" userId="15d22be4-2d84-414d-ac66-ca09a50eae87" providerId="ADAL" clId="{2A43D1C7-C612-4547-BA11-3049DC01C97C}" dt="2026-01-22T03:15:28.155" v="4381"/>
          <ac:spMkLst>
            <pc:docMk/>
            <pc:sldMk cId="387616033" sldId="396"/>
            <ac:spMk id="483" creationId="{BD2636EA-9B44-CE9A-A402-3F1FEF849827}"/>
          </ac:spMkLst>
        </pc:spChg>
        <pc:spChg chg="mod">
          <ac:chgData name="Mayu Ninagawa (蜷川 真優 GE)" userId="15d22be4-2d84-414d-ac66-ca09a50eae87" providerId="ADAL" clId="{2A43D1C7-C612-4547-BA11-3049DC01C97C}" dt="2026-01-29T06:50:29.550" v="6218"/>
          <ac:spMkLst>
            <pc:docMk/>
            <pc:sldMk cId="387616033" sldId="396"/>
            <ac:spMk id="483" creationId="{DAFBEDAD-16AA-5861-8DA4-4AE57569DB85}"/>
          </ac:spMkLst>
        </pc:spChg>
        <pc:spChg chg="mod">
          <ac:chgData name="Mayu Ninagawa (蜷川 真優 GE)" userId="15d22be4-2d84-414d-ac66-ca09a50eae87" providerId="ADAL" clId="{2A43D1C7-C612-4547-BA11-3049DC01C97C}" dt="2026-01-22T03:15:28.155" v="4381"/>
          <ac:spMkLst>
            <pc:docMk/>
            <pc:sldMk cId="387616033" sldId="396"/>
            <ac:spMk id="484" creationId="{1C065FEE-797F-FA8C-0852-3874CEFD122C}"/>
          </ac:spMkLst>
        </pc:spChg>
        <pc:spChg chg="mod">
          <ac:chgData name="Mayu Ninagawa (蜷川 真優 GE)" userId="15d22be4-2d84-414d-ac66-ca09a50eae87" providerId="ADAL" clId="{2A43D1C7-C612-4547-BA11-3049DC01C97C}" dt="2026-01-20T10:49:39.354" v="2776"/>
          <ac:spMkLst>
            <pc:docMk/>
            <pc:sldMk cId="387616033" sldId="396"/>
            <ac:spMk id="484" creationId="{65B67D3E-1E7C-83E5-460E-E170A6F9E0F9}"/>
          </ac:spMkLst>
        </pc:spChg>
        <pc:spChg chg="mod">
          <ac:chgData name="Mayu Ninagawa (蜷川 真優 GE)" userId="15d22be4-2d84-414d-ac66-ca09a50eae87" providerId="ADAL" clId="{2A43D1C7-C612-4547-BA11-3049DC01C97C}" dt="2026-01-29T03:26:31.649" v="5594"/>
          <ac:spMkLst>
            <pc:docMk/>
            <pc:sldMk cId="387616033" sldId="396"/>
            <ac:spMk id="484" creationId="{994A9369-1C4F-CFCC-7D27-4A348295538F}"/>
          </ac:spMkLst>
        </pc:spChg>
        <pc:spChg chg="mod">
          <ac:chgData name="Mayu Ninagawa (蜷川 真優 GE)" userId="15d22be4-2d84-414d-ac66-ca09a50eae87" providerId="ADAL" clId="{2A43D1C7-C612-4547-BA11-3049DC01C97C}" dt="2026-01-29T06:50:29.550" v="6218"/>
          <ac:spMkLst>
            <pc:docMk/>
            <pc:sldMk cId="387616033" sldId="396"/>
            <ac:spMk id="484" creationId="{DD082B25-3250-C7D4-9149-9E36FC63CDE4}"/>
          </ac:spMkLst>
        </pc:spChg>
        <pc:spChg chg="mod">
          <ac:chgData name="Mayu Ninagawa (蜷川 真優 GE)" userId="15d22be4-2d84-414d-ac66-ca09a50eae87" providerId="ADAL" clId="{2A43D1C7-C612-4547-BA11-3049DC01C97C}" dt="2026-01-29T06:50:29.550" v="6218"/>
          <ac:spMkLst>
            <pc:docMk/>
            <pc:sldMk cId="387616033" sldId="396"/>
            <ac:spMk id="485" creationId="{3B048860-3CF7-E39D-1F16-CC35635DEF70}"/>
          </ac:spMkLst>
        </pc:spChg>
        <pc:spChg chg="mod">
          <ac:chgData name="Mayu Ninagawa (蜷川 真優 GE)" userId="15d22be4-2d84-414d-ac66-ca09a50eae87" providerId="ADAL" clId="{2A43D1C7-C612-4547-BA11-3049DC01C97C}" dt="2026-01-29T03:26:31.649" v="5594"/>
          <ac:spMkLst>
            <pc:docMk/>
            <pc:sldMk cId="387616033" sldId="396"/>
            <ac:spMk id="485" creationId="{839A6A81-089E-6002-3E13-1732AC442AA6}"/>
          </ac:spMkLst>
        </pc:spChg>
        <pc:spChg chg="mod">
          <ac:chgData name="Mayu Ninagawa (蜷川 真優 GE)" userId="15d22be4-2d84-414d-ac66-ca09a50eae87" providerId="ADAL" clId="{2A43D1C7-C612-4547-BA11-3049DC01C97C}" dt="2026-01-22T03:15:28.155" v="4381"/>
          <ac:spMkLst>
            <pc:docMk/>
            <pc:sldMk cId="387616033" sldId="396"/>
            <ac:spMk id="485" creationId="{C551271B-694A-73A2-344F-E3B3DF7466DC}"/>
          </ac:spMkLst>
        </pc:spChg>
        <pc:spChg chg="mod">
          <ac:chgData name="Mayu Ninagawa (蜷川 真優 GE)" userId="15d22be4-2d84-414d-ac66-ca09a50eae87" providerId="ADAL" clId="{2A43D1C7-C612-4547-BA11-3049DC01C97C}" dt="2026-01-20T10:49:39.354" v="2776"/>
          <ac:spMkLst>
            <pc:docMk/>
            <pc:sldMk cId="387616033" sldId="396"/>
            <ac:spMk id="485" creationId="{E94D3E01-E697-F644-1F30-301FA3EC88A3}"/>
          </ac:spMkLst>
        </pc:spChg>
        <pc:spChg chg="mod">
          <ac:chgData name="Mayu Ninagawa (蜷川 真優 GE)" userId="15d22be4-2d84-414d-ac66-ca09a50eae87" providerId="ADAL" clId="{2A43D1C7-C612-4547-BA11-3049DC01C97C}" dt="2026-01-20T10:49:39.354" v="2776"/>
          <ac:spMkLst>
            <pc:docMk/>
            <pc:sldMk cId="387616033" sldId="396"/>
            <ac:spMk id="486" creationId="{7462F7CF-70D9-1DE2-725D-254EE5ED4B78}"/>
          </ac:spMkLst>
        </pc:spChg>
        <pc:spChg chg="mod">
          <ac:chgData name="Mayu Ninagawa (蜷川 真優 GE)" userId="15d22be4-2d84-414d-ac66-ca09a50eae87" providerId="ADAL" clId="{2A43D1C7-C612-4547-BA11-3049DC01C97C}" dt="2026-01-22T03:15:28.155" v="4381"/>
          <ac:spMkLst>
            <pc:docMk/>
            <pc:sldMk cId="387616033" sldId="396"/>
            <ac:spMk id="486" creationId="{B3BDDBCB-573A-327E-B788-B2B36DCF0F1D}"/>
          </ac:spMkLst>
        </pc:spChg>
        <pc:spChg chg="mod">
          <ac:chgData name="Mayu Ninagawa (蜷川 真優 GE)" userId="15d22be4-2d84-414d-ac66-ca09a50eae87" providerId="ADAL" clId="{2A43D1C7-C612-4547-BA11-3049DC01C97C}" dt="2026-01-29T06:50:29.550" v="6218"/>
          <ac:spMkLst>
            <pc:docMk/>
            <pc:sldMk cId="387616033" sldId="396"/>
            <ac:spMk id="486" creationId="{BAEE802B-76DC-1307-C85F-80310C3C0A78}"/>
          </ac:spMkLst>
        </pc:spChg>
        <pc:spChg chg="mod">
          <ac:chgData name="Mayu Ninagawa (蜷川 真優 GE)" userId="15d22be4-2d84-414d-ac66-ca09a50eae87" providerId="ADAL" clId="{2A43D1C7-C612-4547-BA11-3049DC01C97C}" dt="2026-01-29T03:26:31.649" v="5594"/>
          <ac:spMkLst>
            <pc:docMk/>
            <pc:sldMk cId="387616033" sldId="396"/>
            <ac:spMk id="486" creationId="{C4EF62C9-4355-FAD9-328C-ED7C689C866D}"/>
          </ac:spMkLst>
        </pc:spChg>
        <pc:spChg chg="mod">
          <ac:chgData name="Mayu Ninagawa (蜷川 真優 GE)" userId="15d22be4-2d84-414d-ac66-ca09a50eae87" providerId="ADAL" clId="{2A43D1C7-C612-4547-BA11-3049DC01C97C}" dt="2026-01-20T10:49:39.354" v="2776"/>
          <ac:spMkLst>
            <pc:docMk/>
            <pc:sldMk cId="387616033" sldId="396"/>
            <ac:spMk id="487" creationId="{4C8EBF64-BCC8-005F-3A02-4493F896C184}"/>
          </ac:spMkLst>
        </pc:spChg>
        <pc:spChg chg="mod">
          <ac:chgData name="Mayu Ninagawa (蜷川 真優 GE)" userId="15d22be4-2d84-414d-ac66-ca09a50eae87" providerId="ADAL" clId="{2A43D1C7-C612-4547-BA11-3049DC01C97C}" dt="2026-01-29T06:50:29.550" v="6218"/>
          <ac:spMkLst>
            <pc:docMk/>
            <pc:sldMk cId="387616033" sldId="396"/>
            <ac:spMk id="487" creationId="{861DFFA9-8E7E-26C8-15D8-CB21760293EC}"/>
          </ac:spMkLst>
        </pc:spChg>
        <pc:spChg chg="mod">
          <ac:chgData name="Mayu Ninagawa (蜷川 真優 GE)" userId="15d22be4-2d84-414d-ac66-ca09a50eae87" providerId="ADAL" clId="{2A43D1C7-C612-4547-BA11-3049DC01C97C}" dt="2026-01-29T03:26:31.649" v="5594"/>
          <ac:spMkLst>
            <pc:docMk/>
            <pc:sldMk cId="387616033" sldId="396"/>
            <ac:spMk id="487" creationId="{D575A2E2-8A65-A284-C07B-E188FE667D1E}"/>
          </ac:spMkLst>
        </pc:spChg>
        <pc:spChg chg="mod">
          <ac:chgData name="Mayu Ninagawa (蜷川 真優 GE)" userId="15d22be4-2d84-414d-ac66-ca09a50eae87" providerId="ADAL" clId="{2A43D1C7-C612-4547-BA11-3049DC01C97C}" dt="2026-01-22T03:15:28.155" v="4381"/>
          <ac:spMkLst>
            <pc:docMk/>
            <pc:sldMk cId="387616033" sldId="396"/>
            <ac:spMk id="487" creationId="{FF9927BD-0FBE-AA9B-8A3F-32926207B323}"/>
          </ac:spMkLst>
        </pc:spChg>
        <pc:spChg chg="mod">
          <ac:chgData name="Mayu Ninagawa (蜷川 真優 GE)" userId="15d22be4-2d84-414d-ac66-ca09a50eae87" providerId="ADAL" clId="{2A43D1C7-C612-4547-BA11-3049DC01C97C}" dt="2026-01-29T03:26:31.649" v="5594"/>
          <ac:spMkLst>
            <pc:docMk/>
            <pc:sldMk cId="387616033" sldId="396"/>
            <ac:spMk id="488" creationId="{1DFEA21C-626F-DAA4-1A9D-0AECA148F187}"/>
          </ac:spMkLst>
        </pc:spChg>
        <pc:spChg chg="mod">
          <ac:chgData name="Mayu Ninagawa (蜷川 真優 GE)" userId="15d22be4-2d84-414d-ac66-ca09a50eae87" providerId="ADAL" clId="{2A43D1C7-C612-4547-BA11-3049DC01C97C}" dt="2026-01-22T03:15:28.155" v="4381"/>
          <ac:spMkLst>
            <pc:docMk/>
            <pc:sldMk cId="387616033" sldId="396"/>
            <ac:spMk id="488" creationId="{1FE6D5A8-3B0F-6B4D-9BBB-EA4D726DEF4A}"/>
          </ac:spMkLst>
        </pc:spChg>
        <pc:spChg chg="mod">
          <ac:chgData name="Mayu Ninagawa (蜷川 真優 GE)" userId="15d22be4-2d84-414d-ac66-ca09a50eae87" providerId="ADAL" clId="{2A43D1C7-C612-4547-BA11-3049DC01C97C}" dt="2026-01-29T06:50:29.550" v="6218"/>
          <ac:spMkLst>
            <pc:docMk/>
            <pc:sldMk cId="387616033" sldId="396"/>
            <ac:spMk id="488" creationId="{932534A8-230D-985F-4F12-7501DDFB4695}"/>
          </ac:spMkLst>
        </pc:spChg>
        <pc:spChg chg="mod">
          <ac:chgData name="Mayu Ninagawa (蜷川 真優 GE)" userId="15d22be4-2d84-414d-ac66-ca09a50eae87" providerId="ADAL" clId="{2A43D1C7-C612-4547-BA11-3049DC01C97C}" dt="2026-01-20T10:49:39.354" v="2776"/>
          <ac:spMkLst>
            <pc:docMk/>
            <pc:sldMk cId="387616033" sldId="396"/>
            <ac:spMk id="488" creationId="{C378D39D-6A76-6F5E-5086-3CFB2F21B3F2}"/>
          </ac:spMkLst>
        </pc:spChg>
        <pc:spChg chg="mod">
          <ac:chgData name="Mayu Ninagawa (蜷川 真優 GE)" userId="15d22be4-2d84-414d-ac66-ca09a50eae87" providerId="ADAL" clId="{2A43D1C7-C612-4547-BA11-3049DC01C97C}" dt="2026-01-22T03:15:28.155" v="4381"/>
          <ac:spMkLst>
            <pc:docMk/>
            <pc:sldMk cId="387616033" sldId="396"/>
            <ac:spMk id="489" creationId="{05A9014F-4243-5475-820C-C90CF3F75DF4}"/>
          </ac:spMkLst>
        </pc:spChg>
        <pc:spChg chg="mod">
          <ac:chgData name="Mayu Ninagawa (蜷川 真優 GE)" userId="15d22be4-2d84-414d-ac66-ca09a50eae87" providerId="ADAL" clId="{2A43D1C7-C612-4547-BA11-3049DC01C97C}" dt="2026-01-29T06:50:29.550" v="6218"/>
          <ac:spMkLst>
            <pc:docMk/>
            <pc:sldMk cId="387616033" sldId="396"/>
            <ac:spMk id="489" creationId="{D897A62B-84F9-B842-F44E-5E97771493B7}"/>
          </ac:spMkLst>
        </pc:spChg>
        <pc:spChg chg="mod">
          <ac:chgData name="Mayu Ninagawa (蜷川 真優 GE)" userId="15d22be4-2d84-414d-ac66-ca09a50eae87" providerId="ADAL" clId="{2A43D1C7-C612-4547-BA11-3049DC01C97C}" dt="2026-01-20T10:49:39.354" v="2776"/>
          <ac:spMkLst>
            <pc:docMk/>
            <pc:sldMk cId="387616033" sldId="396"/>
            <ac:spMk id="489" creationId="{E363402B-9954-1A80-C88C-121039E23990}"/>
          </ac:spMkLst>
        </pc:spChg>
        <pc:spChg chg="mod">
          <ac:chgData name="Mayu Ninagawa (蜷川 真優 GE)" userId="15d22be4-2d84-414d-ac66-ca09a50eae87" providerId="ADAL" clId="{2A43D1C7-C612-4547-BA11-3049DC01C97C}" dt="2026-01-29T03:26:31.649" v="5594"/>
          <ac:spMkLst>
            <pc:docMk/>
            <pc:sldMk cId="387616033" sldId="396"/>
            <ac:spMk id="489" creationId="{FBD77D5E-E897-2464-DD7D-F8C5D3E14998}"/>
          </ac:spMkLst>
        </pc:spChg>
        <pc:spChg chg="mod">
          <ac:chgData name="Mayu Ninagawa (蜷川 真優 GE)" userId="15d22be4-2d84-414d-ac66-ca09a50eae87" providerId="ADAL" clId="{2A43D1C7-C612-4547-BA11-3049DC01C97C}" dt="2026-01-22T03:15:28.155" v="4381"/>
          <ac:spMkLst>
            <pc:docMk/>
            <pc:sldMk cId="387616033" sldId="396"/>
            <ac:spMk id="490" creationId="{43BB8B77-20FD-AA72-1F79-F2A64E8F9990}"/>
          </ac:spMkLst>
        </pc:spChg>
        <pc:spChg chg="mod">
          <ac:chgData name="Mayu Ninagawa (蜷川 真優 GE)" userId="15d22be4-2d84-414d-ac66-ca09a50eae87" providerId="ADAL" clId="{2A43D1C7-C612-4547-BA11-3049DC01C97C}" dt="2026-01-20T10:49:39.354" v="2776"/>
          <ac:spMkLst>
            <pc:docMk/>
            <pc:sldMk cId="387616033" sldId="396"/>
            <ac:spMk id="490" creationId="{6B126BC8-D7E7-6C1E-C350-D6B1DC6C1A52}"/>
          </ac:spMkLst>
        </pc:spChg>
        <pc:spChg chg="mod">
          <ac:chgData name="Mayu Ninagawa (蜷川 真優 GE)" userId="15d22be4-2d84-414d-ac66-ca09a50eae87" providerId="ADAL" clId="{2A43D1C7-C612-4547-BA11-3049DC01C97C}" dt="2026-01-29T06:50:29.550" v="6218"/>
          <ac:spMkLst>
            <pc:docMk/>
            <pc:sldMk cId="387616033" sldId="396"/>
            <ac:spMk id="490" creationId="{D65A389B-214C-B1BD-E568-6CC99BA7777E}"/>
          </ac:spMkLst>
        </pc:spChg>
        <pc:spChg chg="mod">
          <ac:chgData name="Mayu Ninagawa (蜷川 真優 GE)" userId="15d22be4-2d84-414d-ac66-ca09a50eae87" providerId="ADAL" clId="{2A43D1C7-C612-4547-BA11-3049DC01C97C}" dt="2026-01-29T03:26:31.649" v="5594"/>
          <ac:spMkLst>
            <pc:docMk/>
            <pc:sldMk cId="387616033" sldId="396"/>
            <ac:spMk id="490" creationId="{FDC40956-B888-4295-4227-983EF9B84F5B}"/>
          </ac:spMkLst>
        </pc:spChg>
        <pc:spChg chg="mod">
          <ac:chgData name="Mayu Ninagawa (蜷川 真優 GE)" userId="15d22be4-2d84-414d-ac66-ca09a50eae87" providerId="ADAL" clId="{2A43D1C7-C612-4547-BA11-3049DC01C97C}" dt="2026-01-29T06:50:29.550" v="6218"/>
          <ac:spMkLst>
            <pc:docMk/>
            <pc:sldMk cId="387616033" sldId="396"/>
            <ac:spMk id="491" creationId="{14CFF21F-D2D7-4CF9-5699-72A7C3B4AAFE}"/>
          </ac:spMkLst>
        </pc:spChg>
        <pc:spChg chg="mod">
          <ac:chgData name="Mayu Ninagawa (蜷川 真優 GE)" userId="15d22be4-2d84-414d-ac66-ca09a50eae87" providerId="ADAL" clId="{2A43D1C7-C612-4547-BA11-3049DC01C97C}" dt="2026-01-29T03:26:31.649" v="5594"/>
          <ac:spMkLst>
            <pc:docMk/>
            <pc:sldMk cId="387616033" sldId="396"/>
            <ac:spMk id="491" creationId="{253EA71A-3329-12AC-6F42-97EAECBB8A5C}"/>
          </ac:spMkLst>
        </pc:spChg>
        <pc:spChg chg="mod">
          <ac:chgData name="Mayu Ninagawa (蜷川 真優 GE)" userId="15d22be4-2d84-414d-ac66-ca09a50eae87" providerId="ADAL" clId="{2A43D1C7-C612-4547-BA11-3049DC01C97C}" dt="2026-01-22T03:15:28.155" v="4381"/>
          <ac:spMkLst>
            <pc:docMk/>
            <pc:sldMk cId="387616033" sldId="396"/>
            <ac:spMk id="491" creationId="{36FBC233-D883-3925-46BC-2DFE2F43FE3E}"/>
          </ac:spMkLst>
        </pc:spChg>
        <pc:spChg chg="mod">
          <ac:chgData name="Mayu Ninagawa (蜷川 真優 GE)" userId="15d22be4-2d84-414d-ac66-ca09a50eae87" providerId="ADAL" clId="{2A43D1C7-C612-4547-BA11-3049DC01C97C}" dt="2026-01-20T10:49:39.354" v="2776"/>
          <ac:spMkLst>
            <pc:docMk/>
            <pc:sldMk cId="387616033" sldId="396"/>
            <ac:spMk id="491" creationId="{75024A8A-412B-7528-B9FE-4CDE3E7598A2}"/>
          </ac:spMkLst>
        </pc:spChg>
        <pc:spChg chg="mod">
          <ac:chgData name="Mayu Ninagawa (蜷川 真優 GE)" userId="15d22be4-2d84-414d-ac66-ca09a50eae87" providerId="ADAL" clId="{2A43D1C7-C612-4547-BA11-3049DC01C97C}" dt="2026-01-29T03:26:31.649" v="5594"/>
          <ac:spMkLst>
            <pc:docMk/>
            <pc:sldMk cId="387616033" sldId="396"/>
            <ac:spMk id="492" creationId="{023B46AA-3980-8363-8DAE-5DD81DFF5DD2}"/>
          </ac:spMkLst>
        </pc:spChg>
        <pc:spChg chg="mod">
          <ac:chgData name="Mayu Ninagawa (蜷川 真優 GE)" userId="15d22be4-2d84-414d-ac66-ca09a50eae87" providerId="ADAL" clId="{2A43D1C7-C612-4547-BA11-3049DC01C97C}" dt="2026-01-22T03:15:28.155" v="4381"/>
          <ac:spMkLst>
            <pc:docMk/>
            <pc:sldMk cId="387616033" sldId="396"/>
            <ac:spMk id="492" creationId="{21C7B899-5199-E5EB-B42F-269DD0FCAE74}"/>
          </ac:spMkLst>
        </pc:spChg>
        <pc:spChg chg="mod">
          <ac:chgData name="Mayu Ninagawa (蜷川 真優 GE)" userId="15d22be4-2d84-414d-ac66-ca09a50eae87" providerId="ADAL" clId="{2A43D1C7-C612-4547-BA11-3049DC01C97C}" dt="2026-01-20T10:49:39.354" v="2776"/>
          <ac:spMkLst>
            <pc:docMk/>
            <pc:sldMk cId="387616033" sldId="396"/>
            <ac:spMk id="492" creationId="{AB99E4F1-C4A8-59C2-C894-0DADE2E6AE7B}"/>
          </ac:spMkLst>
        </pc:spChg>
        <pc:spChg chg="mod">
          <ac:chgData name="Mayu Ninagawa (蜷川 真優 GE)" userId="15d22be4-2d84-414d-ac66-ca09a50eae87" providerId="ADAL" clId="{2A43D1C7-C612-4547-BA11-3049DC01C97C}" dt="2026-01-29T06:50:29.550" v="6218"/>
          <ac:spMkLst>
            <pc:docMk/>
            <pc:sldMk cId="387616033" sldId="396"/>
            <ac:spMk id="492" creationId="{F2068745-9721-6212-B8F1-D56F8BEE2AB2}"/>
          </ac:spMkLst>
        </pc:spChg>
        <pc:spChg chg="mod">
          <ac:chgData name="Mayu Ninagawa (蜷川 真優 GE)" userId="15d22be4-2d84-414d-ac66-ca09a50eae87" providerId="ADAL" clId="{2A43D1C7-C612-4547-BA11-3049DC01C97C}" dt="2026-01-29T03:26:31.649" v="5594"/>
          <ac:spMkLst>
            <pc:docMk/>
            <pc:sldMk cId="387616033" sldId="396"/>
            <ac:spMk id="493" creationId="{3DF5D6C8-5102-7D68-C97E-31ACDE1914AF}"/>
          </ac:spMkLst>
        </pc:spChg>
        <pc:spChg chg="mod">
          <ac:chgData name="Mayu Ninagawa (蜷川 真優 GE)" userId="15d22be4-2d84-414d-ac66-ca09a50eae87" providerId="ADAL" clId="{2A43D1C7-C612-4547-BA11-3049DC01C97C}" dt="2026-01-22T03:15:28.155" v="4381"/>
          <ac:spMkLst>
            <pc:docMk/>
            <pc:sldMk cId="387616033" sldId="396"/>
            <ac:spMk id="493" creationId="{4790BAF5-8FC3-95F1-6B42-130550489C49}"/>
          </ac:spMkLst>
        </pc:spChg>
        <pc:spChg chg="mod">
          <ac:chgData name="Mayu Ninagawa (蜷川 真優 GE)" userId="15d22be4-2d84-414d-ac66-ca09a50eae87" providerId="ADAL" clId="{2A43D1C7-C612-4547-BA11-3049DC01C97C}" dt="2026-01-20T10:49:39.354" v="2776"/>
          <ac:spMkLst>
            <pc:docMk/>
            <pc:sldMk cId="387616033" sldId="396"/>
            <ac:spMk id="493" creationId="{EF83C6FE-E1A4-5B8C-AD9E-1D893EF801CB}"/>
          </ac:spMkLst>
        </pc:spChg>
        <pc:spChg chg="mod">
          <ac:chgData name="Mayu Ninagawa (蜷川 真優 GE)" userId="15d22be4-2d84-414d-ac66-ca09a50eae87" providerId="ADAL" clId="{2A43D1C7-C612-4547-BA11-3049DC01C97C}" dt="2026-01-29T06:50:29.550" v="6218"/>
          <ac:spMkLst>
            <pc:docMk/>
            <pc:sldMk cId="387616033" sldId="396"/>
            <ac:spMk id="493" creationId="{FC0E423A-99DF-6FEE-0AB1-B4F31331BA02}"/>
          </ac:spMkLst>
        </pc:spChg>
        <pc:spChg chg="mod">
          <ac:chgData name="Mayu Ninagawa (蜷川 真優 GE)" userId="15d22be4-2d84-414d-ac66-ca09a50eae87" providerId="ADAL" clId="{2A43D1C7-C612-4547-BA11-3049DC01C97C}" dt="2026-01-20T10:49:39.354" v="2776"/>
          <ac:spMkLst>
            <pc:docMk/>
            <pc:sldMk cId="387616033" sldId="396"/>
            <ac:spMk id="494" creationId="{2CB9AA49-AAB5-275B-A3B8-55716F5C921A}"/>
          </ac:spMkLst>
        </pc:spChg>
        <pc:spChg chg="mod">
          <ac:chgData name="Mayu Ninagawa (蜷川 真優 GE)" userId="15d22be4-2d84-414d-ac66-ca09a50eae87" providerId="ADAL" clId="{2A43D1C7-C612-4547-BA11-3049DC01C97C}" dt="2026-01-29T06:50:29.550" v="6218"/>
          <ac:spMkLst>
            <pc:docMk/>
            <pc:sldMk cId="387616033" sldId="396"/>
            <ac:spMk id="494" creationId="{724A42B5-FC3F-B75D-2DB8-AB17EA90EDEB}"/>
          </ac:spMkLst>
        </pc:spChg>
        <pc:spChg chg="mod">
          <ac:chgData name="Mayu Ninagawa (蜷川 真優 GE)" userId="15d22be4-2d84-414d-ac66-ca09a50eae87" providerId="ADAL" clId="{2A43D1C7-C612-4547-BA11-3049DC01C97C}" dt="2026-01-29T03:26:31.649" v="5594"/>
          <ac:spMkLst>
            <pc:docMk/>
            <pc:sldMk cId="387616033" sldId="396"/>
            <ac:spMk id="494" creationId="{B693EF85-3714-8712-1B37-A7607996D6B8}"/>
          </ac:spMkLst>
        </pc:spChg>
        <pc:spChg chg="mod">
          <ac:chgData name="Mayu Ninagawa (蜷川 真優 GE)" userId="15d22be4-2d84-414d-ac66-ca09a50eae87" providerId="ADAL" clId="{2A43D1C7-C612-4547-BA11-3049DC01C97C}" dt="2026-01-22T03:15:28.155" v="4381"/>
          <ac:spMkLst>
            <pc:docMk/>
            <pc:sldMk cId="387616033" sldId="396"/>
            <ac:spMk id="494" creationId="{CD06CAD3-C26F-A28E-114F-BDAF790BC47D}"/>
          </ac:spMkLst>
        </pc:spChg>
        <pc:spChg chg="mod">
          <ac:chgData name="Mayu Ninagawa (蜷川 真優 GE)" userId="15d22be4-2d84-414d-ac66-ca09a50eae87" providerId="ADAL" clId="{2A43D1C7-C612-4547-BA11-3049DC01C97C}" dt="2026-01-29T06:50:29.550" v="6218"/>
          <ac:spMkLst>
            <pc:docMk/>
            <pc:sldMk cId="387616033" sldId="396"/>
            <ac:spMk id="495" creationId="{07F545A6-9AA7-F47D-20AE-CA4EA71F508B}"/>
          </ac:spMkLst>
        </pc:spChg>
        <pc:spChg chg="mod">
          <ac:chgData name="Mayu Ninagawa (蜷川 真優 GE)" userId="15d22be4-2d84-414d-ac66-ca09a50eae87" providerId="ADAL" clId="{2A43D1C7-C612-4547-BA11-3049DC01C97C}" dt="2026-01-29T03:26:31.649" v="5594"/>
          <ac:spMkLst>
            <pc:docMk/>
            <pc:sldMk cId="387616033" sldId="396"/>
            <ac:spMk id="495" creationId="{42D30E8B-16EC-17BD-D53D-C4BC12DE1459}"/>
          </ac:spMkLst>
        </pc:spChg>
        <pc:spChg chg="mod">
          <ac:chgData name="Mayu Ninagawa (蜷川 真優 GE)" userId="15d22be4-2d84-414d-ac66-ca09a50eae87" providerId="ADAL" clId="{2A43D1C7-C612-4547-BA11-3049DC01C97C}" dt="2026-01-20T10:49:39.354" v="2776"/>
          <ac:spMkLst>
            <pc:docMk/>
            <pc:sldMk cId="387616033" sldId="396"/>
            <ac:spMk id="495" creationId="{44EDE11F-2E36-4BEA-160F-DE80FDE55CAD}"/>
          </ac:spMkLst>
        </pc:spChg>
        <pc:spChg chg="mod">
          <ac:chgData name="Mayu Ninagawa (蜷川 真優 GE)" userId="15d22be4-2d84-414d-ac66-ca09a50eae87" providerId="ADAL" clId="{2A43D1C7-C612-4547-BA11-3049DC01C97C}" dt="2026-01-22T03:15:28.155" v="4381"/>
          <ac:spMkLst>
            <pc:docMk/>
            <pc:sldMk cId="387616033" sldId="396"/>
            <ac:spMk id="495" creationId="{74645022-9209-F219-B330-6FC7429B85DC}"/>
          </ac:spMkLst>
        </pc:spChg>
        <pc:spChg chg="mod">
          <ac:chgData name="Mayu Ninagawa (蜷川 真優 GE)" userId="15d22be4-2d84-414d-ac66-ca09a50eae87" providerId="ADAL" clId="{2A43D1C7-C612-4547-BA11-3049DC01C97C}" dt="2026-01-20T10:49:39.354" v="2776"/>
          <ac:spMkLst>
            <pc:docMk/>
            <pc:sldMk cId="387616033" sldId="396"/>
            <ac:spMk id="496" creationId="{1AF32952-7C3B-C255-269A-8DA1E164255D}"/>
          </ac:spMkLst>
        </pc:spChg>
        <pc:spChg chg="mod">
          <ac:chgData name="Mayu Ninagawa (蜷川 真優 GE)" userId="15d22be4-2d84-414d-ac66-ca09a50eae87" providerId="ADAL" clId="{2A43D1C7-C612-4547-BA11-3049DC01C97C}" dt="2026-01-29T06:50:29.550" v="6218"/>
          <ac:spMkLst>
            <pc:docMk/>
            <pc:sldMk cId="387616033" sldId="396"/>
            <ac:spMk id="496" creationId="{7912E1B8-093F-4355-96C6-017526336DFB}"/>
          </ac:spMkLst>
        </pc:spChg>
        <pc:spChg chg="mod">
          <ac:chgData name="Mayu Ninagawa (蜷川 真優 GE)" userId="15d22be4-2d84-414d-ac66-ca09a50eae87" providerId="ADAL" clId="{2A43D1C7-C612-4547-BA11-3049DC01C97C}" dt="2026-01-29T03:26:31.649" v="5594"/>
          <ac:spMkLst>
            <pc:docMk/>
            <pc:sldMk cId="387616033" sldId="396"/>
            <ac:spMk id="496" creationId="{A03607E1-DFCD-627B-D40E-8CC38C7D642D}"/>
          </ac:spMkLst>
        </pc:spChg>
        <pc:spChg chg="mod">
          <ac:chgData name="Mayu Ninagawa (蜷川 真優 GE)" userId="15d22be4-2d84-414d-ac66-ca09a50eae87" providerId="ADAL" clId="{2A43D1C7-C612-4547-BA11-3049DC01C97C}" dt="2026-01-22T03:15:28.155" v="4381"/>
          <ac:spMkLst>
            <pc:docMk/>
            <pc:sldMk cId="387616033" sldId="396"/>
            <ac:spMk id="496" creationId="{E6A99B91-50C2-655B-2844-2213E78B96B5}"/>
          </ac:spMkLst>
        </pc:spChg>
        <pc:spChg chg="mod">
          <ac:chgData name="Mayu Ninagawa (蜷川 真優 GE)" userId="15d22be4-2d84-414d-ac66-ca09a50eae87" providerId="ADAL" clId="{2A43D1C7-C612-4547-BA11-3049DC01C97C}" dt="2026-01-29T06:50:29.550" v="6218"/>
          <ac:spMkLst>
            <pc:docMk/>
            <pc:sldMk cId="387616033" sldId="396"/>
            <ac:spMk id="497" creationId="{4407702D-578F-D169-6260-A17861F28DAA}"/>
          </ac:spMkLst>
        </pc:spChg>
        <pc:spChg chg="mod">
          <ac:chgData name="Mayu Ninagawa (蜷川 真優 GE)" userId="15d22be4-2d84-414d-ac66-ca09a50eae87" providerId="ADAL" clId="{2A43D1C7-C612-4547-BA11-3049DC01C97C}" dt="2026-01-20T10:49:39.354" v="2776"/>
          <ac:spMkLst>
            <pc:docMk/>
            <pc:sldMk cId="387616033" sldId="396"/>
            <ac:spMk id="497" creationId="{71D56B43-7BAA-AC29-7C17-92B57614758B}"/>
          </ac:spMkLst>
        </pc:spChg>
        <pc:spChg chg="mod">
          <ac:chgData name="Mayu Ninagawa (蜷川 真優 GE)" userId="15d22be4-2d84-414d-ac66-ca09a50eae87" providerId="ADAL" clId="{2A43D1C7-C612-4547-BA11-3049DC01C97C}" dt="2026-01-22T03:15:28.155" v="4381"/>
          <ac:spMkLst>
            <pc:docMk/>
            <pc:sldMk cId="387616033" sldId="396"/>
            <ac:spMk id="497" creationId="{7862A0BA-043A-4452-9E36-50E54722DF29}"/>
          </ac:spMkLst>
        </pc:spChg>
        <pc:spChg chg="mod">
          <ac:chgData name="Mayu Ninagawa (蜷川 真優 GE)" userId="15d22be4-2d84-414d-ac66-ca09a50eae87" providerId="ADAL" clId="{2A43D1C7-C612-4547-BA11-3049DC01C97C}" dt="2026-01-29T03:26:31.649" v="5594"/>
          <ac:spMkLst>
            <pc:docMk/>
            <pc:sldMk cId="387616033" sldId="396"/>
            <ac:spMk id="497" creationId="{E200C843-4202-6609-DCF3-FEBA75EA18FD}"/>
          </ac:spMkLst>
        </pc:spChg>
        <pc:spChg chg="mod">
          <ac:chgData name="Mayu Ninagawa (蜷川 真優 GE)" userId="15d22be4-2d84-414d-ac66-ca09a50eae87" providerId="ADAL" clId="{2A43D1C7-C612-4547-BA11-3049DC01C97C}" dt="2026-01-22T03:15:28.155" v="4381"/>
          <ac:spMkLst>
            <pc:docMk/>
            <pc:sldMk cId="387616033" sldId="396"/>
            <ac:spMk id="498" creationId="{1353AF59-6825-268D-FF2A-8AA8E7D6826B}"/>
          </ac:spMkLst>
        </pc:spChg>
        <pc:spChg chg="mod">
          <ac:chgData name="Mayu Ninagawa (蜷川 真優 GE)" userId="15d22be4-2d84-414d-ac66-ca09a50eae87" providerId="ADAL" clId="{2A43D1C7-C612-4547-BA11-3049DC01C97C}" dt="2026-01-20T10:49:39.354" v="2776"/>
          <ac:spMkLst>
            <pc:docMk/>
            <pc:sldMk cId="387616033" sldId="396"/>
            <ac:spMk id="498" creationId="{B5FCCBBB-0F32-3688-0494-7E631838594A}"/>
          </ac:spMkLst>
        </pc:spChg>
        <pc:spChg chg="mod">
          <ac:chgData name="Mayu Ninagawa (蜷川 真優 GE)" userId="15d22be4-2d84-414d-ac66-ca09a50eae87" providerId="ADAL" clId="{2A43D1C7-C612-4547-BA11-3049DC01C97C}" dt="2026-01-29T03:26:31.649" v="5594"/>
          <ac:spMkLst>
            <pc:docMk/>
            <pc:sldMk cId="387616033" sldId="396"/>
            <ac:spMk id="498" creationId="{F54C633F-CB91-5D5C-73DC-72C40A0692AE}"/>
          </ac:spMkLst>
        </pc:spChg>
        <pc:spChg chg="mod">
          <ac:chgData name="Mayu Ninagawa (蜷川 真優 GE)" userId="15d22be4-2d84-414d-ac66-ca09a50eae87" providerId="ADAL" clId="{2A43D1C7-C612-4547-BA11-3049DC01C97C}" dt="2026-01-29T06:50:29.550" v="6218"/>
          <ac:spMkLst>
            <pc:docMk/>
            <pc:sldMk cId="387616033" sldId="396"/>
            <ac:spMk id="498" creationId="{FBB2DA26-2294-917B-2285-8FD24FCC9638}"/>
          </ac:spMkLst>
        </pc:spChg>
        <pc:spChg chg="mod">
          <ac:chgData name="Mayu Ninagawa (蜷川 真優 GE)" userId="15d22be4-2d84-414d-ac66-ca09a50eae87" providerId="ADAL" clId="{2A43D1C7-C612-4547-BA11-3049DC01C97C}" dt="2026-01-22T03:15:28.155" v="4381"/>
          <ac:spMkLst>
            <pc:docMk/>
            <pc:sldMk cId="387616033" sldId="396"/>
            <ac:spMk id="499" creationId="{617435A6-67E9-30CF-2E07-C2C6027E4BF1}"/>
          </ac:spMkLst>
        </pc:spChg>
        <pc:spChg chg="mod">
          <ac:chgData name="Mayu Ninagawa (蜷川 真優 GE)" userId="15d22be4-2d84-414d-ac66-ca09a50eae87" providerId="ADAL" clId="{2A43D1C7-C612-4547-BA11-3049DC01C97C}" dt="2026-01-29T06:50:29.550" v="6218"/>
          <ac:spMkLst>
            <pc:docMk/>
            <pc:sldMk cId="387616033" sldId="396"/>
            <ac:spMk id="499" creationId="{7CCF0D48-69EA-C97A-7C4C-B915FC68C354}"/>
          </ac:spMkLst>
        </pc:spChg>
        <pc:spChg chg="mod">
          <ac:chgData name="Mayu Ninagawa (蜷川 真優 GE)" userId="15d22be4-2d84-414d-ac66-ca09a50eae87" providerId="ADAL" clId="{2A43D1C7-C612-4547-BA11-3049DC01C97C}" dt="2026-01-20T10:49:39.354" v="2776"/>
          <ac:spMkLst>
            <pc:docMk/>
            <pc:sldMk cId="387616033" sldId="396"/>
            <ac:spMk id="499" creationId="{A3BEDED4-679B-C138-B703-4647ED1D3930}"/>
          </ac:spMkLst>
        </pc:spChg>
        <pc:spChg chg="mod">
          <ac:chgData name="Mayu Ninagawa (蜷川 真優 GE)" userId="15d22be4-2d84-414d-ac66-ca09a50eae87" providerId="ADAL" clId="{2A43D1C7-C612-4547-BA11-3049DC01C97C}" dt="2026-01-29T03:26:31.649" v="5594"/>
          <ac:spMkLst>
            <pc:docMk/>
            <pc:sldMk cId="387616033" sldId="396"/>
            <ac:spMk id="499" creationId="{CFADAEF3-1340-ED34-93C0-41ED2EF752BB}"/>
          </ac:spMkLst>
        </pc:spChg>
        <pc:spChg chg="mod">
          <ac:chgData name="Mayu Ninagawa (蜷川 真優 GE)" userId="15d22be4-2d84-414d-ac66-ca09a50eae87" providerId="ADAL" clId="{2A43D1C7-C612-4547-BA11-3049DC01C97C}" dt="2026-01-20T10:49:39.354" v="2776"/>
          <ac:spMkLst>
            <pc:docMk/>
            <pc:sldMk cId="387616033" sldId="396"/>
            <ac:spMk id="500" creationId="{B101F2FF-108F-6F2E-B352-56B34833C0A5}"/>
          </ac:spMkLst>
        </pc:spChg>
        <pc:spChg chg="mod">
          <ac:chgData name="Mayu Ninagawa (蜷川 真優 GE)" userId="15d22be4-2d84-414d-ac66-ca09a50eae87" providerId="ADAL" clId="{2A43D1C7-C612-4547-BA11-3049DC01C97C}" dt="2026-01-22T03:15:28.155" v="4381"/>
          <ac:spMkLst>
            <pc:docMk/>
            <pc:sldMk cId="387616033" sldId="396"/>
            <ac:spMk id="500" creationId="{C47E0F1E-B7B2-7E55-6A33-E2CD57CE825F}"/>
          </ac:spMkLst>
        </pc:spChg>
        <pc:spChg chg="mod">
          <ac:chgData name="Mayu Ninagawa (蜷川 真優 GE)" userId="15d22be4-2d84-414d-ac66-ca09a50eae87" providerId="ADAL" clId="{2A43D1C7-C612-4547-BA11-3049DC01C97C}" dt="2026-01-29T03:26:31.649" v="5594"/>
          <ac:spMkLst>
            <pc:docMk/>
            <pc:sldMk cId="387616033" sldId="396"/>
            <ac:spMk id="500" creationId="{D3DFF99C-0958-3C80-0FBB-55031B885B1C}"/>
          </ac:spMkLst>
        </pc:spChg>
        <pc:spChg chg="mod">
          <ac:chgData name="Mayu Ninagawa (蜷川 真優 GE)" userId="15d22be4-2d84-414d-ac66-ca09a50eae87" providerId="ADAL" clId="{2A43D1C7-C612-4547-BA11-3049DC01C97C}" dt="2026-01-29T06:50:29.550" v="6218"/>
          <ac:spMkLst>
            <pc:docMk/>
            <pc:sldMk cId="387616033" sldId="396"/>
            <ac:spMk id="500" creationId="{EDCD6FFE-2994-E292-9A8D-A8C0EE95BE41}"/>
          </ac:spMkLst>
        </pc:spChg>
        <pc:spChg chg="mod">
          <ac:chgData name="Mayu Ninagawa (蜷川 真優 GE)" userId="15d22be4-2d84-414d-ac66-ca09a50eae87" providerId="ADAL" clId="{2A43D1C7-C612-4547-BA11-3049DC01C97C}" dt="2026-01-22T03:15:28.155" v="4381"/>
          <ac:spMkLst>
            <pc:docMk/>
            <pc:sldMk cId="387616033" sldId="396"/>
            <ac:spMk id="501" creationId="{467075DB-08B5-DD26-764A-B3779F5E8169}"/>
          </ac:spMkLst>
        </pc:spChg>
        <pc:spChg chg="mod">
          <ac:chgData name="Mayu Ninagawa (蜷川 真優 GE)" userId="15d22be4-2d84-414d-ac66-ca09a50eae87" providerId="ADAL" clId="{2A43D1C7-C612-4547-BA11-3049DC01C97C}" dt="2026-01-29T03:26:31.649" v="5594"/>
          <ac:spMkLst>
            <pc:docMk/>
            <pc:sldMk cId="387616033" sldId="396"/>
            <ac:spMk id="501" creationId="{6B8606C1-46F4-B283-4C21-D1F5DCEF3B46}"/>
          </ac:spMkLst>
        </pc:spChg>
        <pc:spChg chg="mod">
          <ac:chgData name="Mayu Ninagawa (蜷川 真優 GE)" userId="15d22be4-2d84-414d-ac66-ca09a50eae87" providerId="ADAL" clId="{2A43D1C7-C612-4547-BA11-3049DC01C97C}" dt="2026-01-29T06:50:29.550" v="6218"/>
          <ac:spMkLst>
            <pc:docMk/>
            <pc:sldMk cId="387616033" sldId="396"/>
            <ac:spMk id="501" creationId="{76EF3057-CA4F-9A90-3BEA-92C2C80C87D3}"/>
          </ac:spMkLst>
        </pc:spChg>
        <pc:spChg chg="mod">
          <ac:chgData name="Mayu Ninagawa (蜷川 真優 GE)" userId="15d22be4-2d84-414d-ac66-ca09a50eae87" providerId="ADAL" clId="{2A43D1C7-C612-4547-BA11-3049DC01C97C}" dt="2026-01-20T10:49:39.354" v="2776"/>
          <ac:spMkLst>
            <pc:docMk/>
            <pc:sldMk cId="387616033" sldId="396"/>
            <ac:spMk id="501" creationId="{862CD978-3788-E28C-D367-319A18619B18}"/>
          </ac:spMkLst>
        </pc:spChg>
        <pc:spChg chg="mod">
          <ac:chgData name="Mayu Ninagawa (蜷川 真優 GE)" userId="15d22be4-2d84-414d-ac66-ca09a50eae87" providerId="ADAL" clId="{2A43D1C7-C612-4547-BA11-3049DC01C97C}" dt="2026-01-29T06:50:29.550" v="6218"/>
          <ac:spMkLst>
            <pc:docMk/>
            <pc:sldMk cId="387616033" sldId="396"/>
            <ac:spMk id="502" creationId="{45670465-097B-EB71-A1AB-57A9894D98E8}"/>
          </ac:spMkLst>
        </pc:spChg>
        <pc:spChg chg="mod">
          <ac:chgData name="Mayu Ninagawa (蜷川 真優 GE)" userId="15d22be4-2d84-414d-ac66-ca09a50eae87" providerId="ADAL" clId="{2A43D1C7-C612-4547-BA11-3049DC01C97C}" dt="2026-01-20T10:49:39.354" v="2776"/>
          <ac:spMkLst>
            <pc:docMk/>
            <pc:sldMk cId="387616033" sldId="396"/>
            <ac:spMk id="502" creationId="{765FE3D1-7C8B-8B1C-AA74-F5C918978DD1}"/>
          </ac:spMkLst>
        </pc:spChg>
        <pc:spChg chg="mod">
          <ac:chgData name="Mayu Ninagawa (蜷川 真優 GE)" userId="15d22be4-2d84-414d-ac66-ca09a50eae87" providerId="ADAL" clId="{2A43D1C7-C612-4547-BA11-3049DC01C97C}" dt="2026-01-29T03:26:31.649" v="5594"/>
          <ac:spMkLst>
            <pc:docMk/>
            <pc:sldMk cId="387616033" sldId="396"/>
            <ac:spMk id="502" creationId="{98915ECB-4671-AAD7-28D9-F0E81E35429C}"/>
          </ac:spMkLst>
        </pc:spChg>
        <pc:spChg chg="mod">
          <ac:chgData name="Mayu Ninagawa (蜷川 真優 GE)" userId="15d22be4-2d84-414d-ac66-ca09a50eae87" providerId="ADAL" clId="{2A43D1C7-C612-4547-BA11-3049DC01C97C}" dt="2026-01-22T03:15:28.155" v="4381"/>
          <ac:spMkLst>
            <pc:docMk/>
            <pc:sldMk cId="387616033" sldId="396"/>
            <ac:spMk id="502" creationId="{9D3A43B9-1C7E-F1D2-50AC-1AA5CFA513DE}"/>
          </ac:spMkLst>
        </pc:spChg>
        <pc:spChg chg="mod">
          <ac:chgData name="Mayu Ninagawa (蜷川 真優 GE)" userId="15d22be4-2d84-414d-ac66-ca09a50eae87" providerId="ADAL" clId="{2A43D1C7-C612-4547-BA11-3049DC01C97C}" dt="2026-01-20T10:49:39.354" v="2776"/>
          <ac:spMkLst>
            <pc:docMk/>
            <pc:sldMk cId="387616033" sldId="396"/>
            <ac:spMk id="503" creationId="{15C14DF3-DBCE-EE25-5A88-D919195043ED}"/>
          </ac:spMkLst>
        </pc:spChg>
        <pc:spChg chg="mod">
          <ac:chgData name="Mayu Ninagawa (蜷川 真優 GE)" userId="15d22be4-2d84-414d-ac66-ca09a50eae87" providerId="ADAL" clId="{2A43D1C7-C612-4547-BA11-3049DC01C97C}" dt="2026-01-29T06:50:29.550" v="6218"/>
          <ac:spMkLst>
            <pc:docMk/>
            <pc:sldMk cId="387616033" sldId="396"/>
            <ac:spMk id="503" creationId="{29D169C4-E9FC-9DAF-0A4B-3EC90E041D1B}"/>
          </ac:spMkLst>
        </pc:spChg>
        <pc:spChg chg="mod">
          <ac:chgData name="Mayu Ninagawa (蜷川 真優 GE)" userId="15d22be4-2d84-414d-ac66-ca09a50eae87" providerId="ADAL" clId="{2A43D1C7-C612-4547-BA11-3049DC01C97C}" dt="2026-01-22T03:15:28.155" v="4381"/>
          <ac:spMkLst>
            <pc:docMk/>
            <pc:sldMk cId="387616033" sldId="396"/>
            <ac:spMk id="503" creationId="{561EE388-2DEC-D925-681E-B259FEFAFA41}"/>
          </ac:spMkLst>
        </pc:spChg>
        <pc:spChg chg="mod">
          <ac:chgData name="Mayu Ninagawa (蜷川 真優 GE)" userId="15d22be4-2d84-414d-ac66-ca09a50eae87" providerId="ADAL" clId="{2A43D1C7-C612-4547-BA11-3049DC01C97C}" dt="2026-01-29T03:26:31.649" v="5594"/>
          <ac:spMkLst>
            <pc:docMk/>
            <pc:sldMk cId="387616033" sldId="396"/>
            <ac:spMk id="503" creationId="{5EE4C3A1-FC9A-9C77-217A-0423E9BF3F96}"/>
          </ac:spMkLst>
        </pc:spChg>
        <pc:spChg chg="mod">
          <ac:chgData name="Mayu Ninagawa (蜷川 真優 GE)" userId="15d22be4-2d84-414d-ac66-ca09a50eae87" providerId="ADAL" clId="{2A43D1C7-C612-4547-BA11-3049DC01C97C}" dt="2026-01-22T03:15:28.155" v="4381"/>
          <ac:spMkLst>
            <pc:docMk/>
            <pc:sldMk cId="387616033" sldId="396"/>
            <ac:spMk id="504" creationId="{391AD880-7A05-4F18-88A6-4E439D6748C8}"/>
          </ac:spMkLst>
        </pc:spChg>
        <pc:spChg chg="mod">
          <ac:chgData name="Mayu Ninagawa (蜷川 真優 GE)" userId="15d22be4-2d84-414d-ac66-ca09a50eae87" providerId="ADAL" clId="{2A43D1C7-C612-4547-BA11-3049DC01C97C}" dt="2026-01-29T03:26:31.649" v="5594"/>
          <ac:spMkLst>
            <pc:docMk/>
            <pc:sldMk cId="387616033" sldId="396"/>
            <ac:spMk id="504" creationId="{499492CD-E492-00EC-671A-4AFDC96568DC}"/>
          </ac:spMkLst>
        </pc:spChg>
        <pc:spChg chg="mod">
          <ac:chgData name="Mayu Ninagawa (蜷川 真優 GE)" userId="15d22be4-2d84-414d-ac66-ca09a50eae87" providerId="ADAL" clId="{2A43D1C7-C612-4547-BA11-3049DC01C97C}" dt="2026-01-29T06:50:29.550" v="6218"/>
          <ac:spMkLst>
            <pc:docMk/>
            <pc:sldMk cId="387616033" sldId="396"/>
            <ac:spMk id="504" creationId="{5474ABAC-102B-1244-C555-C7C3521D63D2}"/>
          </ac:spMkLst>
        </pc:spChg>
        <pc:spChg chg="mod">
          <ac:chgData name="Mayu Ninagawa (蜷川 真優 GE)" userId="15d22be4-2d84-414d-ac66-ca09a50eae87" providerId="ADAL" clId="{2A43D1C7-C612-4547-BA11-3049DC01C97C}" dt="2026-01-20T10:49:39.354" v="2776"/>
          <ac:spMkLst>
            <pc:docMk/>
            <pc:sldMk cId="387616033" sldId="396"/>
            <ac:spMk id="504" creationId="{72AC8F6E-6C30-7FBF-C6DE-212F32EBDA1B}"/>
          </ac:spMkLst>
        </pc:spChg>
        <pc:spChg chg="mod">
          <ac:chgData name="Mayu Ninagawa (蜷川 真優 GE)" userId="15d22be4-2d84-414d-ac66-ca09a50eae87" providerId="ADAL" clId="{2A43D1C7-C612-4547-BA11-3049DC01C97C}" dt="2026-01-20T10:49:39.354" v="2776"/>
          <ac:spMkLst>
            <pc:docMk/>
            <pc:sldMk cId="387616033" sldId="396"/>
            <ac:spMk id="505" creationId="{0E4A16EE-1FF1-EF1A-B192-131CC7B4CE7F}"/>
          </ac:spMkLst>
        </pc:spChg>
        <pc:spChg chg="mod">
          <ac:chgData name="Mayu Ninagawa (蜷川 真優 GE)" userId="15d22be4-2d84-414d-ac66-ca09a50eae87" providerId="ADAL" clId="{2A43D1C7-C612-4547-BA11-3049DC01C97C}" dt="2026-01-29T03:26:31.649" v="5594"/>
          <ac:spMkLst>
            <pc:docMk/>
            <pc:sldMk cId="387616033" sldId="396"/>
            <ac:spMk id="505" creationId="{783001D9-897A-35A9-8481-0BA89E3A6C9E}"/>
          </ac:spMkLst>
        </pc:spChg>
        <pc:spChg chg="mod">
          <ac:chgData name="Mayu Ninagawa (蜷川 真優 GE)" userId="15d22be4-2d84-414d-ac66-ca09a50eae87" providerId="ADAL" clId="{2A43D1C7-C612-4547-BA11-3049DC01C97C}" dt="2026-01-29T06:50:29.550" v="6218"/>
          <ac:spMkLst>
            <pc:docMk/>
            <pc:sldMk cId="387616033" sldId="396"/>
            <ac:spMk id="505" creationId="{C5E04979-CB38-9A1E-468A-68468690B49B}"/>
          </ac:spMkLst>
        </pc:spChg>
        <pc:spChg chg="mod">
          <ac:chgData name="Mayu Ninagawa (蜷川 真優 GE)" userId="15d22be4-2d84-414d-ac66-ca09a50eae87" providerId="ADAL" clId="{2A43D1C7-C612-4547-BA11-3049DC01C97C}" dt="2026-01-22T03:15:28.155" v="4381"/>
          <ac:spMkLst>
            <pc:docMk/>
            <pc:sldMk cId="387616033" sldId="396"/>
            <ac:spMk id="505" creationId="{E3DFF5C6-B6C9-6F59-0FF7-F2C91B3FFE63}"/>
          </ac:spMkLst>
        </pc:spChg>
        <pc:spChg chg="mod">
          <ac:chgData name="Mayu Ninagawa (蜷川 真優 GE)" userId="15d22be4-2d84-414d-ac66-ca09a50eae87" providerId="ADAL" clId="{2A43D1C7-C612-4547-BA11-3049DC01C97C}" dt="2026-01-29T03:26:31.649" v="5594"/>
          <ac:spMkLst>
            <pc:docMk/>
            <pc:sldMk cId="387616033" sldId="396"/>
            <ac:spMk id="506" creationId="{756AE5DA-E7C2-1949-312F-EE08EB189D6C}"/>
          </ac:spMkLst>
        </pc:spChg>
        <pc:spChg chg="mod">
          <ac:chgData name="Mayu Ninagawa (蜷川 真優 GE)" userId="15d22be4-2d84-414d-ac66-ca09a50eae87" providerId="ADAL" clId="{2A43D1C7-C612-4547-BA11-3049DC01C97C}" dt="2026-01-20T10:49:39.354" v="2776"/>
          <ac:spMkLst>
            <pc:docMk/>
            <pc:sldMk cId="387616033" sldId="396"/>
            <ac:spMk id="506" creationId="{7B1CA3A9-C5FE-D9AD-96C0-271BB4472B6B}"/>
          </ac:spMkLst>
        </pc:spChg>
        <pc:spChg chg="mod">
          <ac:chgData name="Mayu Ninagawa (蜷川 真優 GE)" userId="15d22be4-2d84-414d-ac66-ca09a50eae87" providerId="ADAL" clId="{2A43D1C7-C612-4547-BA11-3049DC01C97C}" dt="2026-01-22T03:15:28.155" v="4381"/>
          <ac:spMkLst>
            <pc:docMk/>
            <pc:sldMk cId="387616033" sldId="396"/>
            <ac:spMk id="506" creationId="{979ED457-6923-9595-85F9-7CCD84D01A7D}"/>
          </ac:spMkLst>
        </pc:spChg>
        <pc:spChg chg="mod">
          <ac:chgData name="Mayu Ninagawa (蜷川 真優 GE)" userId="15d22be4-2d84-414d-ac66-ca09a50eae87" providerId="ADAL" clId="{2A43D1C7-C612-4547-BA11-3049DC01C97C}" dt="2026-01-29T06:50:29.550" v="6218"/>
          <ac:spMkLst>
            <pc:docMk/>
            <pc:sldMk cId="387616033" sldId="396"/>
            <ac:spMk id="506" creationId="{CD73C366-DA25-5CE6-5D13-A30F8782D4A6}"/>
          </ac:spMkLst>
        </pc:spChg>
        <pc:spChg chg="mod">
          <ac:chgData name="Mayu Ninagawa (蜷川 真優 GE)" userId="15d22be4-2d84-414d-ac66-ca09a50eae87" providerId="ADAL" clId="{2A43D1C7-C612-4547-BA11-3049DC01C97C}" dt="2026-01-29T06:50:29.550" v="6218"/>
          <ac:spMkLst>
            <pc:docMk/>
            <pc:sldMk cId="387616033" sldId="396"/>
            <ac:spMk id="507" creationId="{64986B34-CE7D-1A73-3DA3-96CAA6B518FD}"/>
          </ac:spMkLst>
        </pc:spChg>
        <pc:spChg chg="mod">
          <ac:chgData name="Mayu Ninagawa (蜷川 真優 GE)" userId="15d22be4-2d84-414d-ac66-ca09a50eae87" providerId="ADAL" clId="{2A43D1C7-C612-4547-BA11-3049DC01C97C}" dt="2026-01-22T03:15:28.155" v="4381"/>
          <ac:spMkLst>
            <pc:docMk/>
            <pc:sldMk cId="387616033" sldId="396"/>
            <ac:spMk id="507" creationId="{80392ADB-6161-6EF9-895B-5D3121B8B9D4}"/>
          </ac:spMkLst>
        </pc:spChg>
        <pc:spChg chg="mod">
          <ac:chgData name="Mayu Ninagawa (蜷川 真優 GE)" userId="15d22be4-2d84-414d-ac66-ca09a50eae87" providerId="ADAL" clId="{2A43D1C7-C612-4547-BA11-3049DC01C97C}" dt="2026-01-20T10:49:39.354" v="2776"/>
          <ac:spMkLst>
            <pc:docMk/>
            <pc:sldMk cId="387616033" sldId="396"/>
            <ac:spMk id="507" creationId="{95C8CDD4-08A5-00DC-335E-86401B101EF2}"/>
          </ac:spMkLst>
        </pc:spChg>
        <pc:spChg chg="mod">
          <ac:chgData name="Mayu Ninagawa (蜷川 真優 GE)" userId="15d22be4-2d84-414d-ac66-ca09a50eae87" providerId="ADAL" clId="{2A43D1C7-C612-4547-BA11-3049DC01C97C}" dt="2026-01-29T03:26:31.649" v="5594"/>
          <ac:spMkLst>
            <pc:docMk/>
            <pc:sldMk cId="387616033" sldId="396"/>
            <ac:spMk id="507" creationId="{9C0B5057-41B7-CFED-A685-96936D1DC866}"/>
          </ac:spMkLst>
        </pc:spChg>
        <pc:spChg chg="mod">
          <ac:chgData name="Mayu Ninagawa (蜷川 真優 GE)" userId="15d22be4-2d84-414d-ac66-ca09a50eae87" providerId="ADAL" clId="{2A43D1C7-C612-4547-BA11-3049DC01C97C}" dt="2026-01-20T10:49:39.354" v="2776"/>
          <ac:spMkLst>
            <pc:docMk/>
            <pc:sldMk cId="387616033" sldId="396"/>
            <ac:spMk id="508" creationId="{0A5D3651-B336-2245-5107-F5138602307E}"/>
          </ac:spMkLst>
        </pc:spChg>
        <pc:spChg chg="mod">
          <ac:chgData name="Mayu Ninagawa (蜷川 真優 GE)" userId="15d22be4-2d84-414d-ac66-ca09a50eae87" providerId="ADAL" clId="{2A43D1C7-C612-4547-BA11-3049DC01C97C}" dt="2026-01-29T03:26:31.649" v="5594"/>
          <ac:spMkLst>
            <pc:docMk/>
            <pc:sldMk cId="387616033" sldId="396"/>
            <ac:spMk id="508" creationId="{84BD1F11-4D80-3DE7-1863-619CFE1C1C79}"/>
          </ac:spMkLst>
        </pc:spChg>
        <pc:spChg chg="mod">
          <ac:chgData name="Mayu Ninagawa (蜷川 真優 GE)" userId="15d22be4-2d84-414d-ac66-ca09a50eae87" providerId="ADAL" clId="{2A43D1C7-C612-4547-BA11-3049DC01C97C}" dt="2026-01-29T06:50:29.550" v="6218"/>
          <ac:spMkLst>
            <pc:docMk/>
            <pc:sldMk cId="387616033" sldId="396"/>
            <ac:spMk id="508" creationId="{A9F327EB-E5C2-A471-CC9E-9C97CD29F741}"/>
          </ac:spMkLst>
        </pc:spChg>
        <pc:spChg chg="mod">
          <ac:chgData name="Mayu Ninagawa (蜷川 真優 GE)" userId="15d22be4-2d84-414d-ac66-ca09a50eae87" providerId="ADAL" clId="{2A43D1C7-C612-4547-BA11-3049DC01C97C}" dt="2026-01-22T03:15:28.155" v="4381"/>
          <ac:spMkLst>
            <pc:docMk/>
            <pc:sldMk cId="387616033" sldId="396"/>
            <ac:spMk id="508" creationId="{B1302831-6380-4A76-1D7A-DB3CAAE5997C}"/>
          </ac:spMkLst>
        </pc:spChg>
        <pc:spChg chg="mod">
          <ac:chgData name="Mayu Ninagawa (蜷川 真優 GE)" userId="15d22be4-2d84-414d-ac66-ca09a50eae87" providerId="ADAL" clId="{2A43D1C7-C612-4547-BA11-3049DC01C97C}" dt="2026-01-29T03:26:31.649" v="5594"/>
          <ac:spMkLst>
            <pc:docMk/>
            <pc:sldMk cId="387616033" sldId="396"/>
            <ac:spMk id="509" creationId="{097BC9EE-E58D-C817-1701-8A23BA99CB4D}"/>
          </ac:spMkLst>
        </pc:spChg>
        <pc:spChg chg="mod">
          <ac:chgData name="Mayu Ninagawa (蜷川 真優 GE)" userId="15d22be4-2d84-414d-ac66-ca09a50eae87" providerId="ADAL" clId="{2A43D1C7-C612-4547-BA11-3049DC01C97C}" dt="2026-01-29T06:50:29.550" v="6218"/>
          <ac:spMkLst>
            <pc:docMk/>
            <pc:sldMk cId="387616033" sldId="396"/>
            <ac:spMk id="509" creationId="{0B6927F9-DA13-9237-AA1A-4E22D969869B}"/>
          </ac:spMkLst>
        </pc:spChg>
        <pc:spChg chg="mod">
          <ac:chgData name="Mayu Ninagawa (蜷川 真優 GE)" userId="15d22be4-2d84-414d-ac66-ca09a50eae87" providerId="ADAL" clId="{2A43D1C7-C612-4547-BA11-3049DC01C97C}" dt="2026-01-22T03:15:28.155" v="4381"/>
          <ac:spMkLst>
            <pc:docMk/>
            <pc:sldMk cId="387616033" sldId="396"/>
            <ac:spMk id="509" creationId="{346FDF73-9E12-21C7-FA0E-AEA491002DF2}"/>
          </ac:spMkLst>
        </pc:spChg>
        <pc:spChg chg="mod">
          <ac:chgData name="Mayu Ninagawa (蜷川 真優 GE)" userId="15d22be4-2d84-414d-ac66-ca09a50eae87" providerId="ADAL" clId="{2A43D1C7-C612-4547-BA11-3049DC01C97C}" dt="2026-01-20T10:49:39.354" v="2776"/>
          <ac:spMkLst>
            <pc:docMk/>
            <pc:sldMk cId="387616033" sldId="396"/>
            <ac:spMk id="509" creationId="{8B6CECC7-74A1-F75B-65D2-83A91F7B2BC5}"/>
          </ac:spMkLst>
        </pc:spChg>
        <pc:spChg chg="mod">
          <ac:chgData name="Mayu Ninagawa (蜷川 真優 GE)" userId="15d22be4-2d84-414d-ac66-ca09a50eae87" providerId="ADAL" clId="{2A43D1C7-C612-4547-BA11-3049DC01C97C}" dt="2026-01-20T10:49:39.354" v="2776"/>
          <ac:spMkLst>
            <pc:docMk/>
            <pc:sldMk cId="387616033" sldId="396"/>
            <ac:spMk id="510" creationId="{378AB4AA-9950-2E98-1A5E-D66CD84D2D5B}"/>
          </ac:spMkLst>
        </pc:spChg>
        <pc:spChg chg="mod">
          <ac:chgData name="Mayu Ninagawa (蜷川 真優 GE)" userId="15d22be4-2d84-414d-ac66-ca09a50eae87" providerId="ADAL" clId="{2A43D1C7-C612-4547-BA11-3049DC01C97C}" dt="2026-01-29T06:50:29.550" v="6218"/>
          <ac:spMkLst>
            <pc:docMk/>
            <pc:sldMk cId="387616033" sldId="396"/>
            <ac:spMk id="510" creationId="{68EAF25A-C6D6-5452-D1E2-9FA511B75943}"/>
          </ac:spMkLst>
        </pc:spChg>
        <pc:spChg chg="mod">
          <ac:chgData name="Mayu Ninagawa (蜷川 真優 GE)" userId="15d22be4-2d84-414d-ac66-ca09a50eae87" providerId="ADAL" clId="{2A43D1C7-C612-4547-BA11-3049DC01C97C}" dt="2026-01-29T03:26:31.649" v="5594"/>
          <ac:spMkLst>
            <pc:docMk/>
            <pc:sldMk cId="387616033" sldId="396"/>
            <ac:spMk id="510" creationId="{8C2F7A14-D17F-2A31-794B-1004673A5E75}"/>
          </ac:spMkLst>
        </pc:spChg>
        <pc:spChg chg="mod">
          <ac:chgData name="Mayu Ninagawa (蜷川 真優 GE)" userId="15d22be4-2d84-414d-ac66-ca09a50eae87" providerId="ADAL" clId="{2A43D1C7-C612-4547-BA11-3049DC01C97C}" dt="2026-01-22T03:15:28.155" v="4381"/>
          <ac:spMkLst>
            <pc:docMk/>
            <pc:sldMk cId="387616033" sldId="396"/>
            <ac:spMk id="510" creationId="{B9208106-014E-5AA8-699B-A8A068B8DC11}"/>
          </ac:spMkLst>
        </pc:spChg>
        <pc:spChg chg="mod">
          <ac:chgData name="Mayu Ninagawa (蜷川 真優 GE)" userId="15d22be4-2d84-414d-ac66-ca09a50eae87" providerId="ADAL" clId="{2A43D1C7-C612-4547-BA11-3049DC01C97C}" dt="2026-01-22T03:15:28.155" v="4381"/>
          <ac:spMkLst>
            <pc:docMk/>
            <pc:sldMk cId="387616033" sldId="396"/>
            <ac:spMk id="511" creationId="{223C4626-2D5C-0A1F-99FE-8AB02BD39FA1}"/>
          </ac:spMkLst>
        </pc:spChg>
        <pc:spChg chg="mod">
          <ac:chgData name="Mayu Ninagawa (蜷川 真優 GE)" userId="15d22be4-2d84-414d-ac66-ca09a50eae87" providerId="ADAL" clId="{2A43D1C7-C612-4547-BA11-3049DC01C97C}" dt="2026-01-20T10:49:39.354" v="2776"/>
          <ac:spMkLst>
            <pc:docMk/>
            <pc:sldMk cId="387616033" sldId="396"/>
            <ac:spMk id="511" creationId="{55D446D3-7BB3-BFA6-3DCA-9471DBEAB24A}"/>
          </ac:spMkLst>
        </pc:spChg>
        <pc:spChg chg="mod">
          <ac:chgData name="Mayu Ninagawa (蜷川 真優 GE)" userId="15d22be4-2d84-414d-ac66-ca09a50eae87" providerId="ADAL" clId="{2A43D1C7-C612-4547-BA11-3049DC01C97C}" dt="2026-01-29T06:50:29.550" v="6218"/>
          <ac:spMkLst>
            <pc:docMk/>
            <pc:sldMk cId="387616033" sldId="396"/>
            <ac:spMk id="511" creationId="{C99429E7-C7E4-36A5-AA88-28221AF16D17}"/>
          </ac:spMkLst>
        </pc:spChg>
        <pc:spChg chg="mod">
          <ac:chgData name="Mayu Ninagawa (蜷川 真優 GE)" userId="15d22be4-2d84-414d-ac66-ca09a50eae87" providerId="ADAL" clId="{2A43D1C7-C612-4547-BA11-3049DC01C97C}" dt="2026-01-29T03:26:31.649" v="5594"/>
          <ac:spMkLst>
            <pc:docMk/>
            <pc:sldMk cId="387616033" sldId="396"/>
            <ac:spMk id="511" creationId="{E739570F-4F71-D4CF-42AC-759E864CC995}"/>
          </ac:spMkLst>
        </pc:spChg>
        <pc:spChg chg="mod">
          <ac:chgData name="Mayu Ninagawa (蜷川 真優 GE)" userId="15d22be4-2d84-414d-ac66-ca09a50eae87" providerId="ADAL" clId="{2A43D1C7-C612-4547-BA11-3049DC01C97C}" dt="2026-01-20T10:49:39.354" v="2776"/>
          <ac:spMkLst>
            <pc:docMk/>
            <pc:sldMk cId="387616033" sldId="396"/>
            <ac:spMk id="512" creationId="{25E8B589-9EB4-0571-D946-B3202548D017}"/>
          </ac:spMkLst>
        </pc:spChg>
        <pc:spChg chg="mod">
          <ac:chgData name="Mayu Ninagawa (蜷川 真優 GE)" userId="15d22be4-2d84-414d-ac66-ca09a50eae87" providerId="ADAL" clId="{2A43D1C7-C612-4547-BA11-3049DC01C97C}" dt="2026-01-29T06:50:29.550" v="6218"/>
          <ac:spMkLst>
            <pc:docMk/>
            <pc:sldMk cId="387616033" sldId="396"/>
            <ac:spMk id="512" creationId="{2E81658C-F7F4-4698-E0DA-57EDAC41CB5D}"/>
          </ac:spMkLst>
        </pc:spChg>
        <pc:spChg chg="mod">
          <ac:chgData name="Mayu Ninagawa (蜷川 真優 GE)" userId="15d22be4-2d84-414d-ac66-ca09a50eae87" providerId="ADAL" clId="{2A43D1C7-C612-4547-BA11-3049DC01C97C}" dt="2026-01-22T03:15:28.155" v="4381"/>
          <ac:spMkLst>
            <pc:docMk/>
            <pc:sldMk cId="387616033" sldId="396"/>
            <ac:spMk id="512" creationId="{67EF6904-E185-39C3-527C-5B4C280CD81D}"/>
          </ac:spMkLst>
        </pc:spChg>
        <pc:spChg chg="mod">
          <ac:chgData name="Mayu Ninagawa (蜷川 真優 GE)" userId="15d22be4-2d84-414d-ac66-ca09a50eae87" providerId="ADAL" clId="{2A43D1C7-C612-4547-BA11-3049DC01C97C}" dt="2026-01-29T03:26:31.649" v="5594"/>
          <ac:spMkLst>
            <pc:docMk/>
            <pc:sldMk cId="387616033" sldId="396"/>
            <ac:spMk id="512" creationId="{BCE0BE00-EACC-7DBD-498C-51DB43EE4E69}"/>
          </ac:spMkLst>
        </pc:spChg>
        <pc:spChg chg="mod">
          <ac:chgData name="Mayu Ninagawa (蜷川 真優 GE)" userId="15d22be4-2d84-414d-ac66-ca09a50eae87" providerId="ADAL" clId="{2A43D1C7-C612-4547-BA11-3049DC01C97C}" dt="2026-01-29T06:50:29.550" v="6218"/>
          <ac:spMkLst>
            <pc:docMk/>
            <pc:sldMk cId="387616033" sldId="396"/>
            <ac:spMk id="513" creationId="{0DE45B5E-7B9B-1202-3AFB-748B80D90A69}"/>
          </ac:spMkLst>
        </pc:spChg>
        <pc:spChg chg="mod">
          <ac:chgData name="Mayu Ninagawa (蜷川 真優 GE)" userId="15d22be4-2d84-414d-ac66-ca09a50eae87" providerId="ADAL" clId="{2A43D1C7-C612-4547-BA11-3049DC01C97C}" dt="2026-01-20T10:49:39.354" v="2776"/>
          <ac:spMkLst>
            <pc:docMk/>
            <pc:sldMk cId="387616033" sldId="396"/>
            <ac:spMk id="513" creationId="{2111C361-0D0B-8FAB-EA3E-E9280937107F}"/>
          </ac:spMkLst>
        </pc:spChg>
        <pc:spChg chg="mod">
          <ac:chgData name="Mayu Ninagawa (蜷川 真優 GE)" userId="15d22be4-2d84-414d-ac66-ca09a50eae87" providerId="ADAL" clId="{2A43D1C7-C612-4547-BA11-3049DC01C97C}" dt="2026-01-29T03:26:31.649" v="5594"/>
          <ac:spMkLst>
            <pc:docMk/>
            <pc:sldMk cId="387616033" sldId="396"/>
            <ac:spMk id="513" creationId="{8A315800-4131-0A03-AB8F-8F44E4C48FE0}"/>
          </ac:spMkLst>
        </pc:spChg>
        <pc:spChg chg="mod">
          <ac:chgData name="Mayu Ninagawa (蜷川 真優 GE)" userId="15d22be4-2d84-414d-ac66-ca09a50eae87" providerId="ADAL" clId="{2A43D1C7-C612-4547-BA11-3049DC01C97C}" dt="2026-01-22T03:15:28.155" v="4381"/>
          <ac:spMkLst>
            <pc:docMk/>
            <pc:sldMk cId="387616033" sldId="396"/>
            <ac:spMk id="513" creationId="{D726003F-0DBB-8714-C8BB-25FFBC9152AB}"/>
          </ac:spMkLst>
        </pc:spChg>
        <pc:spChg chg="mod">
          <ac:chgData name="Mayu Ninagawa (蜷川 真優 GE)" userId="15d22be4-2d84-414d-ac66-ca09a50eae87" providerId="ADAL" clId="{2A43D1C7-C612-4547-BA11-3049DC01C97C}" dt="2026-01-22T03:15:28.155" v="4381"/>
          <ac:spMkLst>
            <pc:docMk/>
            <pc:sldMk cId="387616033" sldId="396"/>
            <ac:spMk id="514" creationId="{19CAD70E-0ED8-14FF-9C58-E2816E4C82BD}"/>
          </ac:spMkLst>
        </pc:spChg>
        <pc:spChg chg="mod">
          <ac:chgData name="Mayu Ninagawa (蜷川 真優 GE)" userId="15d22be4-2d84-414d-ac66-ca09a50eae87" providerId="ADAL" clId="{2A43D1C7-C612-4547-BA11-3049DC01C97C}" dt="2026-01-29T06:50:29.550" v="6218"/>
          <ac:spMkLst>
            <pc:docMk/>
            <pc:sldMk cId="387616033" sldId="396"/>
            <ac:spMk id="514" creationId="{46DC7E4A-7344-658D-E0E1-AA83E2D7A2F5}"/>
          </ac:spMkLst>
        </pc:spChg>
        <pc:spChg chg="mod">
          <ac:chgData name="Mayu Ninagawa (蜷川 真優 GE)" userId="15d22be4-2d84-414d-ac66-ca09a50eae87" providerId="ADAL" clId="{2A43D1C7-C612-4547-BA11-3049DC01C97C}" dt="2026-01-20T10:49:39.354" v="2776"/>
          <ac:spMkLst>
            <pc:docMk/>
            <pc:sldMk cId="387616033" sldId="396"/>
            <ac:spMk id="514" creationId="{5493CE84-015D-8B1B-0AF8-7EEFE2884166}"/>
          </ac:spMkLst>
        </pc:spChg>
        <pc:spChg chg="mod">
          <ac:chgData name="Mayu Ninagawa (蜷川 真優 GE)" userId="15d22be4-2d84-414d-ac66-ca09a50eae87" providerId="ADAL" clId="{2A43D1C7-C612-4547-BA11-3049DC01C97C}" dt="2026-01-29T03:26:31.649" v="5594"/>
          <ac:spMkLst>
            <pc:docMk/>
            <pc:sldMk cId="387616033" sldId="396"/>
            <ac:spMk id="514" creationId="{CE283081-FEBB-4204-7DBC-40794AFD7D9F}"/>
          </ac:spMkLst>
        </pc:spChg>
        <pc:spChg chg="mod">
          <ac:chgData name="Mayu Ninagawa (蜷川 真優 GE)" userId="15d22be4-2d84-414d-ac66-ca09a50eae87" providerId="ADAL" clId="{2A43D1C7-C612-4547-BA11-3049DC01C97C}" dt="2026-01-29T06:50:29.550" v="6218"/>
          <ac:spMkLst>
            <pc:docMk/>
            <pc:sldMk cId="387616033" sldId="396"/>
            <ac:spMk id="515" creationId="{8C3C9BFA-F408-FA1A-88FF-32B8EE671188}"/>
          </ac:spMkLst>
        </pc:spChg>
        <pc:spChg chg="mod">
          <ac:chgData name="Mayu Ninagawa (蜷川 真優 GE)" userId="15d22be4-2d84-414d-ac66-ca09a50eae87" providerId="ADAL" clId="{2A43D1C7-C612-4547-BA11-3049DC01C97C}" dt="2026-01-29T03:26:31.649" v="5594"/>
          <ac:spMkLst>
            <pc:docMk/>
            <pc:sldMk cId="387616033" sldId="396"/>
            <ac:spMk id="515" creationId="{9E426693-A2CE-9E61-55CD-639BFAF40422}"/>
          </ac:spMkLst>
        </pc:spChg>
        <pc:spChg chg="mod">
          <ac:chgData name="Mayu Ninagawa (蜷川 真優 GE)" userId="15d22be4-2d84-414d-ac66-ca09a50eae87" providerId="ADAL" clId="{2A43D1C7-C612-4547-BA11-3049DC01C97C}" dt="2026-01-22T03:15:28.155" v="4381"/>
          <ac:spMkLst>
            <pc:docMk/>
            <pc:sldMk cId="387616033" sldId="396"/>
            <ac:spMk id="515" creationId="{CAC37455-41B0-13FE-166A-55D9FA5121ED}"/>
          </ac:spMkLst>
        </pc:spChg>
        <pc:spChg chg="mod">
          <ac:chgData name="Mayu Ninagawa (蜷川 真優 GE)" userId="15d22be4-2d84-414d-ac66-ca09a50eae87" providerId="ADAL" clId="{2A43D1C7-C612-4547-BA11-3049DC01C97C}" dt="2026-01-20T10:49:39.354" v="2776"/>
          <ac:spMkLst>
            <pc:docMk/>
            <pc:sldMk cId="387616033" sldId="396"/>
            <ac:spMk id="515" creationId="{DEB5F595-3F2A-4568-9A1B-A1B4B502CDE4}"/>
          </ac:spMkLst>
        </pc:spChg>
        <pc:spChg chg="mod">
          <ac:chgData name="Mayu Ninagawa (蜷川 真優 GE)" userId="15d22be4-2d84-414d-ac66-ca09a50eae87" providerId="ADAL" clId="{2A43D1C7-C612-4547-BA11-3049DC01C97C}" dt="2026-01-22T03:15:28.155" v="4381"/>
          <ac:spMkLst>
            <pc:docMk/>
            <pc:sldMk cId="387616033" sldId="396"/>
            <ac:spMk id="516" creationId="{37826820-AC64-9FCC-BB0C-42194EFD0105}"/>
          </ac:spMkLst>
        </pc:spChg>
        <pc:spChg chg="mod">
          <ac:chgData name="Mayu Ninagawa (蜷川 真優 GE)" userId="15d22be4-2d84-414d-ac66-ca09a50eae87" providerId="ADAL" clId="{2A43D1C7-C612-4547-BA11-3049DC01C97C}" dt="2026-01-29T06:50:29.550" v="6218"/>
          <ac:spMkLst>
            <pc:docMk/>
            <pc:sldMk cId="387616033" sldId="396"/>
            <ac:spMk id="516" creationId="{5F38D3C7-EA3D-7FCE-681D-0DA432E06539}"/>
          </ac:spMkLst>
        </pc:spChg>
        <pc:spChg chg="mod">
          <ac:chgData name="Mayu Ninagawa (蜷川 真優 GE)" userId="15d22be4-2d84-414d-ac66-ca09a50eae87" providerId="ADAL" clId="{2A43D1C7-C612-4547-BA11-3049DC01C97C}" dt="2026-01-29T03:26:31.649" v="5594"/>
          <ac:spMkLst>
            <pc:docMk/>
            <pc:sldMk cId="387616033" sldId="396"/>
            <ac:spMk id="516" creationId="{67412907-22EA-B331-FE9B-07BF72673D06}"/>
          </ac:spMkLst>
        </pc:spChg>
        <pc:spChg chg="mod">
          <ac:chgData name="Mayu Ninagawa (蜷川 真優 GE)" userId="15d22be4-2d84-414d-ac66-ca09a50eae87" providerId="ADAL" clId="{2A43D1C7-C612-4547-BA11-3049DC01C97C}" dt="2026-01-20T10:49:39.354" v="2776"/>
          <ac:spMkLst>
            <pc:docMk/>
            <pc:sldMk cId="387616033" sldId="396"/>
            <ac:spMk id="516" creationId="{896899E3-DD91-097F-9814-9348EE1C4E2C}"/>
          </ac:spMkLst>
        </pc:spChg>
        <pc:spChg chg="mod">
          <ac:chgData name="Mayu Ninagawa (蜷川 真優 GE)" userId="15d22be4-2d84-414d-ac66-ca09a50eae87" providerId="ADAL" clId="{2A43D1C7-C612-4547-BA11-3049DC01C97C}" dt="2026-01-29T03:26:31.649" v="5594"/>
          <ac:spMkLst>
            <pc:docMk/>
            <pc:sldMk cId="387616033" sldId="396"/>
            <ac:spMk id="517" creationId="{107DA7E2-F408-876B-4164-63407F3A5D72}"/>
          </ac:spMkLst>
        </pc:spChg>
        <pc:spChg chg="mod">
          <ac:chgData name="Mayu Ninagawa (蜷川 真優 GE)" userId="15d22be4-2d84-414d-ac66-ca09a50eae87" providerId="ADAL" clId="{2A43D1C7-C612-4547-BA11-3049DC01C97C}" dt="2026-01-29T06:50:29.550" v="6218"/>
          <ac:spMkLst>
            <pc:docMk/>
            <pc:sldMk cId="387616033" sldId="396"/>
            <ac:spMk id="517" creationId="{93521D8F-8164-40B4-F167-DBEEAEAAFD06}"/>
          </ac:spMkLst>
        </pc:spChg>
        <pc:spChg chg="mod">
          <ac:chgData name="Mayu Ninagawa (蜷川 真優 GE)" userId="15d22be4-2d84-414d-ac66-ca09a50eae87" providerId="ADAL" clId="{2A43D1C7-C612-4547-BA11-3049DC01C97C}" dt="2026-01-22T03:15:28.155" v="4381"/>
          <ac:spMkLst>
            <pc:docMk/>
            <pc:sldMk cId="387616033" sldId="396"/>
            <ac:spMk id="517" creationId="{C9F10E04-B82A-CA08-AFA0-2ECC536F3EC1}"/>
          </ac:spMkLst>
        </pc:spChg>
        <pc:spChg chg="mod">
          <ac:chgData name="Mayu Ninagawa (蜷川 真優 GE)" userId="15d22be4-2d84-414d-ac66-ca09a50eae87" providerId="ADAL" clId="{2A43D1C7-C612-4547-BA11-3049DC01C97C}" dt="2026-01-20T10:49:39.354" v="2776"/>
          <ac:spMkLst>
            <pc:docMk/>
            <pc:sldMk cId="387616033" sldId="396"/>
            <ac:spMk id="517" creationId="{E7ED653A-0C2A-9D18-CF04-10C076093D60}"/>
          </ac:spMkLst>
        </pc:spChg>
        <pc:spChg chg="mod">
          <ac:chgData name="Mayu Ninagawa (蜷川 真優 GE)" userId="15d22be4-2d84-414d-ac66-ca09a50eae87" providerId="ADAL" clId="{2A43D1C7-C612-4547-BA11-3049DC01C97C}" dt="2026-01-29T03:26:31.649" v="5594"/>
          <ac:spMkLst>
            <pc:docMk/>
            <pc:sldMk cId="387616033" sldId="396"/>
            <ac:spMk id="518" creationId="{017CA9DD-960C-2AC3-7360-6359E66B6DEB}"/>
          </ac:spMkLst>
        </pc:spChg>
        <pc:spChg chg="mod">
          <ac:chgData name="Mayu Ninagawa (蜷川 真優 GE)" userId="15d22be4-2d84-414d-ac66-ca09a50eae87" providerId="ADAL" clId="{2A43D1C7-C612-4547-BA11-3049DC01C97C}" dt="2026-01-20T10:49:39.354" v="2776"/>
          <ac:spMkLst>
            <pc:docMk/>
            <pc:sldMk cId="387616033" sldId="396"/>
            <ac:spMk id="518" creationId="{DB89E337-F631-F083-DC3D-DE3D7F6F1E02}"/>
          </ac:spMkLst>
        </pc:spChg>
        <pc:spChg chg="mod">
          <ac:chgData name="Mayu Ninagawa (蜷川 真優 GE)" userId="15d22be4-2d84-414d-ac66-ca09a50eae87" providerId="ADAL" clId="{2A43D1C7-C612-4547-BA11-3049DC01C97C}" dt="2026-01-29T06:50:29.550" v="6218"/>
          <ac:spMkLst>
            <pc:docMk/>
            <pc:sldMk cId="387616033" sldId="396"/>
            <ac:spMk id="518" creationId="{F5F8C2B1-FEE1-D04B-7A63-A5A5290CED8C}"/>
          </ac:spMkLst>
        </pc:spChg>
        <pc:spChg chg="mod">
          <ac:chgData name="Mayu Ninagawa (蜷川 真優 GE)" userId="15d22be4-2d84-414d-ac66-ca09a50eae87" providerId="ADAL" clId="{2A43D1C7-C612-4547-BA11-3049DC01C97C}" dt="2026-01-22T03:15:28.155" v="4381"/>
          <ac:spMkLst>
            <pc:docMk/>
            <pc:sldMk cId="387616033" sldId="396"/>
            <ac:spMk id="518" creationId="{FE9A3C99-E65E-F5A0-BCD9-198CF6D3868F}"/>
          </ac:spMkLst>
        </pc:spChg>
        <pc:spChg chg="mod">
          <ac:chgData name="Mayu Ninagawa (蜷川 真優 GE)" userId="15d22be4-2d84-414d-ac66-ca09a50eae87" providerId="ADAL" clId="{2A43D1C7-C612-4547-BA11-3049DC01C97C}" dt="2026-01-29T03:26:31.649" v="5594"/>
          <ac:spMkLst>
            <pc:docMk/>
            <pc:sldMk cId="387616033" sldId="396"/>
            <ac:spMk id="519" creationId="{214E007F-CAE1-F9AC-082B-EBA8602743B0}"/>
          </ac:spMkLst>
        </pc:spChg>
        <pc:spChg chg="mod">
          <ac:chgData name="Mayu Ninagawa (蜷川 真優 GE)" userId="15d22be4-2d84-414d-ac66-ca09a50eae87" providerId="ADAL" clId="{2A43D1C7-C612-4547-BA11-3049DC01C97C}" dt="2026-01-20T10:49:39.354" v="2776"/>
          <ac:spMkLst>
            <pc:docMk/>
            <pc:sldMk cId="387616033" sldId="396"/>
            <ac:spMk id="519" creationId="{A885B1C0-9527-D50A-DED1-E4D406B84A0A}"/>
          </ac:spMkLst>
        </pc:spChg>
        <pc:spChg chg="mod">
          <ac:chgData name="Mayu Ninagawa (蜷川 真優 GE)" userId="15d22be4-2d84-414d-ac66-ca09a50eae87" providerId="ADAL" clId="{2A43D1C7-C612-4547-BA11-3049DC01C97C}" dt="2026-01-29T06:50:29.550" v="6218"/>
          <ac:spMkLst>
            <pc:docMk/>
            <pc:sldMk cId="387616033" sldId="396"/>
            <ac:spMk id="519" creationId="{C3D3C3DD-4EB8-8567-CDA9-5862FBFE3660}"/>
          </ac:spMkLst>
        </pc:spChg>
        <pc:spChg chg="mod">
          <ac:chgData name="Mayu Ninagawa (蜷川 真優 GE)" userId="15d22be4-2d84-414d-ac66-ca09a50eae87" providerId="ADAL" clId="{2A43D1C7-C612-4547-BA11-3049DC01C97C}" dt="2026-01-22T03:15:28.155" v="4381"/>
          <ac:spMkLst>
            <pc:docMk/>
            <pc:sldMk cId="387616033" sldId="396"/>
            <ac:spMk id="519" creationId="{C58E7082-04B0-38A1-9AF8-BD4A5304AE9C}"/>
          </ac:spMkLst>
        </pc:spChg>
        <pc:spChg chg="mod">
          <ac:chgData name="Mayu Ninagawa (蜷川 真優 GE)" userId="15d22be4-2d84-414d-ac66-ca09a50eae87" providerId="ADAL" clId="{2A43D1C7-C612-4547-BA11-3049DC01C97C}" dt="2026-01-29T06:50:29.550" v="6218"/>
          <ac:spMkLst>
            <pc:docMk/>
            <pc:sldMk cId="387616033" sldId="396"/>
            <ac:spMk id="520" creationId="{146DC15D-490D-2849-F63A-34A5FCEC834D}"/>
          </ac:spMkLst>
        </pc:spChg>
        <pc:spChg chg="mod">
          <ac:chgData name="Mayu Ninagawa (蜷川 真優 GE)" userId="15d22be4-2d84-414d-ac66-ca09a50eae87" providerId="ADAL" clId="{2A43D1C7-C612-4547-BA11-3049DC01C97C}" dt="2026-01-29T03:26:31.649" v="5594"/>
          <ac:spMkLst>
            <pc:docMk/>
            <pc:sldMk cId="387616033" sldId="396"/>
            <ac:spMk id="520" creationId="{63E82B11-6D25-1E3D-4491-18B24DF68D12}"/>
          </ac:spMkLst>
        </pc:spChg>
        <pc:spChg chg="mod">
          <ac:chgData name="Mayu Ninagawa (蜷川 真優 GE)" userId="15d22be4-2d84-414d-ac66-ca09a50eae87" providerId="ADAL" clId="{2A43D1C7-C612-4547-BA11-3049DC01C97C}" dt="2026-01-20T10:49:39.354" v="2776"/>
          <ac:spMkLst>
            <pc:docMk/>
            <pc:sldMk cId="387616033" sldId="396"/>
            <ac:spMk id="520" creationId="{A8CA24C2-B80F-95D7-7FCB-9B19DCCC7941}"/>
          </ac:spMkLst>
        </pc:spChg>
        <pc:spChg chg="mod">
          <ac:chgData name="Mayu Ninagawa (蜷川 真優 GE)" userId="15d22be4-2d84-414d-ac66-ca09a50eae87" providerId="ADAL" clId="{2A43D1C7-C612-4547-BA11-3049DC01C97C}" dt="2026-01-22T03:15:28.155" v="4381"/>
          <ac:spMkLst>
            <pc:docMk/>
            <pc:sldMk cId="387616033" sldId="396"/>
            <ac:spMk id="520" creationId="{CA21DBCD-5CCB-E482-9C64-B17FE562C1B3}"/>
          </ac:spMkLst>
        </pc:spChg>
        <pc:spChg chg="mod">
          <ac:chgData name="Mayu Ninagawa (蜷川 真優 GE)" userId="15d22be4-2d84-414d-ac66-ca09a50eae87" providerId="ADAL" clId="{2A43D1C7-C612-4547-BA11-3049DC01C97C}" dt="2026-01-22T03:15:28.155" v="4381"/>
          <ac:spMkLst>
            <pc:docMk/>
            <pc:sldMk cId="387616033" sldId="396"/>
            <ac:spMk id="521" creationId="{90CCE697-20BE-53A7-CF3E-B74A4252CC60}"/>
          </ac:spMkLst>
        </pc:spChg>
        <pc:spChg chg="mod">
          <ac:chgData name="Mayu Ninagawa (蜷川 真優 GE)" userId="15d22be4-2d84-414d-ac66-ca09a50eae87" providerId="ADAL" clId="{2A43D1C7-C612-4547-BA11-3049DC01C97C}" dt="2026-01-20T10:49:39.354" v="2776"/>
          <ac:spMkLst>
            <pc:docMk/>
            <pc:sldMk cId="387616033" sldId="396"/>
            <ac:spMk id="521" creationId="{9B18D8B0-862E-9BD3-D3B7-3901C9C7529A}"/>
          </ac:spMkLst>
        </pc:spChg>
        <pc:spChg chg="mod">
          <ac:chgData name="Mayu Ninagawa (蜷川 真優 GE)" userId="15d22be4-2d84-414d-ac66-ca09a50eae87" providerId="ADAL" clId="{2A43D1C7-C612-4547-BA11-3049DC01C97C}" dt="2026-01-29T06:50:29.550" v="6218"/>
          <ac:spMkLst>
            <pc:docMk/>
            <pc:sldMk cId="387616033" sldId="396"/>
            <ac:spMk id="521" creationId="{DFED2E42-8E68-0BB4-3781-91C6F138A88F}"/>
          </ac:spMkLst>
        </pc:spChg>
        <pc:spChg chg="mod">
          <ac:chgData name="Mayu Ninagawa (蜷川 真優 GE)" userId="15d22be4-2d84-414d-ac66-ca09a50eae87" providerId="ADAL" clId="{2A43D1C7-C612-4547-BA11-3049DC01C97C}" dt="2026-01-29T06:50:29.550" v="6218"/>
          <ac:spMkLst>
            <pc:docMk/>
            <pc:sldMk cId="387616033" sldId="396"/>
            <ac:spMk id="522" creationId="{7761857C-B0E1-1DDB-1ED8-771FC8D340A3}"/>
          </ac:spMkLst>
        </pc:spChg>
        <pc:spChg chg="mod">
          <ac:chgData name="Mayu Ninagawa (蜷川 真優 GE)" userId="15d22be4-2d84-414d-ac66-ca09a50eae87" providerId="ADAL" clId="{2A43D1C7-C612-4547-BA11-3049DC01C97C}" dt="2026-01-20T10:49:39.354" v="2776"/>
          <ac:spMkLst>
            <pc:docMk/>
            <pc:sldMk cId="387616033" sldId="396"/>
            <ac:spMk id="522" creationId="{F1C9B870-54CE-39D1-0B14-1891387079F8}"/>
          </ac:spMkLst>
        </pc:spChg>
        <pc:spChg chg="mod">
          <ac:chgData name="Mayu Ninagawa (蜷川 真優 GE)" userId="15d22be4-2d84-414d-ac66-ca09a50eae87" providerId="ADAL" clId="{2A43D1C7-C612-4547-BA11-3049DC01C97C}" dt="2026-01-20T10:49:39.354" v="2776"/>
          <ac:spMkLst>
            <pc:docMk/>
            <pc:sldMk cId="387616033" sldId="396"/>
            <ac:spMk id="523" creationId="{0EB4F85B-BC72-00E7-4816-BACC2E6AB211}"/>
          </ac:spMkLst>
        </pc:spChg>
        <pc:spChg chg="mod">
          <ac:chgData name="Mayu Ninagawa (蜷川 真優 GE)" userId="15d22be4-2d84-414d-ac66-ca09a50eae87" providerId="ADAL" clId="{2A43D1C7-C612-4547-BA11-3049DC01C97C}" dt="2026-01-29T06:50:29.550" v="6218"/>
          <ac:spMkLst>
            <pc:docMk/>
            <pc:sldMk cId="387616033" sldId="396"/>
            <ac:spMk id="523" creationId="{2E9B559C-C565-168D-1A12-C4B4C81407CE}"/>
          </ac:spMkLst>
        </pc:spChg>
        <pc:spChg chg="mod">
          <ac:chgData name="Mayu Ninagawa (蜷川 真優 GE)" userId="15d22be4-2d84-414d-ac66-ca09a50eae87" providerId="ADAL" clId="{2A43D1C7-C612-4547-BA11-3049DC01C97C}" dt="2026-01-22T03:15:28.155" v="4381"/>
          <ac:spMkLst>
            <pc:docMk/>
            <pc:sldMk cId="387616033" sldId="396"/>
            <ac:spMk id="523" creationId="{A27DC500-769B-20D6-E475-672A0A3E4C61}"/>
          </ac:spMkLst>
        </pc:spChg>
        <pc:spChg chg="mod">
          <ac:chgData name="Mayu Ninagawa (蜷川 真優 GE)" userId="15d22be4-2d84-414d-ac66-ca09a50eae87" providerId="ADAL" clId="{2A43D1C7-C612-4547-BA11-3049DC01C97C}" dt="2026-01-29T03:26:31.649" v="5594"/>
          <ac:spMkLst>
            <pc:docMk/>
            <pc:sldMk cId="387616033" sldId="396"/>
            <ac:spMk id="524" creationId="{1FEDDE2F-E6C0-1D07-48E1-6E0287404391}"/>
          </ac:spMkLst>
        </pc:spChg>
        <pc:spChg chg="mod">
          <ac:chgData name="Mayu Ninagawa (蜷川 真優 GE)" userId="15d22be4-2d84-414d-ac66-ca09a50eae87" providerId="ADAL" clId="{2A43D1C7-C612-4547-BA11-3049DC01C97C}" dt="2026-01-29T06:50:29.550" v="6218"/>
          <ac:spMkLst>
            <pc:docMk/>
            <pc:sldMk cId="387616033" sldId="396"/>
            <ac:spMk id="524" creationId="{3E02D2A4-5FEA-A1F2-3BE1-13C8E76116AF}"/>
          </ac:spMkLst>
        </pc:spChg>
        <pc:spChg chg="mod">
          <ac:chgData name="Mayu Ninagawa (蜷川 真優 GE)" userId="15d22be4-2d84-414d-ac66-ca09a50eae87" providerId="ADAL" clId="{2A43D1C7-C612-4547-BA11-3049DC01C97C}" dt="2026-01-22T03:15:28.155" v="4381"/>
          <ac:spMkLst>
            <pc:docMk/>
            <pc:sldMk cId="387616033" sldId="396"/>
            <ac:spMk id="524" creationId="{4F0DB435-30CE-A2B9-6FD3-F894290F79AF}"/>
          </ac:spMkLst>
        </pc:spChg>
        <pc:spChg chg="mod">
          <ac:chgData name="Mayu Ninagawa (蜷川 真優 GE)" userId="15d22be4-2d84-414d-ac66-ca09a50eae87" providerId="ADAL" clId="{2A43D1C7-C612-4547-BA11-3049DC01C97C}" dt="2026-01-20T10:49:39.354" v="2776"/>
          <ac:spMkLst>
            <pc:docMk/>
            <pc:sldMk cId="387616033" sldId="396"/>
            <ac:spMk id="524" creationId="{743A3685-C489-77D9-7DCA-D22201A5F39E}"/>
          </ac:spMkLst>
        </pc:spChg>
        <pc:spChg chg="mod">
          <ac:chgData name="Mayu Ninagawa (蜷川 真優 GE)" userId="15d22be4-2d84-414d-ac66-ca09a50eae87" providerId="ADAL" clId="{2A43D1C7-C612-4547-BA11-3049DC01C97C}" dt="2026-01-20T10:49:39.354" v="2776"/>
          <ac:spMkLst>
            <pc:docMk/>
            <pc:sldMk cId="387616033" sldId="396"/>
            <ac:spMk id="525" creationId="{2DF6C1E4-0B29-1211-8700-7C4EF50DB942}"/>
          </ac:spMkLst>
        </pc:spChg>
        <pc:spChg chg="mod">
          <ac:chgData name="Mayu Ninagawa (蜷川 真優 GE)" userId="15d22be4-2d84-414d-ac66-ca09a50eae87" providerId="ADAL" clId="{2A43D1C7-C612-4547-BA11-3049DC01C97C}" dt="2026-01-29T03:26:31.649" v="5594"/>
          <ac:spMkLst>
            <pc:docMk/>
            <pc:sldMk cId="387616033" sldId="396"/>
            <ac:spMk id="525" creationId="{354DC43D-1DFA-32F3-0973-CC80041C3333}"/>
          </ac:spMkLst>
        </pc:spChg>
        <pc:spChg chg="mod">
          <ac:chgData name="Mayu Ninagawa (蜷川 真優 GE)" userId="15d22be4-2d84-414d-ac66-ca09a50eae87" providerId="ADAL" clId="{2A43D1C7-C612-4547-BA11-3049DC01C97C}" dt="2026-01-22T03:15:28.155" v="4381"/>
          <ac:spMkLst>
            <pc:docMk/>
            <pc:sldMk cId="387616033" sldId="396"/>
            <ac:spMk id="525" creationId="{BDC2C9BC-F2F6-A515-5DFC-B0614C918964}"/>
          </ac:spMkLst>
        </pc:spChg>
        <pc:spChg chg="mod">
          <ac:chgData name="Mayu Ninagawa (蜷川 真優 GE)" userId="15d22be4-2d84-414d-ac66-ca09a50eae87" providerId="ADAL" clId="{2A43D1C7-C612-4547-BA11-3049DC01C97C}" dt="2026-01-29T03:26:31.649" v="5594"/>
          <ac:spMkLst>
            <pc:docMk/>
            <pc:sldMk cId="387616033" sldId="396"/>
            <ac:spMk id="526" creationId="{2803EABC-7C3F-832D-4D32-6D6EC1752B46}"/>
          </ac:spMkLst>
        </pc:spChg>
        <pc:spChg chg="mod">
          <ac:chgData name="Mayu Ninagawa (蜷川 真優 GE)" userId="15d22be4-2d84-414d-ac66-ca09a50eae87" providerId="ADAL" clId="{2A43D1C7-C612-4547-BA11-3049DC01C97C}" dt="2026-01-22T03:15:28.155" v="4381"/>
          <ac:spMkLst>
            <pc:docMk/>
            <pc:sldMk cId="387616033" sldId="396"/>
            <ac:spMk id="526" creationId="{3ED6F77F-15D7-DA4E-BD37-85EDB913AB8A}"/>
          </ac:spMkLst>
        </pc:spChg>
        <pc:spChg chg="mod">
          <ac:chgData name="Mayu Ninagawa (蜷川 真優 GE)" userId="15d22be4-2d84-414d-ac66-ca09a50eae87" providerId="ADAL" clId="{2A43D1C7-C612-4547-BA11-3049DC01C97C}" dt="2026-01-20T10:49:39.354" v="2776"/>
          <ac:spMkLst>
            <pc:docMk/>
            <pc:sldMk cId="387616033" sldId="396"/>
            <ac:spMk id="526" creationId="{7FA12E8F-D280-4884-F092-522642A1BE98}"/>
          </ac:spMkLst>
        </pc:spChg>
        <pc:spChg chg="mod">
          <ac:chgData name="Mayu Ninagawa (蜷川 真優 GE)" userId="15d22be4-2d84-414d-ac66-ca09a50eae87" providerId="ADAL" clId="{2A43D1C7-C612-4547-BA11-3049DC01C97C}" dt="2026-01-20T10:49:39.354" v="2776"/>
          <ac:spMkLst>
            <pc:docMk/>
            <pc:sldMk cId="387616033" sldId="396"/>
            <ac:spMk id="527" creationId="{4918B773-A6EA-A014-9A1F-A9C0A83FD14E}"/>
          </ac:spMkLst>
        </pc:spChg>
        <pc:spChg chg="mod">
          <ac:chgData name="Mayu Ninagawa (蜷川 真優 GE)" userId="15d22be4-2d84-414d-ac66-ca09a50eae87" providerId="ADAL" clId="{2A43D1C7-C612-4547-BA11-3049DC01C97C}" dt="2026-01-29T03:26:31.649" v="5594"/>
          <ac:spMkLst>
            <pc:docMk/>
            <pc:sldMk cId="387616033" sldId="396"/>
            <ac:spMk id="527" creationId="{50C16EA3-53B3-AC17-13BD-2BBB99A748D5}"/>
          </ac:spMkLst>
        </pc:spChg>
        <pc:spChg chg="mod">
          <ac:chgData name="Mayu Ninagawa (蜷川 真優 GE)" userId="15d22be4-2d84-414d-ac66-ca09a50eae87" providerId="ADAL" clId="{2A43D1C7-C612-4547-BA11-3049DC01C97C}" dt="2026-01-22T03:15:28.155" v="4381"/>
          <ac:spMkLst>
            <pc:docMk/>
            <pc:sldMk cId="387616033" sldId="396"/>
            <ac:spMk id="527" creationId="{8916D550-9F74-8C55-15D3-9FEF7B2E9595}"/>
          </ac:spMkLst>
        </pc:spChg>
        <pc:spChg chg="mod">
          <ac:chgData name="Mayu Ninagawa (蜷川 真優 GE)" userId="15d22be4-2d84-414d-ac66-ca09a50eae87" providerId="ADAL" clId="{2A43D1C7-C612-4547-BA11-3049DC01C97C}" dt="2026-01-29T06:50:29.550" v="6218"/>
          <ac:spMkLst>
            <pc:docMk/>
            <pc:sldMk cId="387616033" sldId="396"/>
            <ac:spMk id="528" creationId="{1EBF20DF-E05A-BD7F-EF4E-CBA2DB873AED}"/>
          </ac:spMkLst>
        </pc:spChg>
        <pc:spChg chg="mod">
          <ac:chgData name="Mayu Ninagawa (蜷川 真優 GE)" userId="15d22be4-2d84-414d-ac66-ca09a50eae87" providerId="ADAL" clId="{2A43D1C7-C612-4547-BA11-3049DC01C97C}" dt="2026-01-22T03:15:28.155" v="4381"/>
          <ac:spMkLst>
            <pc:docMk/>
            <pc:sldMk cId="387616033" sldId="396"/>
            <ac:spMk id="528" creationId="{3512D446-3A0D-C711-C215-FD1B5F0AA931}"/>
          </ac:spMkLst>
        </pc:spChg>
        <pc:spChg chg="mod">
          <ac:chgData name="Mayu Ninagawa (蜷川 真優 GE)" userId="15d22be4-2d84-414d-ac66-ca09a50eae87" providerId="ADAL" clId="{2A43D1C7-C612-4547-BA11-3049DC01C97C}" dt="2026-01-20T10:49:39.354" v="2776"/>
          <ac:spMkLst>
            <pc:docMk/>
            <pc:sldMk cId="387616033" sldId="396"/>
            <ac:spMk id="528" creationId="{42FD4DA3-F9C8-D7F1-E6DE-C0BDF298A065}"/>
          </ac:spMkLst>
        </pc:spChg>
        <pc:spChg chg="mod">
          <ac:chgData name="Mayu Ninagawa (蜷川 真優 GE)" userId="15d22be4-2d84-414d-ac66-ca09a50eae87" providerId="ADAL" clId="{2A43D1C7-C612-4547-BA11-3049DC01C97C}" dt="2026-01-29T03:26:31.649" v="5594"/>
          <ac:spMkLst>
            <pc:docMk/>
            <pc:sldMk cId="387616033" sldId="396"/>
            <ac:spMk id="528" creationId="{B2D75B87-6EE9-9B92-91B1-ADF5BC64B4D5}"/>
          </ac:spMkLst>
        </pc:spChg>
        <pc:spChg chg="mod">
          <ac:chgData name="Mayu Ninagawa (蜷川 真優 GE)" userId="15d22be4-2d84-414d-ac66-ca09a50eae87" providerId="ADAL" clId="{2A43D1C7-C612-4547-BA11-3049DC01C97C}" dt="2026-01-29T03:26:31.649" v="5594"/>
          <ac:spMkLst>
            <pc:docMk/>
            <pc:sldMk cId="387616033" sldId="396"/>
            <ac:spMk id="529" creationId="{1408E852-53AC-817A-6D26-D7333A136FDB}"/>
          </ac:spMkLst>
        </pc:spChg>
        <pc:spChg chg="mod">
          <ac:chgData name="Mayu Ninagawa (蜷川 真優 GE)" userId="15d22be4-2d84-414d-ac66-ca09a50eae87" providerId="ADAL" clId="{2A43D1C7-C612-4547-BA11-3049DC01C97C}" dt="2026-01-29T06:50:29.550" v="6218"/>
          <ac:spMkLst>
            <pc:docMk/>
            <pc:sldMk cId="387616033" sldId="396"/>
            <ac:spMk id="529" creationId="{BD1BF8D5-4D49-27AA-9187-42E0702D0039}"/>
          </ac:spMkLst>
        </pc:spChg>
        <pc:spChg chg="mod">
          <ac:chgData name="Mayu Ninagawa (蜷川 真優 GE)" userId="15d22be4-2d84-414d-ac66-ca09a50eae87" providerId="ADAL" clId="{2A43D1C7-C612-4547-BA11-3049DC01C97C}" dt="2026-01-22T03:15:28.155" v="4381"/>
          <ac:spMkLst>
            <pc:docMk/>
            <pc:sldMk cId="387616033" sldId="396"/>
            <ac:spMk id="529" creationId="{CD2EDF3D-6E68-4281-FA37-02423D157E4E}"/>
          </ac:spMkLst>
        </pc:spChg>
        <pc:spChg chg="mod">
          <ac:chgData name="Mayu Ninagawa (蜷川 真優 GE)" userId="15d22be4-2d84-414d-ac66-ca09a50eae87" providerId="ADAL" clId="{2A43D1C7-C612-4547-BA11-3049DC01C97C}" dt="2026-01-20T10:49:39.354" v="2776"/>
          <ac:spMkLst>
            <pc:docMk/>
            <pc:sldMk cId="387616033" sldId="396"/>
            <ac:spMk id="529" creationId="{F9E1CB58-35DB-52CC-60F5-C9FA89FE5A84}"/>
          </ac:spMkLst>
        </pc:spChg>
        <pc:spChg chg="mod">
          <ac:chgData name="Mayu Ninagawa (蜷川 真優 GE)" userId="15d22be4-2d84-414d-ac66-ca09a50eae87" providerId="ADAL" clId="{2A43D1C7-C612-4547-BA11-3049DC01C97C}" dt="2026-01-22T03:15:28.155" v="4381"/>
          <ac:spMkLst>
            <pc:docMk/>
            <pc:sldMk cId="387616033" sldId="396"/>
            <ac:spMk id="530" creationId="{44BFC24D-9CEA-CC04-0BD9-C21512251E78}"/>
          </ac:spMkLst>
        </pc:spChg>
        <pc:spChg chg="mod">
          <ac:chgData name="Mayu Ninagawa (蜷川 真優 GE)" userId="15d22be4-2d84-414d-ac66-ca09a50eae87" providerId="ADAL" clId="{2A43D1C7-C612-4547-BA11-3049DC01C97C}" dt="2026-01-29T06:50:29.550" v="6218"/>
          <ac:spMkLst>
            <pc:docMk/>
            <pc:sldMk cId="387616033" sldId="396"/>
            <ac:spMk id="530" creationId="{54FDBB8B-422F-796B-3C74-D31ED74A33DC}"/>
          </ac:spMkLst>
        </pc:spChg>
        <pc:spChg chg="mod">
          <ac:chgData name="Mayu Ninagawa (蜷川 真優 GE)" userId="15d22be4-2d84-414d-ac66-ca09a50eae87" providerId="ADAL" clId="{2A43D1C7-C612-4547-BA11-3049DC01C97C}" dt="2026-01-29T03:26:31.649" v="5594"/>
          <ac:spMkLst>
            <pc:docMk/>
            <pc:sldMk cId="387616033" sldId="396"/>
            <ac:spMk id="530" creationId="{5C478332-5509-E5DB-48DB-380DC44383E4}"/>
          </ac:spMkLst>
        </pc:spChg>
        <pc:spChg chg="mod">
          <ac:chgData name="Mayu Ninagawa (蜷川 真優 GE)" userId="15d22be4-2d84-414d-ac66-ca09a50eae87" providerId="ADAL" clId="{2A43D1C7-C612-4547-BA11-3049DC01C97C}" dt="2026-01-20T10:49:39.354" v="2776"/>
          <ac:spMkLst>
            <pc:docMk/>
            <pc:sldMk cId="387616033" sldId="396"/>
            <ac:spMk id="530" creationId="{B9BA0BDF-7809-1046-CEEE-753601669E2B}"/>
          </ac:spMkLst>
        </pc:spChg>
        <pc:spChg chg="mod">
          <ac:chgData name="Mayu Ninagawa (蜷川 真優 GE)" userId="15d22be4-2d84-414d-ac66-ca09a50eae87" providerId="ADAL" clId="{2A43D1C7-C612-4547-BA11-3049DC01C97C}" dt="2026-01-20T10:49:39.354" v="2776"/>
          <ac:spMkLst>
            <pc:docMk/>
            <pc:sldMk cId="387616033" sldId="396"/>
            <ac:spMk id="531" creationId="{D75C1E10-A692-18B3-713F-B70F6B0757F5}"/>
          </ac:spMkLst>
        </pc:spChg>
        <pc:spChg chg="mod">
          <ac:chgData name="Mayu Ninagawa (蜷川 真優 GE)" userId="15d22be4-2d84-414d-ac66-ca09a50eae87" providerId="ADAL" clId="{2A43D1C7-C612-4547-BA11-3049DC01C97C}" dt="2026-01-29T06:50:29.550" v="6218"/>
          <ac:spMkLst>
            <pc:docMk/>
            <pc:sldMk cId="387616033" sldId="396"/>
            <ac:spMk id="531" creationId="{EB7CFD1A-B2E2-9362-3D93-F97BA256DF74}"/>
          </ac:spMkLst>
        </pc:spChg>
        <pc:spChg chg="mod">
          <ac:chgData name="Mayu Ninagawa (蜷川 真優 GE)" userId="15d22be4-2d84-414d-ac66-ca09a50eae87" providerId="ADAL" clId="{2A43D1C7-C612-4547-BA11-3049DC01C97C}" dt="2026-01-29T03:26:31.649" v="5594"/>
          <ac:spMkLst>
            <pc:docMk/>
            <pc:sldMk cId="387616033" sldId="396"/>
            <ac:spMk id="531" creationId="{F7B575C9-8C37-148D-E6F5-60E605246C4F}"/>
          </ac:spMkLst>
        </pc:spChg>
        <pc:spChg chg="mod">
          <ac:chgData name="Mayu Ninagawa (蜷川 真優 GE)" userId="15d22be4-2d84-414d-ac66-ca09a50eae87" providerId="ADAL" clId="{2A43D1C7-C612-4547-BA11-3049DC01C97C}" dt="2026-01-22T03:15:28.155" v="4381"/>
          <ac:spMkLst>
            <pc:docMk/>
            <pc:sldMk cId="387616033" sldId="396"/>
            <ac:spMk id="531" creationId="{F9422A8D-9DD9-C02C-884F-89F47E45B0B0}"/>
          </ac:spMkLst>
        </pc:spChg>
        <pc:spChg chg="mod">
          <ac:chgData name="Mayu Ninagawa (蜷川 真優 GE)" userId="15d22be4-2d84-414d-ac66-ca09a50eae87" providerId="ADAL" clId="{2A43D1C7-C612-4547-BA11-3049DC01C97C}" dt="2026-01-20T10:49:39.354" v="2776"/>
          <ac:spMkLst>
            <pc:docMk/>
            <pc:sldMk cId="387616033" sldId="396"/>
            <ac:spMk id="532" creationId="{03AF70AB-03A3-649F-1EED-9BE9D479A7F3}"/>
          </ac:spMkLst>
        </pc:spChg>
        <pc:spChg chg="mod">
          <ac:chgData name="Mayu Ninagawa (蜷川 真優 GE)" userId="15d22be4-2d84-414d-ac66-ca09a50eae87" providerId="ADAL" clId="{2A43D1C7-C612-4547-BA11-3049DC01C97C}" dt="2026-01-22T03:15:28.155" v="4381"/>
          <ac:spMkLst>
            <pc:docMk/>
            <pc:sldMk cId="387616033" sldId="396"/>
            <ac:spMk id="532" creationId="{9F911D88-7A9C-BD8A-6629-0826E12F8A12}"/>
          </ac:spMkLst>
        </pc:spChg>
        <pc:spChg chg="mod">
          <ac:chgData name="Mayu Ninagawa (蜷川 真優 GE)" userId="15d22be4-2d84-414d-ac66-ca09a50eae87" providerId="ADAL" clId="{2A43D1C7-C612-4547-BA11-3049DC01C97C}" dt="2026-01-29T06:50:29.550" v="6218"/>
          <ac:spMkLst>
            <pc:docMk/>
            <pc:sldMk cId="387616033" sldId="396"/>
            <ac:spMk id="532" creationId="{D50A7B5F-DA24-E57B-278B-6167B1EB43D9}"/>
          </ac:spMkLst>
        </pc:spChg>
        <pc:spChg chg="mod">
          <ac:chgData name="Mayu Ninagawa (蜷川 真優 GE)" userId="15d22be4-2d84-414d-ac66-ca09a50eae87" providerId="ADAL" clId="{2A43D1C7-C612-4547-BA11-3049DC01C97C}" dt="2026-01-29T03:26:31.649" v="5594"/>
          <ac:spMkLst>
            <pc:docMk/>
            <pc:sldMk cId="387616033" sldId="396"/>
            <ac:spMk id="533" creationId="{1F9D6872-A166-AB9D-7279-23E1144FEB46}"/>
          </ac:spMkLst>
        </pc:spChg>
        <pc:spChg chg="mod">
          <ac:chgData name="Mayu Ninagawa (蜷川 真優 GE)" userId="15d22be4-2d84-414d-ac66-ca09a50eae87" providerId="ADAL" clId="{2A43D1C7-C612-4547-BA11-3049DC01C97C}" dt="2026-01-29T06:50:29.550" v="6218"/>
          <ac:spMkLst>
            <pc:docMk/>
            <pc:sldMk cId="387616033" sldId="396"/>
            <ac:spMk id="533" creationId="{2A14C6F5-3570-04B0-649B-52541E0C82DF}"/>
          </ac:spMkLst>
        </pc:spChg>
        <pc:spChg chg="mod">
          <ac:chgData name="Mayu Ninagawa (蜷川 真優 GE)" userId="15d22be4-2d84-414d-ac66-ca09a50eae87" providerId="ADAL" clId="{2A43D1C7-C612-4547-BA11-3049DC01C97C}" dt="2026-01-20T10:49:39.354" v="2776"/>
          <ac:spMkLst>
            <pc:docMk/>
            <pc:sldMk cId="387616033" sldId="396"/>
            <ac:spMk id="533" creationId="{6E934D07-280D-ECAD-F76E-3D05F3FA0E8E}"/>
          </ac:spMkLst>
        </pc:spChg>
        <pc:spChg chg="mod">
          <ac:chgData name="Mayu Ninagawa (蜷川 真優 GE)" userId="15d22be4-2d84-414d-ac66-ca09a50eae87" providerId="ADAL" clId="{2A43D1C7-C612-4547-BA11-3049DC01C97C}" dt="2026-01-22T03:15:28.155" v="4381"/>
          <ac:spMkLst>
            <pc:docMk/>
            <pc:sldMk cId="387616033" sldId="396"/>
            <ac:spMk id="533" creationId="{BEDA7131-B325-7A69-358A-20C35E05784B}"/>
          </ac:spMkLst>
        </pc:spChg>
        <pc:spChg chg="mod">
          <ac:chgData name="Mayu Ninagawa (蜷川 真優 GE)" userId="15d22be4-2d84-414d-ac66-ca09a50eae87" providerId="ADAL" clId="{2A43D1C7-C612-4547-BA11-3049DC01C97C}" dt="2026-01-22T03:15:28.155" v="4381"/>
          <ac:spMkLst>
            <pc:docMk/>
            <pc:sldMk cId="387616033" sldId="396"/>
            <ac:spMk id="534" creationId="{3A21FE0A-C8D7-9D2A-ECAD-7FAB7DE7DD43}"/>
          </ac:spMkLst>
        </pc:spChg>
        <pc:spChg chg="mod">
          <ac:chgData name="Mayu Ninagawa (蜷川 真優 GE)" userId="15d22be4-2d84-414d-ac66-ca09a50eae87" providerId="ADAL" clId="{2A43D1C7-C612-4547-BA11-3049DC01C97C}" dt="2026-01-29T03:26:31.649" v="5594"/>
          <ac:spMkLst>
            <pc:docMk/>
            <pc:sldMk cId="387616033" sldId="396"/>
            <ac:spMk id="534" creationId="{553BF796-AE5F-CD84-28BF-E2BE84EE425F}"/>
          </ac:spMkLst>
        </pc:spChg>
        <pc:spChg chg="mod">
          <ac:chgData name="Mayu Ninagawa (蜷川 真優 GE)" userId="15d22be4-2d84-414d-ac66-ca09a50eae87" providerId="ADAL" clId="{2A43D1C7-C612-4547-BA11-3049DC01C97C}" dt="2026-01-20T10:49:39.354" v="2776"/>
          <ac:spMkLst>
            <pc:docMk/>
            <pc:sldMk cId="387616033" sldId="396"/>
            <ac:spMk id="534" creationId="{82318FE3-7A99-6BAB-3714-B201904A22FB}"/>
          </ac:spMkLst>
        </pc:spChg>
        <pc:spChg chg="mod">
          <ac:chgData name="Mayu Ninagawa (蜷川 真優 GE)" userId="15d22be4-2d84-414d-ac66-ca09a50eae87" providerId="ADAL" clId="{2A43D1C7-C612-4547-BA11-3049DC01C97C}" dt="2026-01-29T06:50:29.550" v="6218"/>
          <ac:spMkLst>
            <pc:docMk/>
            <pc:sldMk cId="387616033" sldId="396"/>
            <ac:spMk id="534" creationId="{C906F1F1-D0F6-DC80-6512-1E1EC68C31CB}"/>
          </ac:spMkLst>
        </pc:spChg>
        <pc:spChg chg="mod">
          <ac:chgData name="Mayu Ninagawa (蜷川 真優 GE)" userId="15d22be4-2d84-414d-ac66-ca09a50eae87" providerId="ADAL" clId="{2A43D1C7-C612-4547-BA11-3049DC01C97C}" dt="2026-01-29T03:26:31.649" v="5594"/>
          <ac:spMkLst>
            <pc:docMk/>
            <pc:sldMk cId="387616033" sldId="396"/>
            <ac:spMk id="535" creationId="{A468AE9A-3545-3739-290A-5F23ABDCEF03}"/>
          </ac:spMkLst>
        </pc:spChg>
        <pc:spChg chg="mod">
          <ac:chgData name="Mayu Ninagawa (蜷川 真優 GE)" userId="15d22be4-2d84-414d-ac66-ca09a50eae87" providerId="ADAL" clId="{2A43D1C7-C612-4547-BA11-3049DC01C97C}" dt="2026-01-22T03:15:28.155" v="4381"/>
          <ac:spMkLst>
            <pc:docMk/>
            <pc:sldMk cId="387616033" sldId="396"/>
            <ac:spMk id="535" creationId="{ABA68A9A-4C84-6B4F-3DF1-9583F5B8D113}"/>
          </ac:spMkLst>
        </pc:spChg>
        <pc:spChg chg="mod">
          <ac:chgData name="Mayu Ninagawa (蜷川 真優 GE)" userId="15d22be4-2d84-414d-ac66-ca09a50eae87" providerId="ADAL" clId="{2A43D1C7-C612-4547-BA11-3049DC01C97C}" dt="2026-01-29T06:50:29.550" v="6218"/>
          <ac:spMkLst>
            <pc:docMk/>
            <pc:sldMk cId="387616033" sldId="396"/>
            <ac:spMk id="535" creationId="{DABF09FD-028B-F8B4-171E-F81F32D01A2C}"/>
          </ac:spMkLst>
        </pc:spChg>
        <pc:spChg chg="mod">
          <ac:chgData name="Mayu Ninagawa (蜷川 真優 GE)" userId="15d22be4-2d84-414d-ac66-ca09a50eae87" providerId="ADAL" clId="{2A43D1C7-C612-4547-BA11-3049DC01C97C}" dt="2026-01-29T03:26:31.649" v="5594"/>
          <ac:spMkLst>
            <pc:docMk/>
            <pc:sldMk cId="387616033" sldId="396"/>
            <ac:spMk id="536" creationId="{00D99168-F471-EAAA-6C48-C9704A5DE131}"/>
          </ac:spMkLst>
        </pc:spChg>
        <pc:spChg chg="mod">
          <ac:chgData name="Mayu Ninagawa (蜷川 真優 GE)" userId="15d22be4-2d84-414d-ac66-ca09a50eae87" providerId="ADAL" clId="{2A43D1C7-C612-4547-BA11-3049DC01C97C}" dt="2026-01-22T03:15:28.155" v="4381"/>
          <ac:spMkLst>
            <pc:docMk/>
            <pc:sldMk cId="387616033" sldId="396"/>
            <ac:spMk id="536" creationId="{D1A45665-B5DD-E8D5-D71E-27A9185B36BD}"/>
          </ac:spMkLst>
        </pc:spChg>
        <pc:spChg chg="mod">
          <ac:chgData name="Mayu Ninagawa (蜷川 真優 GE)" userId="15d22be4-2d84-414d-ac66-ca09a50eae87" providerId="ADAL" clId="{2A43D1C7-C612-4547-BA11-3049DC01C97C}" dt="2026-01-29T06:50:29.550" v="6218"/>
          <ac:spMkLst>
            <pc:docMk/>
            <pc:sldMk cId="387616033" sldId="396"/>
            <ac:spMk id="536" creationId="{FFEB4769-42FD-525F-83DD-8F888FA14F42}"/>
          </ac:spMkLst>
        </pc:spChg>
        <pc:spChg chg="mod">
          <ac:chgData name="Mayu Ninagawa (蜷川 真優 GE)" userId="15d22be4-2d84-414d-ac66-ca09a50eae87" providerId="ADAL" clId="{2A43D1C7-C612-4547-BA11-3049DC01C97C}" dt="2026-01-29T03:26:31.649" v="5594"/>
          <ac:spMkLst>
            <pc:docMk/>
            <pc:sldMk cId="387616033" sldId="396"/>
            <ac:spMk id="537" creationId="{283133E4-B86D-37FA-98C3-DF98DB9E513F}"/>
          </ac:spMkLst>
        </pc:spChg>
        <pc:spChg chg="mod">
          <ac:chgData name="Mayu Ninagawa (蜷川 真優 GE)" userId="15d22be4-2d84-414d-ac66-ca09a50eae87" providerId="ADAL" clId="{2A43D1C7-C612-4547-BA11-3049DC01C97C}" dt="2026-01-29T06:50:29.550" v="6218"/>
          <ac:spMkLst>
            <pc:docMk/>
            <pc:sldMk cId="387616033" sldId="396"/>
            <ac:spMk id="537" creationId="{4DEE4B4D-6617-3741-6D6A-A5B7233B13ED}"/>
          </ac:spMkLst>
        </pc:spChg>
        <pc:spChg chg="mod">
          <ac:chgData name="Mayu Ninagawa (蜷川 真優 GE)" userId="15d22be4-2d84-414d-ac66-ca09a50eae87" providerId="ADAL" clId="{2A43D1C7-C612-4547-BA11-3049DC01C97C}" dt="2026-01-22T03:15:28.155" v="4381"/>
          <ac:spMkLst>
            <pc:docMk/>
            <pc:sldMk cId="387616033" sldId="396"/>
            <ac:spMk id="537" creationId="{7786B25E-8302-21B5-A5B5-EE867F41FD0B}"/>
          </ac:spMkLst>
        </pc:spChg>
        <pc:spChg chg="mod">
          <ac:chgData name="Mayu Ninagawa (蜷川 真優 GE)" userId="15d22be4-2d84-414d-ac66-ca09a50eae87" providerId="ADAL" clId="{2A43D1C7-C612-4547-BA11-3049DC01C97C}" dt="2026-01-20T10:49:39.354" v="2776"/>
          <ac:spMkLst>
            <pc:docMk/>
            <pc:sldMk cId="387616033" sldId="396"/>
            <ac:spMk id="538" creationId="{0CC27126-0CC7-4D22-F78E-CD47EECA0316}"/>
          </ac:spMkLst>
        </pc:spChg>
        <pc:spChg chg="mod">
          <ac:chgData name="Mayu Ninagawa (蜷川 真優 GE)" userId="15d22be4-2d84-414d-ac66-ca09a50eae87" providerId="ADAL" clId="{2A43D1C7-C612-4547-BA11-3049DC01C97C}" dt="2026-01-29T03:26:31.649" v="5594"/>
          <ac:spMkLst>
            <pc:docMk/>
            <pc:sldMk cId="387616033" sldId="396"/>
            <ac:spMk id="538" creationId="{3CFFAF5E-995B-6D76-AB6E-C526A90F5DD6}"/>
          </ac:spMkLst>
        </pc:spChg>
        <pc:spChg chg="mod">
          <ac:chgData name="Mayu Ninagawa (蜷川 真優 GE)" userId="15d22be4-2d84-414d-ac66-ca09a50eae87" providerId="ADAL" clId="{2A43D1C7-C612-4547-BA11-3049DC01C97C}" dt="2026-01-22T03:15:28.155" v="4381"/>
          <ac:spMkLst>
            <pc:docMk/>
            <pc:sldMk cId="387616033" sldId="396"/>
            <ac:spMk id="538" creationId="{FE5B45E6-969B-C871-4495-5453E307A09F}"/>
          </ac:spMkLst>
        </pc:spChg>
        <pc:spChg chg="mod">
          <ac:chgData name="Mayu Ninagawa (蜷川 真優 GE)" userId="15d22be4-2d84-414d-ac66-ca09a50eae87" providerId="ADAL" clId="{2A43D1C7-C612-4547-BA11-3049DC01C97C}" dt="2026-01-29T06:51:01.458" v="6226"/>
          <ac:spMkLst>
            <pc:docMk/>
            <pc:sldMk cId="387616033" sldId="396"/>
            <ac:spMk id="539" creationId="{23A46F88-8626-64AB-59C1-2732B2F7F79F}"/>
          </ac:spMkLst>
        </pc:spChg>
        <pc:spChg chg="mod">
          <ac:chgData name="Mayu Ninagawa (蜷川 真優 GE)" userId="15d22be4-2d84-414d-ac66-ca09a50eae87" providerId="ADAL" clId="{2A43D1C7-C612-4547-BA11-3049DC01C97C}" dt="2026-01-29T03:26:31.649" v="5594"/>
          <ac:spMkLst>
            <pc:docMk/>
            <pc:sldMk cId="387616033" sldId="396"/>
            <ac:spMk id="539" creationId="{79A28BAA-EA73-2D6B-A2CB-006FD138267A}"/>
          </ac:spMkLst>
        </pc:spChg>
        <pc:spChg chg="mod">
          <ac:chgData name="Mayu Ninagawa (蜷川 真優 GE)" userId="15d22be4-2d84-414d-ac66-ca09a50eae87" providerId="ADAL" clId="{2A43D1C7-C612-4547-BA11-3049DC01C97C}" dt="2026-01-20T10:49:39.354" v="2776"/>
          <ac:spMkLst>
            <pc:docMk/>
            <pc:sldMk cId="387616033" sldId="396"/>
            <ac:spMk id="539" creationId="{E8AD6675-372F-4344-4798-FC51A3539194}"/>
          </ac:spMkLst>
        </pc:spChg>
        <pc:spChg chg="mod">
          <ac:chgData name="Mayu Ninagawa (蜷川 真優 GE)" userId="15d22be4-2d84-414d-ac66-ca09a50eae87" providerId="ADAL" clId="{2A43D1C7-C612-4547-BA11-3049DC01C97C}" dt="2026-01-22T03:15:28.155" v="4381"/>
          <ac:spMkLst>
            <pc:docMk/>
            <pc:sldMk cId="387616033" sldId="396"/>
            <ac:spMk id="539" creationId="{EC0F1CD0-E49D-4169-405F-4AD4A20192FC}"/>
          </ac:spMkLst>
        </pc:spChg>
        <pc:spChg chg="mod">
          <ac:chgData name="Mayu Ninagawa (蜷川 真優 GE)" userId="15d22be4-2d84-414d-ac66-ca09a50eae87" providerId="ADAL" clId="{2A43D1C7-C612-4547-BA11-3049DC01C97C}" dt="2026-01-29T06:51:01.458" v="6226"/>
          <ac:spMkLst>
            <pc:docMk/>
            <pc:sldMk cId="387616033" sldId="396"/>
            <ac:spMk id="540" creationId="{4EF9B992-8684-DBA1-E6EA-CA22F8E9EAA5}"/>
          </ac:spMkLst>
        </pc:spChg>
        <pc:spChg chg="mod">
          <ac:chgData name="Mayu Ninagawa (蜷川 真優 GE)" userId="15d22be4-2d84-414d-ac66-ca09a50eae87" providerId="ADAL" clId="{2A43D1C7-C612-4547-BA11-3049DC01C97C}" dt="2026-01-29T03:26:31.649" v="5594"/>
          <ac:spMkLst>
            <pc:docMk/>
            <pc:sldMk cId="387616033" sldId="396"/>
            <ac:spMk id="540" creationId="{765E57AF-3632-DA82-6BC8-97AD6D5F1982}"/>
          </ac:spMkLst>
        </pc:spChg>
        <pc:spChg chg="mod">
          <ac:chgData name="Mayu Ninagawa (蜷川 真優 GE)" userId="15d22be4-2d84-414d-ac66-ca09a50eae87" providerId="ADAL" clId="{2A43D1C7-C612-4547-BA11-3049DC01C97C}" dt="2026-01-20T10:49:39.354" v="2776"/>
          <ac:spMkLst>
            <pc:docMk/>
            <pc:sldMk cId="387616033" sldId="396"/>
            <ac:spMk id="540" creationId="{855726E3-9FE8-7D11-29EA-789425E3B554}"/>
          </ac:spMkLst>
        </pc:spChg>
        <pc:spChg chg="mod">
          <ac:chgData name="Mayu Ninagawa (蜷川 真優 GE)" userId="15d22be4-2d84-414d-ac66-ca09a50eae87" providerId="ADAL" clId="{2A43D1C7-C612-4547-BA11-3049DC01C97C}" dt="2026-01-22T03:15:28.155" v="4381"/>
          <ac:spMkLst>
            <pc:docMk/>
            <pc:sldMk cId="387616033" sldId="396"/>
            <ac:spMk id="540" creationId="{E06DAF7A-A336-266D-F635-F81A23785FE9}"/>
          </ac:spMkLst>
        </pc:spChg>
        <pc:spChg chg="mod">
          <ac:chgData name="Mayu Ninagawa (蜷川 真優 GE)" userId="15d22be4-2d84-414d-ac66-ca09a50eae87" providerId="ADAL" clId="{2A43D1C7-C612-4547-BA11-3049DC01C97C}" dt="2026-01-29T03:26:31.649" v="5594"/>
          <ac:spMkLst>
            <pc:docMk/>
            <pc:sldMk cId="387616033" sldId="396"/>
            <ac:spMk id="541" creationId="{263E2A28-AB07-E571-BF35-C9637F3CA2CE}"/>
          </ac:spMkLst>
        </pc:spChg>
        <pc:spChg chg="mod">
          <ac:chgData name="Mayu Ninagawa (蜷川 真優 GE)" userId="15d22be4-2d84-414d-ac66-ca09a50eae87" providerId="ADAL" clId="{2A43D1C7-C612-4547-BA11-3049DC01C97C}" dt="2026-01-29T06:51:01.458" v="6226"/>
          <ac:spMkLst>
            <pc:docMk/>
            <pc:sldMk cId="387616033" sldId="396"/>
            <ac:spMk id="541" creationId="{8A736108-ADF1-282D-A152-DD1F55521A01}"/>
          </ac:spMkLst>
        </pc:spChg>
        <pc:spChg chg="mod">
          <ac:chgData name="Mayu Ninagawa (蜷川 真優 GE)" userId="15d22be4-2d84-414d-ac66-ca09a50eae87" providerId="ADAL" clId="{2A43D1C7-C612-4547-BA11-3049DC01C97C}" dt="2026-01-22T03:15:28.155" v="4381"/>
          <ac:spMkLst>
            <pc:docMk/>
            <pc:sldMk cId="387616033" sldId="396"/>
            <ac:spMk id="541" creationId="{A8533512-5721-D7B3-1525-AC805B73E353}"/>
          </ac:spMkLst>
        </pc:spChg>
        <pc:spChg chg="mod">
          <ac:chgData name="Mayu Ninagawa (蜷川 真優 GE)" userId="15d22be4-2d84-414d-ac66-ca09a50eae87" providerId="ADAL" clId="{2A43D1C7-C612-4547-BA11-3049DC01C97C}" dt="2026-01-20T10:49:39.354" v="2776"/>
          <ac:spMkLst>
            <pc:docMk/>
            <pc:sldMk cId="387616033" sldId="396"/>
            <ac:spMk id="541" creationId="{DBCC26FA-4979-9597-F06F-0ACC12F096A3}"/>
          </ac:spMkLst>
        </pc:spChg>
        <pc:spChg chg="add del mod topLvl">
          <ac:chgData name="Mayu Ninagawa (蜷川 真優 GE)" userId="15d22be4-2d84-414d-ac66-ca09a50eae87" providerId="ADAL" clId="{2A43D1C7-C612-4547-BA11-3049DC01C97C}" dt="2026-01-29T06:52:25.362" v="6247"/>
          <ac:spMkLst>
            <pc:docMk/>
            <pc:sldMk cId="387616033" sldId="396"/>
            <ac:spMk id="542" creationId="{C2D7C77F-5F68-803F-C2F3-4776459BEE4D}"/>
          </ac:spMkLst>
        </pc:spChg>
        <pc:spChg chg="mod">
          <ac:chgData name="Mayu Ninagawa (蜷川 真優 GE)" userId="15d22be4-2d84-414d-ac66-ca09a50eae87" providerId="ADAL" clId="{2A43D1C7-C612-4547-BA11-3049DC01C97C}" dt="2026-01-29T03:26:31.649" v="5594"/>
          <ac:spMkLst>
            <pc:docMk/>
            <pc:sldMk cId="387616033" sldId="396"/>
            <ac:spMk id="543" creationId="{1C30CB6C-6FA1-9581-043F-AE2FFD22A7AA}"/>
          </ac:spMkLst>
        </pc:spChg>
        <pc:spChg chg="mod">
          <ac:chgData name="Mayu Ninagawa (蜷川 真優 GE)" userId="15d22be4-2d84-414d-ac66-ca09a50eae87" providerId="ADAL" clId="{2A43D1C7-C612-4547-BA11-3049DC01C97C}" dt="2026-01-22T03:15:28.155" v="4381"/>
          <ac:spMkLst>
            <pc:docMk/>
            <pc:sldMk cId="387616033" sldId="396"/>
            <ac:spMk id="543" creationId="{4549DAA7-B3C4-6F03-71ED-BF3763121626}"/>
          </ac:spMkLst>
        </pc:spChg>
        <pc:spChg chg="add del mod">
          <ac:chgData name="Mayu Ninagawa (蜷川 真優 GE)" userId="15d22be4-2d84-414d-ac66-ca09a50eae87" providerId="ADAL" clId="{2A43D1C7-C612-4547-BA11-3049DC01C97C}" dt="2026-01-20T10:54:48.426" v="2809"/>
          <ac:spMkLst>
            <pc:docMk/>
            <pc:sldMk cId="387616033" sldId="396"/>
            <ac:spMk id="543" creationId="{B41DE9F3-1EC4-971B-942B-A1CEF4B1D9DF}"/>
          </ac:spMkLst>
        </pc:spChg>
        <pc:spChg chg="mod">
          <ac:chgData name="Mayu Ninagawa (蜷川 真優 GE)" userId="15d22be4-2d84-414d-ac66-ca09a50eae87" providerId="ADAL" clId="{2A43D1C7-C612-4547-BA11-3049DC01C97C}" dt="2026-01-29T06:51:01.458" v="6226"/>
          <ac:spMkLst>
            <pc:docMk/>
            <pc:sldMk cId="387616033" sldId="396"/>
            <ac:spMk id="543" creationId="{E7A5F8A1-9561-8831-EFB2-238D8ECB5621}"/>
          </ac:spMkLst>
        </pc:spChg>
        <pc:spChg chg="mod topLvl">
          <ac:chgData name="Mayu Ninagawa (蜷川 真優 GE)" userId="15d22be4-2d84-414d-ac66-ca09a50eae87" providerId="ADAL" clId="{2A43D1C7-C612-4547-BA11-3049DC01C97C}" dt="2026-01-29T06:57:06.102" v="6345" actId="164"/>
          <ac:spMkLst>
            <pc:docMk/>
            <pc:sldMk cId="387616033" sldId="396"/>
            <ac:spMk id="544" creationId="{4518E600-94A5-3A89-A032-16987B5474D9}"/>
          </ac:spMkLst>
        </pc:spChg>
        <pc:spChg chg="mod">
          <ac:chgData name="Mayu Ninagawa (蜷川 真優 GE)" userId="15d22be4-2d84-414d-ac66-ca09a50eae87" providerId="ADAL" clId="{2A43D1C7-C612-4547-BA11-3049DC01C97C}" dt="2026-01-22T03:15:28.155" v="4381"/>
          <ac:spMkLst>
            <pc:docMk/>
            <pc:sldMk cId="387616033" sldId="396"/>
            <ac:spMk id="545" creationId="{2891A147-AE8C-97DB-BB27-B17CEEB8D99E}"/>
          </ac:spMkLst>
        </pc:spChg>
        <pc:spChg chg="mod">
          <ac:chgData name="Mayu Ninagawa (蜷川 真優 GE)" userId="15d22be4-2d84-414d-ac66-ca09a50eae87" providerId="ADAL" clId="{2A43D1C7-C612-4547-BA11-3049DC01C97C}" dt="2026-01-29T06:51:01.458" v="6226"/>
          <ac:spMkLst>
            <pc:docMk/>
            <pc:sldMk cId="387616033" sldId="396"/>
            <ac:spMk id="545" creationId="{BBF7A669-B06A-9C58-CA0C-4CEA1FD6493E}"/>
          </ac:spMkLst>
        </pc:spChg>
        <pc:spChg chg="mod">
          <ac:chgData name="Mayu Ninagawa (蜷川 真優 GE)" userId="15d22be4-2d84-414d-ac66-ca09a50eae87" providerId="ADAL" clId="{2A43D1C7-C612-4547-BA11-3049DC01C97C}" dt="2026-01-29T03:26:31.649" v="5594"/>
          <ac:spMkLst>
            <pc:docMk/>
            <pc:sldMk cId="387616033" sldId="396"/>
            <ac:spMk id="545" creationId="{E0E736BB-FFD4-AB60-28C4-E83EA8327923}"/>
          </ac:spMkLst>
        </pc:spChg>
        <pc:spChg chg="mod topLvl">
          <ac:chgData name="Mayu Ninagawa (蜷川 真優 GE)" userId="15d22be4-2d84-414d-ac66-ca09a50eae87" providerId="ADAL" clId="{2A43D1C7-C612-4547-BA11-3049DC01C97C}" dt="2026-01-29T06:57:06.102" v="6345" actId="164"/>
          <ac:spMkLst>
            <pc:docMk/>
            <pc:sldMk cId="387616033" sldId="396"/>
            <ac:spMk id="546" creationId="{B3E0AB4F-6E8E-77EE-7102-E41F0F4F62A4}"/>
          </ac:spMkLst>
        </pc:spChg>
        <pc:spChg chg="mod">
          <ac:chgData name="Mayu Ninagawa (蜷川 真優 GE)" userId="15d22be4-2d84-414d-ac66-ca09a50eae87" providerId="ADAL" clId="{2A43D1C7-C612-4547-BA11-3049DC01C97C}" dt="2026-01-22T03:15:28.155" v="4381"/>
          <ac:spMkLst>
            <pc:docMk/>
            <pc:sldMk cId="387616033" sldId="396"/>
            <ac:spMk id="547" creationId="{13AA0636-F48C-F7AA-CFBD-62BF43B8F0CA}"/>
          </ac:spMkLst>
        </pc:spChg>
        <pc:spChg chg="mod">
          <ac:chgData name="Mayu Ninagawa (蜷川 真優 GE)" userId="15d22be4-2d84-414d-ac66-ca09a50eae87" providerId="ADAL" clId="{2A43D1C7-C612-4547-BA11-3049DC01C97C}" dt="2026-01-20T10:57:17.052" v="2827"/>
          <ac:spMkLst>
            <pc:docMk/>
            <pc:sldMk cId="387616033" sldId="396"/>
            <ac:spMk id="547" creationId="{1449F1C5-59F6-D5F9-E6C0-C0DBC9BF0E43}"/>
          </ac:spMkLst>
        </pc:spChg>
        <pc:spChg chg="mod">
          <ac:chgData name="Mayu Ninagawa (蜷川 真優 GE)" userId="15d22be4-2d84-414d-ac66-ca09a50eae87" providerId="ADAL" clId="{2A43D1C7-C612-4547-BA11-3049DC01C97C}" dt="2026-01-29T03:26:31.649" v="5594"/>
          <ac:spMkLst>
            <pc:docMk/>
            <pc:sldMk cId="387616033" sldId="396"/>
            <ac:spMk id="547" creationId="{BE4A03F4-BAF6-11F3-A03D-33104396CD62}"/>
          </ac:spMkLst>
        </pc:spChg>
        <pc:spChg chg="mod">
          <ac:chgData name="Mayu Ninagawa (蜷川 真優 GE)" userId="15d22be4-2d84-414d-ac66-ca09a50eae87" providerId="ADAL" clId="{2A43D1C7-C612-4547-BA11-3049DC01C97C}" dt="2026-01-29T06:51:01.458" v="6226"/>
          <ac:spMkLst>
            <pc:docMk/>
            <pc:sldMk cId="387616033" sldId="396"/>
            <ac:spMk id="547" creationId="{D23C65BB-E1B8-49E5-AAF9-CF377FA3FED8}"/>
          </ac:spMkLst>
        </pc:spChg>
        <pc:spChg chg="mod topLvl">
          <ac:chgData name="Mayu Ninagawa (蜷川 真優 GE)" userId="15d22be4-2d84-414d-ac66-ca09a50eae87" providerId="ADAL" clId="{2A43D1C7-C612-4547-BA11-3049DC01C97C}" dt="2026-01-29T06:57:06.102" v="6345" actId="164"/>
          <ac:spMkLst>
            <pc:docMk/>
            <pc:sldMk cId="387616033" sldId="396"/>
            <ac:spMk id="548" creationId="{ADA1EAC7-9268-2ADF-7082-D00875DC5527}"/>
          </ac:spMkLst>
        </pc:spChg>
        <pc:spChg chg="mod">
          <ac:chgData name="Mayu Ninagawa (蜷川 真優 GE)" userId="15d22be4-2d84-414d-ac66-ca09a50eae87" providerId="ADAL" clId="{2A43D1C7-C612-4547-BA11-3049DC01C97C}" dt="2026-01-22T03:15:28.155" v="4381"/>
          <ac:spMkLst>
            <pc:docMk/>
            <pc:sldMk cId="387616033" sldId="396"/>
            <ac:spMk id="549" creationId="{0824B61A-C6BF-C219-9178-AA0A4F8ECE66}"/>
          </ac:spMkLst>
        </pc:spChg>
        <pc:spChg chg="mod">
          <ac:chgData name="Mayu Ninagawa (蜷川 真優 GE)" userId="15d22be4-2d84-414d-ac66-ca09a50eae87" providerId="ADAL" clId="{2A43D1C7-C612-4547-BA11-3049DC01C97C}" dt="2026-01-20T10:57:17.052" v="2827"/>
          <ac:spMkLst>
            <pc:docMk/>
            <pc:sldMk cId="387616033" sldId="396"/>
            <ac:spMk id="549" creationId="{5A98C949-CECC-BBF4-3A17-86F666E2D3AA}"/>
          </ac:spMkLst>
        </pc:spChg>
        <pc:spChg chg="mod">
          <ac:chgData name="Mayu Ninagawa (蜷川 真優 GE)" userId="15d22be4-2d84-414d-ac66-ca09a50eae87" providerId="ADAL" clId="{2A43D1C7-C612-4547-BA11-3049DC01C97C}" dt="2026-01-29T03:26:31.649" v="5594"/>
          <ac:spMkLst>
            <pc:docMk/>
            <pc:sldMk cId="387616033" sldId="396"/>
            <ac:spMk id="549" creationId="{9A2B25F5-8A6B-BC35-FA53-4B904F936816}"/>
          </ac:spMkLst>
        </pc:spChg>
        <pc:spChg chg="mod">
          <ac:chgData name="Mayu Ninagawa (蜷川 真優 GE)" userId="15d22be4-2d84-414d-ac66-ca09a50eae87" providerId="ADAL" clId="{2A43D1C7-C612-4547-BA11-3049DC01C97C}" dt="2026-01-29T06:51:01.458" v="6226"/>
          <ac:spMkLst>
            <pc:docMk/>
            <pc:sldMk cId="387616033" sldId="396"/>
            <ac:spMk id="549" creationId="{EB29F0DD-877A-4232-47FC-9230CCE0D92F}"/>
          </ac:spMkLst>
        </pc:spChg>
        <pc:spChg chg="mod">
          <ac:chgData name="Mayu Ninagawa (蜷川 真優 GE)" userId="15d22be4-2d84-414d-ac66-ca09a50eae87" providerId="ADAL" clId="{2A43D1C7-C612-4547-BA11-3049DC01C97C}" dt="2026-01-22T03:15:28.155" v="4381"/>
          <ac:spMkLst>
            <pc:docMk/>
            <pc:sldMk cId="387616033" sldId="396"/>
            <ac:spMk id="550" creationId="{438A86AF-D536-B8E0-12A6-45DB05A2BA12}"/>
          </ac:spMkLst>
        </pc:spChg>
        <pc:spChg chg="mod">
          <ac:chgData name="Mayu Ninagawa (蜷川 真優 GE)" userId="15d22be4-2d84-414d-ac66-ca09a50eae87" providerId="ADAL" clId="{2A43D1C7-C612-4547-BA11-3049DC01C97C}" dt="2026-01-20T10:57:17.052" v="2827"/>
          <ac:spMkLst>
            <pc:docMk/>
            <pc:sldMk cId="387616033" sldId="396"/>
            <ac:spMk id="550" creationId="{43C20C26-9075-BD61-5BE9-A9836D3BCD87}"/>
          </ac:spMkLst>
        </pc:spChg>
        <pc:spChg chg="mod">
          <ac:chgData name="Mayu Ninagawa (蜷川 真優 GE)" userId="15d22be4-2d84-414d-ac66-ca09a50eae87" providerId="ADAL" clId="{2A43D1C7-C612-4547-BA11-3049DC01C97C}" dt="2026-01-29T03:26:31.649" v="5594"/>
          <ac:spMkLst>
            <pc:docMk/>
            <pc:sldMk cId="387616033" sldId="396"/>
            <ac:spMk id="550" creationId="{6ADA7731-CFFF-A34F-ABDF-0AD920197948}"/>
          </ac:spMkLst>
        </pc:spChg>
        <pc:spChg chg="mod">
          <ac:chgData name="Mayu Ninagawa (蜷川 真優 GE)" userId="15d22be4-2d84-414d-ac66-ca09a50eae87" providerId="ADAL" clId="{2A43D1C7-C612-4547-BA11-3049DC01C97C}" dt="2026-01-29T06:51:01.458" v="6226"/>
          <ac:spMkLst>
            <pc:docMk/>
            <pc:sldMk cId="387616033" sldId="396"/>
            <ac:spMk id="550" creationId="{B26458DE-0834-A362-9A1F-C8419A14E1DD}"/>
          </ac:spMkLst>
        </pc:spChg>
        <pc:spChg chg="mod">
          <ac:chgData name="Mayu Ninagawa (蜷川 真優 GE)" userId="15d22be4-2d84-414d-ac66-ca09a50eae87" providerId="ADAL" clId="{2A43D1C7-C612-4547-BA11-3049DC01C97C}" dt="2026-01-29T06:51:01.458" v="6226"/>
          <ac:spMkLst>
            <pc:docMk/>
            <pc:sldMk cId="387616033" sldId="396"/>
            <ac:spMk id="551" creationId="{5393D16B-EF5A-7E04-E7D6-5BA1ACF7F3FC}"/>
          </ac:spMkLst>
        </pc:spChg>
        <pc:spChg chg="mod">
          <ac:chgData name="Mayu Ninagawa (蜷川 真優 GE)" userId="15d22be4-2d84-414d-ac66-ca09a50eae87" providerId="ADAL" clId="{2A43D1C7-C612-4547-BA11-3049DC01C97C}" dt="2026-01-29T03:26:31.649" v="5594"/>
          <ac:spMkLst>
            <pc:docMk/>
            <pc:sldMk cId="387616033" sldId="396"/>
            <ac:spMk id="551" creationId="{663602C7-8D5C-C85C-0E1E-D40A3BE189C1}"/>
          </ac:spMkLst>
        </pc:spChg>
        <pc:spChg chg="mod">
          <ac:chgData name="Mayu Ninagawa (蜷川 真優 GE)" userId="15d22be4-2d84-414d-ac66-ca09a50eae87" providerId="ADAL" clId="{2A43D1C7-C612-4547-BA11-3049DC01C97C}" dt="2026-01-20T10:57:17.052" v="2827"/>
          <ac:spMkLst>
            <pc:docMk/>
            <pc:sldMk cId="387616033" sldId="396"/>
            <ac:spMk id="551" creationId="{66685EE2-F7FD-B857-0D28-01B83BFBAC71}"/>
          </ac:spMkLst>
        </pc:spChg>
        <pc:spChg chg="mod">
          <ac:chgData name="Mayu Ninagawa (蜷川 真優 GE)" userId="15d22be4-2d84-414d-ac66-ca09a50eae87" providerId="ADAL" clId="{2A43D1C7-C612-4547-BA11-3049DC01C97C}" dt="2026-01-22T03:15:28.155" v="4381"/>
          <ac:spMkLst>
            <pc:docMk/>
            <pc:sldMk cId="387616033" sldId="396"/>
            <ac:spMk id="551" creationId="{DCC41F31-00DC-80DC-FB8C-F3C78F3BBB45}"/>
          </ac:spMkLst>
        </pc:spChg>
        <pc:spChg chg="mod">
          <ac:chgData name="Mayu Ninagawa (蜷川 真優 GE)" userId="15d22be4-2d84-414d-ac66-ca09a50eae87" providerId="ADAL" clId="{2A43D1C7-C612-4547-BA11-3049DC01C97C}" dt="2026-01-20T10:57:17.052" v="2827"/>
          <ac:spMkLst>
            <pc:docMk/>
            <pc:sldMk cId="387616033" sldId="396"/>
            <ac:spMk id="552" creationId="{59987F9B-8F13-BD7D-3BF3-19D60C6C5F7B}"/>
          </ac:spMkLst>
        </pc:spChg>
        <pc:spChg chg="mod">
          <ac:chgData name="Mayu Ninagawa (蜷川 真優 GE)" userId="15d22be4-2d84-414d-ac66-ca09a50eae87" providerId="ADAL" clId="{2A43D1C7-C612-4547-BA11-3049DC01C97C}" dt="2026-01-29T03:26:31.649" v="5594"/>
          <ac:spMkLst>
            <pc:docMk/>
            <pc:sldMk cId="387616033" sldId="396"/>
            <ac:spMk id="552" creationId="{72ABF1E3-8908-E3B0-E14D-F27DF6D7835F}"/>
          </ac:spMkLst>
        </pc:spChg>
        <pc:spChg chg="mod">
          <ac:chgData name="Mayu Ninagawa (蜷川 真優 GE)" userId="15d22be4-2d84-414d-ac66-ca09a50eae87" providerId="ADAL" clId="{2A43D1C7-C612-4547-BA11-3049DC01C97C}" dt="2026-01-29T06:51:01.458" v="6226"/>
          <ac:spMkLst>
            <pc:docMk/>
            <pc:sldMk cId="387616033" sldId="396"/>
            <ac:spMk id="552" creationId="{768112EC-2E9B-D877-421F-28E18C50B6AA}"/>
          </ac:spMkLst>
        </pc:spChg>
        <pc:spChg chg="mod">
          <ac:chgData name="Mayu Ninagawa (蜷川 真優 GE)" userId="15d22be4-2d84-414d-ac66-ca09a50eae87" providerId="ADAL" clId="{2A43D1C7-C612-4547-BA11-3049DC01C97C}" dt="2026-01-22T03:15:28.155" v="4381"/>
          <ac:spMkLst>
            <pc:docMk/>
            <pc:sldMk cId="387616033" sldId="396"/>
            <ac:spMk id="552" creationId="{7F3A132B-D240-2C70-D508-B2741E6BDD39}"/>
          </ac:spMkLst>
        </pc:spChg>
        <pc:spChg chg="mod">
          <ac:chgData name="Mayu Ninagawa (蜷川 真優 GE)" userId="15d22be4-2d84-414d-ac66-ca09a50eae87" providerId="ADAL" clId="{2A43D1C7-C612-4547-BA11-3049DC01C97C}" dt="2026-01-29T06:51:01.458" v="6226"/>
          <ac:spMkLst>
            <pc:docMk/>
            <pc:sldMk cId="387616033" sldId="396"/>
            <ac:spMk id="553" creationId="{06E5AB6E-8372-8077-A203-1D923828AE04}"/>
          </ac:spMkLst>
        </pc:spChg>
        <pc:spChg chg="mod">
          <ac:chgData name="Mayu Ninagawa (蜷川 真優 GE)" userId="15d22be4-2d84-414d-ac66-ca09a50eae87" providerId="ADAL" clId="{2A43D1C7-C612-4547-BA11-3049DC01C97C}" dt="2026-01-29T03:26:31.649" v="5594"/>
          <ac:spMkLst>
            <pc:docMk/>
            <pc:sldMk cId="387616033" sldId="396"/>
            <ac:spMk id="553" creationId="{98BD93AF-B5E3-DE65-E341-8EC37EB4346F}"/>
          </ac:spMkLst>
        </pc:spChg>
        <pc:spChg chg="mod">
          <ac:chgData name="Mayu Ninagawa (蜷川 真優 GE)" userId="15d22be4-2d84-414d-ac66-ca09a50eae87" providerId="ADAL" clId="{2A43D1C7-C612-4547-BA11-3049DC01C97C}" dt="2026-01-20T10:57:17.052" v="2827"/>
          <ac:spMkLst>
            <pc:docMk/>
            <pc:sldMk cId="387616033" sldId="396"/>
            <ac:spMk id="553" creationId="{CBFAED2A-8D67-5271-73C2-86BF0E319302}"/>
          </ac:spMkLst>
        </pc:spChg>
        <pc:spChg chg="mod">
          <ac:chgData name="Mayu Ninagawa (蜷川 真優 GE)" userId="15d22be4-2d84-414d-ac66-ca09a50eae87" providerId="ADAL" clId="{2A43D1C7-C612-4547-BA11-3049DC01C97C}" dt="2026-01-22T03:15:28.155" v="4381"/>
          <ac:spMkLst>
            <pc:docMk/>
            <pc:sldMk cId="387616033" sldId="396"/>
            <ac:spMk id="553" creationId="{FAAF4EA4-9808-D9F6-8B98-4FCC34530568}"/>
          </ac:spMkLst>
        </pc:spChg>
        <pc:spChg chg="mod">
          <ac:chgData name="Mayu Ninagawa (蜷川 真優 GE)" userId="15d22be4-2d84-414d-ac66-ca09a50eae87" providerId="ADAL" clId="{2A43D1C7-C612-4547-BA11-3049DC01C97C}" dt="2026-01-29T06:51:01.458" v="6226"/>
          <ac:spMkLst>
            <pc:docMk/>
            <pc:sldMk cId="387616033" sldId="396"/>
            <ac:spMk id="554" creationId="{5DAE9975-6E24-F60D-B0C4-420EEBB6FF60}"/>
          </ac:spMkLst>
        </pc:spChg>
        <pc:spChg chg="add del mod">
          <ac:chgData name="Mayu Ninagawa (蜷川 真優 GE)" userId="15d22be4-2d84-414d-ac66-ca09a50eae87" providerId="ADAL" clId="{2A43D1C7-C612-4547-BA11-3049DC01C97C}" dt="2026-01-22T03:15:30.170" v="4382"/>
          <ac:spMkLst>
            <pc:docMk/>
            <pc:sldMk cId="387616033" sldId="396"/>
            <ac:spMk id="554" creationId="{85196E54-822E-616C-DDD3-CE7F860C2742}"/>
          </ac:spMkLst>
        </pc:spChg>
        <pc:spChg chg="mod">
          <ac:chgData name="Mayu Ninagawa (蜷川 真優 GE)" userId="15d22be4-2d84-414d-ac66-ca09a50eae87" providerId="ADAL" clId="{2A43D1C7-C612-4547-BA11-3049DC01C97C}" dt="2026-01-20T10:57:17.052" v="2827"/>
          <ac:spMkLst>
            <pc:docMk/>
            <pc:sldMk cId="387616033" sldId="396"/>
            <ac:spMk id="554" creationId="{E651AA5E-C1CC-8C45-532B-7471D761531D}"/>
          </ac:spMkLst>
        </pc:spChg>
        <pc:spChg chg="mod">
          <ac:chgData name="Mayu Ninagawa (蜷川 真優 GE)" userId="15d22be4-2d84-414d-ac66-ca09a50eae87" providerId="ADAL" clId="{2A43D1C7-C612-4547-BA11-3049DC01C97C}" dt="2026-01-29T03:26:31.649" v="5594"/>
          <ac:spMkLst>
            <pc:docMk/>
            <pc:sldMk cId="387616033" sldId="396"/>
            <ac:spMk id="554" creationId="{E7219ED6-85E1-0903-6CF0-FA19E0486CA4}"/>
          </ac:spMkLst>
        </pc:spChg>
        <pc:spChg chg="mod">
          <ac:chgData name="Mayu Ninagawa (蜷川 真優 GE)" userId="15d22be4-2d84-414d-ac66-ca09a50eae87" providerId="ADAL" clId="{2A43D1C7-C612-4547-BA11-3049DC01C97C}" dt="2026-01-20T10:57:17.052" v="2827"/>
          <ac:spMkLst>
            <pc:docMk/>
            <pc:sldMk cId="387616033" sldId="396"/>
            <ac:spMk id="555" creationId="{08A9A6B8-5D39-CA70-31BC-5E1B854B50B8}"/>
          </ac:spMkLst>
        </pc:spChg>
        <pc:spChg chg="mod">
          <ac:chgData name="Mayu Ninagawa (蜷川 真優 GE)" userId="15d22be4-2d84-414d-ac66-ca09a50eae87" providerId="ADAL" clId="{2A43D1C7-C612-4547-BA11-3049DC01C97C}" dt="2026-01-29T06:51:01.458" v="6226"/>
          <ac:spMkLst>
            <pc:docMk/>
            <pc:sldMk cId="387616033" sldId="396"/>
            <ac:spMk id="556" creationId="{10659229-7E39-BCE6-4185-D809DBA6A8CF}"/>
          </ac:spMkLst>
        </pc:spChg>
        <pc:spChg chg="mod">
          <ac:chgData name="Mayu Ninagawa (蜷川 真優 GE)" userId="15d22be4-2d84-414d-ac66-ca09a50eae87" providerId="ADAL" clId="{2A43D1C7-C612-4547-BA11-3049DC01C97C}" dt="2026-01-20T10:57:17.052" v="2827"/>
          <ac:spMkLst>
            <pc:docMk/>
            <pc:sldMk cId="387616033" sldId="396"/>
            <ac:spMk id="556" creationId="{4365AE7C-4A02-5BE1-BAE1-96B8E6E94A46}"/>
          </ac:spMkLst>
        </pc:spChg>
        <pc:spChg chg="add del mod">
          <ac:chgData name="Mayu Ninagawa (蜷川 真優 GE)" userId="15d22be4-2d84-414d-ac66-ca09a50eae87" providerId="ADAL" clId="{2A43D1C7-C612-4547-BA11-3049DC01C97C}" dt="2026-01-29T03:28:30.247" v="5644" actId="478"/>
          <ac:spMkLst>
            <pc:docMk/>
            <pc:sldMk cId="387616033" sldId="396"/>
            <ac:spMk id="556" creationId="{52CADD89-9423-4D2B-01EE-376F7CB036C9}"/>
          </ac:spMkLst>
        </pc:spChg>
        <pc:spChg chg="mod">
          <ac:chgData name="Mayu Ninagawa (蜷川 真優 GE)" userId="15d22be4-2d84-414d-ac66-ca09a50eae87" providerId="ADAL" clId="{2A43D1C7-C612-4547-BA11-3049DC01C97C}" dt="2026-01-29T03:26:31.649" v="5594"/>
          <ac:spMkLst>
            <pc:docMk/>
            <pc:sldMk cId="387616033" sldId="396"/>
            <ac:spMk id="557" creationId="{244773E9-B5F4-5450-6832-0B6F1654E568}"/>
          </ac:spMkLst>
        </pc:spChg>
        <pc:spChg chg="mod">
          <ac:chgData name="Mayu Ninagawa (蜷川 真優 GE)" userId="15d22be4-2d84-414d-ac66-ca09a50eae87" providerId="ADAL" clId="{2A43D1C7-C612-4547-BA11-3049DC01C97C}" dt="2026-01-20T10:57:17.052" v="2827"/>
          <ac:spMkLst>
            <pc:docMk/>
            <pc:sldMk cId="387616033" sldId="396"/>
            <ac:spMk id="557" creationId="{42C16C23-3A3C-5509-6F2E-D9FC89F28DF5}"/>
          </ac:spMkLst>
        </pc:spChg>
        <pc:spChg chg="mod">
          <ac:chgData name="Mayu Ninagawa (蜷川 真優 GE)" userId="15d22be4-2d84-414d-ac66-ca09a50eae87" providerId="ADAL" clId="{2A43D1C7-C612-4547-BA11-3049DC01C97C}" dt="2026-01-29T06:51:01.458" v="6226"/>
          <ac:spMkLst>
            <pc:docMk/>
            <pc:sldMk cId="387616033" sldId="396"/>
            <ac:spMk id="557" creationId="{A7750F7D-C905-7C10-5E01-6003D4C8FF25}"/>
          </ac:spMkLst>
        </pc:spChg>
        <pc:spChg chg="mod">
          <ac:chgData name="Mayu Ninagawa (蜷川 真優 GE)" userId="15d22be4-2d84-414d-ac66-ca09a50eae87" providerId="ADAL" clId="{2A43D1C7-C612-4547-BA11-3049DC01C97C}" dt="2026-01-29T06:51:01.458" v="6226"/>
          <ac:spMkLst>
            <pc:docMk/>
            <pc:sldMk cId="387616033" sldId="396"/>
            <ac:spMk id="558" creationId="{033ABFB1-0428-5C08-1027-6086ABB0E401}"/>
          </ac:spMkLst>
        </pc:spChg>
        <pc:spChg chg="mod">
          <ac:chgData name="Mayu Ninagawa (蜷川 真優 GE)" userId="15d22be4-2d84-414d-ac66-ca09a50eae87" providerId="ADAL" clId="{2A43D1C7-C612-4547-BA11-3049DC01C97C}" dt="2026-01-29T03:26:31.649" v="5594"/>
          <ac:spMkLst>
            <pc:docMk/>
            <pc:sldMk cId="387616033" sldId="396"/>
            <ac:spMk id="558" creationId="{288498B8-27C9-DFE3-E849-1196CA568AEF}"/>
          </ac:spMkLst>
        </pc:spChg>
        <pc:spChg chg="mod">
          <ac:chgData name="Mayu Ninagawa (蜷川 真優 GE)" userId="15d22be4-2d84-414d-ac66-ca09a50eae87" providerId="ADAL" clId="{2A43D1C7-C612-4547-BA11-3049DC01C97C}" dt="2026-01-20T10:57:17.052" v="2827"/>
          <ac:spMkLst>
            <pc:docMk/>
            <pc:sldMk cId="387616033" sldId="396"/>
            <ac:spMk id="558" creationId="{35E6F44E-84B4-2419-C6F4-AF596AC9511C}"/>
          </ac:spMkLst>
        </pc:spChg>
        <pc:spChg chg="mod">
          <ac:chgData name="Mayu Ninagawa (蜷川 真優 GE)" userId="15d22be4-2d84-414d-ac66-ca09a50eae87" providerId="ADAL" clId="{2A43D1C7-C612-4547-BA11-3049DC01C97C}" dt="2026-01-20T10:57:17.052" v="2827"/>
          <ac:spMkLst>
            <pc:docMk/>
            <pc:sldMk cId="387616033" sldId="396"/>
            <ac:spMk id="559" creationId="{26DE0DEB-61C4-8B14-57ED-221C15BAB5CF}"/>
          </ac:spMkLst>
        </pc:spChg>
        <pc:spChg chg="mod">
          <ac:chgData name="Mayu Ninagawa (蜷川 真優 GE)" userId="15d22be4-2d84-414d-ac66-ca09a50eae87" providerId="ADAL" clId="{2A43D1C7-C612-4547-BA11-3049DC01C97C}" dt="2026-01-29T06:51:01.458" v="6226"/>
          <ac:spMkLst>
            <pc:docMk/>
            <pc:sldMk cId="387616033" sldId="396"/>
            <ac:spMk id="559" creationId="{39264BE5-9353-8D5C-B77F-B2FE615C7575}"/>
          </ac:spMkLst>
        </pc:spChg>
        <pc:spChg chg="mod">
          <ac:chgData name="Mayu Ninagawa (蜷川 真優 GE)" userId="15d22be4-2d84-414d-ac66-ca09a50eae87" providerId="ADAL" clId="{2A43D1C7-C612-4547-BA11-3049DC01C97C}" dt="2026-01-29T03:26:31.649" v="5594"/>
          <ac:spMkLst>
            <pc:docMk/>
            <pc:sldMk cId="387616033" sldId="396"/>
            <ac:spMk id="559" creationId="{AB34D88C-641F-826C-6603-803E5FC7FF1F}"/>
          </ac:spMkLst>
        </pc:spChg>
        <pc:spChg chg="mod">
          <ac:chgData name="Mayu Ninagawa (蜷川 真優 GE)" userId="15d22be4-2d84-414d-ac66-ca09a50eae87" providerId="ADAL" clId="{2A43D1C7-C612-4547-BA11-3049DC01C97C}" dt="2026-01-20T10:57:17.052" v="2827"/>
          <ac:spMkLst>
            <pc:docMk/>
            <pc:sldMk cId="387616033" sldId="396"/>
            <ac:spMk id="560" creationId="{032E896A-3690-300A-A248-4451841D3093}"/>
          </ac:spMkLst>
        </pc:spChg>
        <pc:spChg chg="mod">
          <ac:chgData name="Mayu Ninagawa (蜷川 真優 GE)" userId="15d22be4-2d84-414d-ac66-ca09a50eae87" providerId="ADAL" clId="{2A43D1C7-C612-4547-BA11-3049DC01C97C}" dt="2026-01-29T03:26:31.649" v="5594"/>
          <ac:spMkLst>
            <pc:docMk/>
            <pc:sldMk cId="387616033" sldId="396"/>
            <ac:spMk id="560" creationId="{4DFCF898-FA74-A5F1-FE1E-2B34A95BFACB}"/>
          </ac:spMkLst>
        </pc:spChg>
        <pc:spChg chg="mod">
          <ac:chgData name="Mayu Ninagawa (蜷川 真優 GE)" userId="15d22be4-2d84-414d-ac66-ca09a50eae87" providerId="ADAL" clId="{2A43D1C7-C612-4547-BA11-3049DC01C97C}" dt="2026-01-29T06:51:01.458" v="6226"/>
          <ac:spMkLst>
            <pc:docMk/>
            <pc:sldMk cId="387616033" sldId="396"/>
            <ac:spMk id="560" creationId="{5EB6865C-5283-E3AB-82E0-98DADD41E352}"/>
          </ac:spMkLst>
        </pc:spChg>
        <pc:spChg chg="mod">
          <ac:chgData name="Mayu Ninagawa (蜷川 真優 GE)" userId="15d22be4-2d84-414d-ac66-ca09a50eae87" providerId="ADAL" clId="{2A43D1C7-C612-4547-BA11-3049DC01C97C}" dt="2026-01-20T10:57:17.052" v="2827"/>
          <ac:spMkLst>
            <pc:docMk/>
            <pc:sldMk cId="387616033" sldId="396"/>
            <ac:spMk id="561" creationId="{E3642CE2-0EA4-2055-145D-9F41D7A2C4D8}"/>
          </ac:spMkLst>
        </pc:spChg>
        <pc:spChg chg="mod">
          <ac:chgData name="Mayu Ninagawa (蜷川 真優 GE)" userId="15d22be4-2d84-414d-ac66-ca09a50eae87" providerId="ADAL" clId="{2A43D1C7-C612-4547-BA11-3049DC01C97C}" dt="2026-01-20T10:57:17.052" v="2827"/>
          <ac:spMkLst>
            <pc:docMk/>
            <pc:sldMk cId="387616033" sldId="396"/>
            <ac:spMk id="562" creationId="{093734B6-C439-B74D-8B59-0013F8076B55}"/>
          </ac:spMkLst>
        </pc:spChg>
        <pc:spChg chg="add mod">
          <ac:chgData name="Mayu Ninagawa (蜷川 真優 GE)" userId="15d22be4-2d84-414d-ac66-ca09a50eae87" providerId="ADAL" clId="{2A43D1C7-C612-4547-BA11-3049DC01C97C}" dt="2026-01-29T09:01:42.608" v="7077" actId="1076"/>
          <ac:spMkLst>
            <pc:docMk/>
            <pc:sldMk cId="387616033" sldId="396"/>
            <ac:spMk id="562" creationId="{2366B5F4-BB8A-2DDA-39FA-BCB7CC4470EB}"/>
          </ac:spMkLst>
        </pc:spChg>
        <pc:spChg chg="mod">
          <ac:chgData name="Mayu Ninagawa (蜷川 真優 GE)" userId="15d22be4-2d84-414d-ac66-ca09a50eae87" providerId="ADAL" clId="{2A43D1C7-C612-4547-BA11-3049DC01C97C}" dt="2026-01-20T10:57:17.052" v="2827"/>
          <ac:spMkLst>
            <pc:docMk/>
            <pc:sldMk cId="387616033" sldId="396"/>
            <ac:spMk id="563" creationId="{57D47DAD-940A-31DD-7BFD-B90D9DE7EF44}"/>
          </ac:spMkLst>
        </pc:spChg>
        <pc:spChg chg="add mod">
          <ac:chgData name="Mayu Ninagawa (蜷川 真優 GE)" userId="15d22be4-2d84-414d-ac66-ca09a50eae87" providerId="ADAL" clId="{2A43D1C7-C612-4547-BA11-3049DC01C97C}" dt="2026-01-29T09:01:42.608" v="7077" actId="1076"/>
          <ac:spMkLst>
            <pc:docMk/>
            <pc:sldMk cId="387616033" sldId="396"/>
            <ac:spMk id="563" creationId="{7D816DC9-5A14-7858-E458-C4B62100F534}"/>
          </ac:spMkLst>
        </pc:spChg>
        <pc:spChg chg="mod">
          <ac:chgData name="Mayu Ninagawa (蜷川 真優 GE)" userId="15d22be4-2d84-414d-ac66-ca09a50eae87" providerId="ADAL" clId="{2A43D1C7-C612-4547-BA11-3049DC01C97C}" dt="2026-01-20T10:57:17.052" v="2827"/>
          <ac:spMkLst>
            <pc:docMk/>
            <pc:sldMk cId="387616033" sldId="396"/>
            <ac:spMk id="564" creationId="{A31D30B1-3EC6-D27C-8654-0A7E778E96BE}"/>
          </ac:spMkLst>
        </pc:spChg>
        <pc:spChg chg="mod topLvl">
          <ac:chgData name="Mayu Ninagawa (蜷川 真優 GE)" userId="15d22be4-2d84-414d-ac66-ca09a50eae87" providerId="ADAL" clId="{2A43D1C7-C612-4547-BA11-3049DC01C97C}" dt="2026-01-29T06:50:07.182" v="6214" actId="164"/>
          <ac:spMkLst>
            <pc:docMk/>
            <pc:sldMk cId="387616033" sldId="396"/>
            <ac:spMk id="565" creationId="{6F7543C3-ADD3-EC9E-3DA8-A1B98D754A1A}"/>
          </ac:spMkLst>
        </pc:spChg>
        <pc:spChg chg="mod">
          <ac:chgData name="Mayu Ninagawa (蜷川 真優 GE)" userId="15d22be4-2d84-414d-ac66-ca09a50eae87" providerId="ADAL" clId="{2A43D1C7-C612-4547-BA11-3049DC01C97C}" dt="2026-01-20T10:57:17.052" v="2827"/>
          <ac:spMkLst>
            <pc:docMk/>
            <pc:sldMk cId="387616033" sldId="396"/>
            <ac:spMk id="565" creationId="{97C08F84-251F-64B5-7B37-51A88460C8B3}"/>
          </ac:spMkLst>
        </pc:spChg>
        <pc:spChg chg="mod topLvl">
          <ac:chgData name="Mayu Ninagawa (蜷川 真優 GE)" userId="15d22be4-2d84-414d-ac66-ca09a50eae87" providerId="ADAL" clId="{2A43D1C7-C612-4547-BA11-3049DC01C97C}" dt="2026-01-29T06:50:07.182" v="6214" actId="164"/>
          <ac:spMkLst>
            <pc:docMk/>
            <pc:sldMk cId="387616033" sldId="396"/>
            <ac:spMk id="566" creationId="{8EC496B1-30DA-0A43-0E72-122C633C6A49}"/>
          </ac:spMkLst>
        </pc:spChg>
        <pc:spChg chg="mod">
          <ac:chgData name="Mayu Ninagawa (蜷川 真優 GE)" userId="15d22be4-2d84-414d-ac66-ca09a50eae87" providerId="ADAL" clId="{2A43D1C7-C612-4547-BA11-3049DC01C97C}" dt="2026-01-20T10:57:17.052" v="2827"/>
          <ac:spMkLst>
            <pc:docMk/>
            <pc:sldMk cId="387616033" sldId="396"/>
            <ac:spMk id="566" creationId="{A06D4A12-745B-0FE3-E74F-5863D18A09FF}"/>
          </ac:spMkLst>
        </pc:spChg>
        <pc:spChg chg="mod">
          <ac:chgData name="Mayu Ninagawa (蜷川 真優 GE)" userId="15d22be4-2d84-414d-ac66-ca09a50eae87" providerId="ADAL" clId="{2A43D1C7-C612-4547-BA11-3049DC01C97C}" dt="2026-01-20T10:57:17.052" v="2827"/>
          <ac:spMkLst>
            <pc:docMk/>
            <pc:sldMk cId="387616033" sldId="396"/>
            <ac:spMk id="567" creationId="{19B28763-4E43-D762-261E-C4D5FC2F69C3}"/>
          </ac:spMkLst>
        </pc:spChg>
        <pc:spChg chg="mod topLvl">
          <ac:chgData name="Mayu Ninagawa (蜷川 真優 GE)" userId="15d22be4-2d84-414d-ac66-ca09a50eae87" providerId="ADAL" clId="{2A43D1C7-C612-4547-BA11-3049DC01C97C}" dt="2026-01-29T06:50:07.182" v="6214" actId="164"/>
          <ac:spMkLst>
            <pc:docMk/>
            <pc:sldMk cId="387616033" sldId="396"/>
            <ac:spMk id="567" creationId="{61E239C9-1463-AA90-C1BE-52F3B6A0A687}"/>
          </ac:spMkLst>
        </pc:spChg>
        <pc:spChg chg="mod topLvl">
          <ac:chgData name="Mayu Ninagawa (蜷川 真優 GE)" userId="15d22be4-2d84-414d-ac66-ca09a50eae87" providerId="ADAL" clId="{2A43D1C7-C612-4547-BA11-3049DC01C97C}" dt="2026-01-29T06:50:07.182" v="6214" actId="164"/>
          <ac:spMkLst>
            <pc:docMk/>
            <pc:sldMk cId="387616033" sldId="396"/>
            <ac:spMk id="568" creationId="{08F0DEC1-7250-2B98-1FC5-2BD64EE564DC}"/>
          </ac:spMkLst>
        </pc:spChg>
        <pc:spChg chg="mod">
          <ac:chgData name="Mayu Ninagawa (蜷川 真優 GE)" userId="15d22be4-2d84-414d-ac66-ca09a50eae87" providerId="ADAL" clId="{2A43D1C7-C612-4547-BA11-3049DC01C97C}" dt="2026-01-20T10:57:17.052" v="2827"/>
          <ac:spMkLst>
            <pc:docMk/>
            <pc:sldMk cId="387616033" sldId="396"/>
            <ac:spMk id="568" creationId="{856CF42B-4A57-177D-1FF9-D6E44E39BA52}"/>
          </ac:spMkLst>
        </pc:spChg>
        <pc:spChg chg="mod topLvl">
          <ac:chgData name="Mayu Ninagawa (蜷川 真優 GE)" userId="15d22be4-2d84-414d-ac66-ca09a50eae87" providerId="ADAL" clId="{2A43D1C7-C612-4547-BA11-3049DC01C97C}" dt="2026-01-29T06:50:07.182" v="6214" actId="164"/>
          <ac:spMkLst>
            <pc:docMk/>
            <pc:sldMk cId="387616033" sldId="396"/>
            <ac:spMk id="569" creationId="{4CE76AB5-6C31-92A8-A54C-977C77DA33EE}"/>
          </ac:spMkLst>
        </pc:spChg>
        <pc:spChg chg="mod">
          <ac:chgData name="Mayu Ninagawa (蜷川 真優 GE)" userId="15d22be4-2d84-414d-ac66-ca09a50eae87" providerId="ADAL" clId="{2A43D1C7-C612-4547-BA11-3049DC01C97C}" dt="2026-01-20T10:57:17.052" v="2827"/>
          <ac:spMkLst>
            <pc:docMk/>
            <pc:sldMk cId="387616033" sldId="396"/>
            <ac:spMk id="569" creationId="{C4105BA7-4802-564A-5C8C-8674BEF219B2}"/>
          </ac:spMkLst>
        </pc:spChg>
        <pc:spChg chg="mod">
          <ac:chgData name="Mayu Ninagawa (蜷川 真優 GE)" userId="15d22be4-2d84-414d-ac66-ca09a50eae87" providerId="ADAL" clId="{2A43D1C7-C612-4547-BA11-3049DC01C97C}" dt="2026-01-20T10:57:17.052" v="2827"/>
          <ac:spMkLst>
            <pc:docMk/>
            <pc:sldMk cId="387616033" sldId="396"/>
            <ac:spMk id="570" creationId="{5D1FD580-CB64-C40B-EC15-453F006F517C}"/>
          </ac:spMkLst>
        </pc:spChg>
        <pc:spChg chg="mod topLvl">
          <ac:chgData name="Mayu Ninagawa (蜷川 真優 GE)" userId="15d22be4-2d84-414d-ac66-ca09a50eae87" providerId="ADAL" clId="{2A43D1C7-C612-4547-BA11-3049DC01C97C}" dt="2026-01-29T06:56:09.363" v="6338" actId="1076"/>
          <ac:spMkLst>
            <pc:docMk/>
            <pc:sldMk cId="387616033" sldId="396"/>
            <ac:spMk id="570" creationId="{6C49202B-64ED-EE45-1AD7-EE7F25F5D186}"/>
          </ac:spMkLst>
        </pc:spChg>
        <pc:spChg chg="mod">
          <ac:chgData name="Mayu Ninagawa (蜷川 真優 GE)" userId="15d22be4-2d84-414d-ac66-ca09a50eae87" providerId="ADAL" clId="{2A43D1C7-C612-4547-BA11-3049DC01C97C}" dt="2026-01-20T10:57:17.052" v="2827"/>
          <ac:spMkLst>
            <pc:docMk/>
            <pc:sldMk cId="387616033" sldId="396"/>
            <ac:spMk id="571" creationId="{316817F2-485F-F3C2-7372-DA30E635005A}"/>
          </ac:spMkLst>
        </pc:spChg>
        <pc:spChg chg="mod topLvl">
          <ac:chgData name="Mayu Ninagawa (蜷川 真優 GE)" userId="15d22be4-2d84-414d-ac66-ca09a50eae87" providerId="ADAL" clId="{2A43D1C7-C612-4547-BA11-3049DC01C97C}" dt="2026-01-29T06:50:07.182" v="6214" actId="164"/>
          <ac:spMkLst>
            <pc:docMk/>
            <pc:sldMk cId="387616033" sldId="396"/>
            <ac:spMk id="571" creationId="{8960DCAA-2D52-9AD4-60D8-0192E93A1B44}"/>
          </ac:spMkLst>
        </pc:spChg>
        <pc:spChg chg="mod topLvl">
          <ac:chgData name="Mayu Ninagawa (蜷川 真優 GE)" userId="15d22be4-2d84-414d-ac66-ca09a50eae87" providerId="ADAL" clId="{2A43D1C7-C612-4547-BA11-3049DC01C97C}" dt="2026-01-29T06:50:07.182" v="6214" actId="164"/>
          <ac:spMkLst>
            <pc:docMk/>
            <pc:sldMk cId="387616033" sldId="396"/>
            <ac:spMk id="572" creationId="{5CB387BB-B314-BFC5-7B44-9F5B4AE39AF2}"/>
          </ac:spMkLst>
        </pc:spChg>
        <pc:spChg chg="mod">
          <ac:chgData name="Mayu Ninagawa (蜷川 真優 GE)" userId="15d22be4-2d84-414d-ac66-ca09a50eae87" providerId="ADAL" clId="{2A43D1C7-C612-4547-BA11-3049DC01C97C}" dt="2026-01-20T10:57:17.052" v="2827"/>
          <ac:spMkLst>
            <pc:docMk/>
            <pc:sldMk cId="387616033" sldId="396"/>
            <ac:spMk id="572" creationId="{E41BC005-20BD-E95C-0A68-9E28475900DB}"/>
          </ac:spMkLst>
        </pc:spChg>
        <pc:spChg chg="mod">
          <ac:chgData name="Mayu Ninagawa (蜷川 真優 GE)" userId="15d22be4-2d84-414d-ac66-ca09a50eae87" providerId="ADAL" clId="{2A43D1C7-C612-4547-BA11-3049DC01C97C}" dt="2026-01-20T10:57:17.052" v="2827"/>
          <ac:spMkLst>
            <pc:docMk/>
            <pc:sldMk cId="387616033" sldId="396"/>
            <ac:spMk id="573" creationId="{2D16BE2C-34C8-D57B-7B6B-D1E2089CA17C}"/>
          </ac:spMkLst>
        </pc:spChg>
        <pc:spChg chg="mod topLvl">
          <ac:chgData name="Mayu Ninagawa (蜷川 真優 GE)" userId="15d22be4-2d84-414d-ac66-ca09a50eae87" providerId="ADAL" clId="{2A43D1C7-C612-4547-BA11-3049DC01C97C}" dt="2026-01-29T06:50:07.182" v="6214" actId="164"/>
          <ac:spMkLst>
            <pc:docMk/>
            <pc:sldMk cId="387616033" sldId="396"/>
            <ac:spMk id="573" creationId="{FA93955D-D509-B9E5-A597-6D7E2C350D54}"/>
          </ac:spMkLst>
        </pc:spChg>
        <pc:spChg chg="mod">
          <ac:chgData name="Mayu Ninagawa (蜷川 真優 GE)" userId="15d22be4-2d84-414d-ac66-ca09a50eae87" providerId="ADAL" clId="{2A43D1C7-C612-4547-BA11-3049DC01C97C}" dt="2026-01-20T10:57:17.052" v="2827"/>
          <ac:spMkLst>
            <pc:docMk/>
            <pc:sldMk cId="387616033" sldId="396"/>
            <ac:spMk id="574" creationId="{8C21EF1C-8325-5903-283B-777A9EA491B9}"/>
          </ac:spMkLst>
        </pc:spChg>
        <pc:spChg chg="mod topLvl">
          <ac:chgData name="Mayu Ninagawa (蜷川 真優 GE)" userId="15d22be4-2d84-414d-ac66-ca09a50eae87" providerId="ADAL" clId="{2A43D1C7-C612-4547-BA11-3049DC01C97C}" dt="2026-01-29T06:50:07.182" v="6214" actId="164"/>
          <ac:spMkLst>
            <pc:docMk/>
            <pc:sldMk cId="387616033" sldId="396"/>
            <ac:spMk id="574" creationId="{EE51B4AE-07A7-0C9E-6D99-697EF7623FC1}"/>
          </ac:spMkLst>
        </pc:spChg>
        <pc:spChg chg="mod topLvl">
          <ac:chgData name="Mayu Ninagawa (蜷川 真優 GE)" userId="15d22be4-2d84-414d-ac66-ca09a50eae87" providerId="ADAL" clId="{2A43D1C7-C612-4547-BA11-3049DC01C97C}" dt="2026-01-29T06:50:07.182" v="6214" actId="164"/>
          <ac:spMkLst>
            <pc:docMk/>
            <pc:sldMk cId="387616033" sldId="396"/>
            <ac:spMk id="575" creationId="{3D1F13C4-E091-CB5A-CF56-E957E826D579}"/>
          </ac:spMkLst>
        </pc:spChg>
        <pc:spChg chg="mod">
          <ac:chgData name="Mayu Ninagawa (蜷川 真優 GE)" userId="15d22be4-2d84-414d-ac66-ca09a50eae87" providerId="ADAL" clId="{2A43D1C7-C612-4547-BA11-3049DC01C97C}" dt="2026-01-20T10:57:17.052" v="2827"/>
          <ac:spMkLst>
            <pc:docMk/>
            <pc:sldMk cId="387616033" sldId="396"/>
            <ac:spMk id="575" creationId="{DBA916A3-8A5F-0C2D-A220-CCA8457C1A20}"/>
          </ac:spMkLst>
        </pc:spChg>
        <pc:spChg chg="mod">
          <ac:chgData name="Mayu Ninagawa (蜷川 真優 GE)" userId="15d22be4-2d84-414d-ac66-ca09a50eae87" providerId="ADAL" clId="{2A43D1C7-C612-4547-BA11-3049DC01C97C}" dt="2026-01-20T10:58:14.415" v="2839"/>
          <ac:spMkLst>
            <pc:docMk/>
            <pc:sldMk cId="387616033" sldId="396"/>
            <ac:spMk id="576" creationId="{1601C818-41F0-C2B2-F1CE-D0E8D94666AC}"/>
          </ac:spMkLst>
        </pc:spChg>
        <pc:spChg chg="mod">
          <ac:chgData name="Mayu Ninagawa (蜷川 真優 GE)" userId="15d22be4-2d84-414d-ac66-ca09a50eae87" providerId="ADAL" clId="{2A43D1C7-C612-4547-BA11-3049DC01C97C}" dt="2026-01-20T10:58:14.415" v="2839"/>
          <ac:spMkLst>
            <pc:docMk/>
            <pc:sldMk cId="387616033" sldId="396"/>
            <ac:spMk id="577" creationId="{A432BDE4-0028-3BEA-7183-4CF1EAD16ADE}"/>
          </ac:spMkLst>
        </pc:spChg>
        <pc:spChg chg="mod">
          <ac:chgData name="Mayu Ninagawa (蜷川 真優 GE)" userId="15d22be4-2d84-414d-ac66-ca09a50eae87" providerId="ADAL" clId="{2A43D1C7-C612-4547-BA11-3049DC01C97C}" dt="2026-01-20T10:58:14.415" v="2839"/>
          <ac:spMkLst>
            <pc:docMk/>
            <pc:sldMk cId="387616033" sldId="396"/>
            <ac:spMk id="578" creationId="{4085AC66-4F8A-7A85-19B5-805D855DBD46}"/>
          </ac:spMkLst>
        </pc:spChg>
        <pc:spChg chg="mod">
          <ac:chgData name="Mayu Ninagawa (蜷川 真優 GE)" userId="15d22be4-2d84-414d-ac66-ca09a50eae87" providerId="ADAL" clId="{2A43D1C7-C612-4547-BA11-3049DC01C97C}" dt="2026-01-20T10:58:14.415" v="2839"/>
          <ac:spMkLst>
            <pc:docMk/>
            <pc:sldMk cId="387616033" sldId="396"/>
            <ac:spMk id="579" creationId="{775D6759-D151-7CBE-4CF3-E44FC4595EB7}"/>
          </ac:spMkLst>
        </pc:spChg>
        <pc:spChg chg="mod">
          <ac:chgData name="Mayu Ninagawa (蜷川 真優 GE)" userId="15d22be4-2d84-414d-ac66-ca09a50eae87" providerId="ADAL" clId="{2A43D1C7-C612-4547-BA11-3049DC01C97C}" dt="2026-01-20T10:58:14.415" v="2839"/>
          <ac:spMkLst>
            <pc:docMk/>
            <pc:sldMk cId="387616033" sldId="396"/>
            <ac:spMk id="580" creationId="{70A31123-C9D9-3561-8C73-3FAAEED17AF5}"/>
          </ac:spMkLst>
        </pc:spChg>
        <pc:spChg chg="mod">
          <ac:chgData name="Mayu Ninagawa (蜷川 真優 GE)" userId="15d22be4-2d84-414d-ac66-ca09a50eae87" providerId="ADAL" clId="{2A43D1C7-C612-4547-BA11-3049DC01C97C}" dt="2026-01-20T10:58:14.415" v="2839"/>
          <ac:spMkLst>
            <pc:docMk/>
            <pc:sldMk cId="387616033" sldId="396"/>
            <ac:spMk id="581" creationId="{E70B9C13-2482-369A-27F3-33EE27F45620}"/>
          </ac:spMkLst>
        </pc:spChg>
        <pc:spChg chg="mod">
          <ac:chgData name="Mayu Ninagawa (蜷川 真優 GE)" userId="15d22be4-2d84-414d-ac66-ca09a50eae87" providerId="ADAL" clId="{2A43D1C7-C612-4547-BA11-3049DC01C97C}" dt="2026-01-20T10:58:14.415" v="2839"/>
          <ac:spMkLst>
            <pc:docMk/>
            <pc:sldMk cId="387616033" sldId="396"/>
            <ac:spMk id="582" creationId="{0D30D034-D11F-BEC8-23A1-C616E2BB3D9C}"/>
          </ac:spMkLst>
        </pc:spChg>
        <pc:spChg chg="mod">
          <ac:chgData name="Mayu Ninagawa (蜷川 真優 GE)" userId="15d22be4-2d84-414d-ac66-ca09a50eae87" providerId="ADAL" clId="{2A43D1C7-C612-4547-BA11-3049DC01C97C}" dt="2026-01-20T10:58:14.415" v="2839"/>
          <ac:spMkLst>
            <pc:docMk/>
            <pc:sldMk cId="387616033" sldId="396"/>
            <ac:spMk id="583" creationId="{5B416A1A-036C-163D-8DCC-051828BB7388}"/>
          </ac:spMkLst>
        </pc:spChg>
        <pc:spChg chg="mod">
          <ac:chgData name="Mayu Ninagawa (蜷川 真優 GE)" userId="15d22be4-2d84-414d-ac66-ca09a50eae87" providerId="ADAL" clId="{2A43D1C7-C612-4547-BA11-3049DC01C97C}" dt="2026-01-20T10:58:14.415" v="2839"/>
          <ac:spMkLst>
            <pc:docMk/>
            <pc:sldMk cId="387616033" sldId="396"/>
            <ac:spMk id="584" creationId="{75E5CAFA-ADA0-57D8-5066-1B0DC6CB0D2B}"/>
          </ac:spMkLst>
        </pc:spChg>
        <pc:spChg chg="mod">
          <ac:chgData name="Mayu Ninagawa (蜷川 真優 GE)" userId="15d22be4-2d84-414d-ac66-ca09a50eae87" providerId="ADAL" clId="{2A43D1C7-C612-4547-BA11-3049DC01C97C}" dt="2026-01-20T10:58:14.415" v="2839"/>
          <ac:spMkLst>
            <pc:docMk/>
            <pc:sldMk cId="387616033" sldId="396"/>
            <ac:spMk id="585" creationId="{6F018C05-F17D-DC64-863D-49BA94E7823A}"/>
          </ac:spMkLst>
        </pc:spChg>
        <pc:spChg chg="mod">
          <ac:chgData name="Mayu Ninagawa (蜷川 真優 GE)" userId="15d22be4-2d84-414d-ac66-ca09a50eae87" providerId="ADAL" clId="{2A43D1C7-C612-4547-BA11-3049DC01C97C}" dt="2026-01-20T10:58:14.415" v="2839"/>
          <ac:spMkLst>
            <pc:docMk/>
            <pc:sldMk cId="387616033" sldId="396"/>
            <ac:spMk id="586" creationId="{4D8E04FB-6715-72FE-E0DC-B27E9AB041AF}"/>
          </ac:spMkLst>
        </pc:spChg>
        <pc:spChg chg="mod">
          <ac:chgData name="Mayu Ninagawa (蜷川 真優 GE)" userId="15d22be4-2d84-414d-ac66-ca09a50eae87" providerId="ADAL" clId="{2A43D1C7-C612-4547-BA11-3049DC01C97C}" dt="2026-01-20T10:58:14.415" v="2839"/>
          <ac:spMkLst>
            <pc:docMk/>
            <pc:sldMk cId="387616033" sldId="396"/>
            <ac:spMk id="587" creationId="{51123703-6626-625D-6993-0675F7D60B63}"/>
          </ac:spMkLst>
        </pc:spChg>
        <pc:spChg chg="mod">
          <ac:chgData name="Mayu Ninagawa (蜷川 真優 GE)" userId="15d22be4-2d84-414d-ac66-ca09a50eae87" providerId="ADAL" clId="{2A43D1C7-C612-4547-BA11-3049DC01C97C}" dt="2026-01-20T10:58:14.415" v="2839"/>
          <ac:spMkLst>
            <pc:docMk/>
            <pc:sldMk cId="387616033" sldId="396"/>
            <ac:spMk id="588" creationId="{83938547-9BDE-813F-F2E8-CE2BAB20CFEA}"/>
          </ac:spMkLst>
        </pc:spChg>
        <pc:spChg chg="mod">
          <ac:chgData name="Mayu Ninagawa (蜷川 真優 GE)" userId="15d22be4-2d84-414d-ac66-ca09a50eae87" providerId="ADAL" clId="{2A43D1C7-C612-4547-BA11-3049DC01C97C}" dt="2026-01-20T10:58:14.415" v="2839"/>
          <ac:spMkLst>
            <pc:docMk/>
            <pc:sldMk cId="387616033" sldId="396"/>
            <ac:spMk id="589" creationId="{E22B5F82-4D40-2F89-5F00-4E414ED4C005}"/>
          </ac:spMkLst>
        </pc:spChg>
        <pc:spChg chg="mod">
          <ac:chgData name="Mayu Ninagawa (蜷川 真優 GE)" userId="15d22be4-2d84-414d-ac66-ca09a50eae87" providerId="ADAL" clId="{2A43D1C7-C612-4547-BA11-3049DC01C97C}" dt="2026-01-20T10:58:14.415" v="2839"/>
          <ac:spMkLst>
            <pc:docMk/>
            <pc:sldMk cId="387616033" sldId="396"/>
            <ac:spMk id="590" creationId="{1A623EF2-A43B-1981-7D4B-26624815F738}"/>
          </ac:spMkLst>
        </pc:spChg>
        <pc:spChg chg="mod">
          <ac:chgData name="Mayu Ninagawa (蜷川 真優 GE)" userId="15d22be4-2d84-414d-ac66-ca09a50eae87" providerId="ADAL" clId="{2A43D1C7-C612-4547-BA11-3049DC01C97C}" dt="2026-01-20T10:58:14.415" v="2839"/>
          <ac:spMkLst>
            <pc:docMk/>
            <pc:sldMk cId="387616033" sldId="396"/>
            <ac:spMk id="591" creationId="{A7BA82C7-296B-1D5E-9B6B-AAC7F56787A5}"/>
          </ac:spMkLst>
        </pc:spChg>
        <pc:spChg chg="mod">
          <ac:chgData name="Mayu Ninagawa (蜷川 真優 GE)" userId="15d22be4-2d84-414d-ac66-ca09a50eae87" providerId="ADAL" clId="{2A43D1C7-C612-4547-BA11-3049DC01C97C}" dt="2026-01-20T10:58:14.415" v="2839"/>
          <ac:spMkLst>
            <pc:docMk/>
            <pc:sldMk cId="387616033" sldId="396"/>
            <ac:spMk id="592" creationId="{087FB877-5B2E-2A12-C41A-3F0AAFB9FF7B}"/>
          </ac:spMkLst>
        </pc:spChg>
        <pc:spChg chg="mod">
          <ac:chgData name="Mayu Ninagawa (蜷川 真優 GE)" userId="15d22be4-2d84-414d-ac66-ca09a50eae87" providerId="ADAL" clId="{2A43D1C7-C612-4547-BA11-3049DC01C97C}" dt="2026-01-20T10:58:14.415" v="2839"/>
          <ac:spMkLst>
            <pc:docMk/>
            <pc:sldMk cId="387616033" sldId="396"/>
            <ac:spMk id="593" creationId="{90B2E8CD-178A-0106-1862-B6A4D6A163AD}"/>
          </ac:spMkLst>
        </pc:spChg>
        <pc:spChg chg="mod">
          <ac:chgData name="Mayu Ninagawa (蜷川 真優 GE)" userId="15d22be4-2d84-414d-ac66-ca09a50eae87" providerId="ADAL" clId="{2A43D1C7-C612-4547-BA11-3049DC01C97C}" dt="2026-01-20T10:58:14.415" v="2839"/>
          <ac:spMkLst>
            <pc:docMk/>
            <pc:sldMk cId="387616033" sldId="396"/>
            <ac:spMk id="594" creationId="{698A0A54-E910-02F0-A748-7ADE8A4AA148}"/>
          </ac:spMkLst>
        </pc:spChg>
        <pc:spChg chg="mod">
          <ac:chgData name="Mayu Ninagawa (蜷川 真優 GE)" userId="15d22be4-2d84-414d-ac66-ca09a50eae87" providerId="ADAL" clId="{2A43D1C7-C612-4547-BA11-3049DC01C97C}" dt="2026-01-20T10:58:14.415" v="2839"/>
          <ac:spMkLst>
            <pc:docMk/>
            <pc:sldMk cId="387616033" sldId="396"/>
            <ac:spMk id="595" creationId="{E9546200-48AD-DB84-1BF8-AF4A7EF66273}"/>
          </ac:spMkLst>
        </pc:spChg>
        <pc:spChg chg="mod">
          <ac:chgData name="Mayu Ninagawa (蜷川 真優 GE)" userId="15d22be4-2d84-414d-ac66-ca09a50eae87" providerId="ADAL" clId="{2A43D1C7-C612-4547-BA11-3049DC01C97C}" dt="2026-01-20T10:58:14.415" v="2839"/>
          <ac:spMkLst>
            <pc:docMk/>
            <pc:sldMk cId="387616033" sldId="396"/>
            <ac:spMk id="596" creationId="{B5A8ECF0-8AB8-8B1E-0B18-694368C7B50A}"/>
          </ac:spMkLst>
        </pc:spChg>
        <pc:spChg chg="mod">
          <ac:chgData name="Mayu Ninagawa (蜷川 真優 GE)" userId="15d22be4-2d84-414d-ac66-ca09a50eae87" providerId="ADAL" clId="{2A43D1C7-C612-4547-BA11-3049DC01C97C}" dt="2026-01-20T10:58:14.415" v="2839"/>
          <ac:spMkLst>
            <pc:docMk/>
            <pc:sldMk cId="387616033" sldId="396"/>
            <ac:spMk id="597" creationId="{6121438D-2218-67F9-2ACD-997BA863C1A2}"/>
          </ac:spMkLst>
        </pc:spChg>
        <pc:spChg chg="mod">
          <ac:chgData name="Mayu Ninagawa (蜷川 真優 GE)" userId="15d22be4-2d84-414d-ac66-ca09a50eae87" providerId="ADAL" clId="{2A43D1C7-C612-4547-BA11-3049DC01C97C}" dt="2026-01-20T10:58:14.415" v="2839"/>
          <ac:spMkLst>
            <pc:docMk/>
            <pc:sldMk cId="387616033" sldId="396"/>
            <ac:spMk id="598" creationId="{8D5E698F-F95E-7342-8068-C97D8FD12053}"/>
          </ac:spMkLst>
        </pc:spChg>
        <pc:spChg chg="mod">
          <ac:chgData name="Mayu Ninagawa (蜷川 真優 GE)" userId="15d22be4-2d84-414d-ac66-ca09a50eae87" providerId="ADAL" clId="{2A43D1C7-C612-4547-BA11-3049DC01C97C}" dt="2026-01-20T10:58:14.415" v="2839"/>
          <ac:spMkLst>
            <pc:docMk/>
            <pc:sldMk cId="387616033" sldId="396"/>
            <ac:spMk id="599" creationId="{B226E5F5-23B8-B61C-56AB-318E86C362C3}"/>
          </ac:spMkLst>
        </pc:spChg>
        <pc:spChg chg="mod">
          <ac:chgData name="Mayu Ninagawa (蜷川 真優 GE)" userId="15d22be4-2d84-414d-ac66-ca09a50eae87" providerId="ADAL" clId="{2A43D1C7-C612-4547-BA11-3049DC01C97C}" dt="2026-01-20T10:58:14.415" v="2839"/>
          <ac:spMkLst>
            <pc:docMk/>
            <pc:sldMk cId="387616033" sldId="396"/>
            <ac:spMk id="600" creationId="{1B98118A-EF8B-879F-3B4D-AC0AD441BD48}"/>
          </ac:spMkLst>
        </pc:spChg>
        <pc:spChg chg="mod">
          <ac:chgData name="Mayu Ninagawa (蜷川 真優 GE)" userId="15d22be4-2d84-414d-ac66-ca09a50eae87" providerId="ADAL" clId="{2A43D1C7-C612-4547-BA11-3049DC01C97C}" dt="2026-01-20T10:58:14.415" v="2839"/>
          <ac:spMkLst>
            <pc:docMk/>
            <pc:sldMk cId="387616033" sldId="396"/>
            <ac:spMk id="601" creationId="{74AFB014-9358-752A-D823-9EE2D6143C79}"/>
          </ac:spMkLst>
        </pc:spChg>
        <pc:spChg chg="mod">
          <ac:chgData name="Mayu Ninagawa (蜷川 真優 GE)" userId="15d22be4-2d84-414d-ac66-ca09a50eae87" providerId="ADAL" clId="{2A43D1C7-C612-4547-BA11-3049DC01C97C}" dt="2026-01-20T10:58:14.415" v="2839"/>
          <ac:spMkLst>
            <pc:docMk/>
            <pc:sldMk cId="387616033" sldId="396"/>
            <ac:spMk id="602" creationId="{40E15FE0-C4E9-6405-EB15-B682772A60E7}"/>
          </ac:spMkLst>
        </pc:spChg>
        <pc:spChg chg="mod">
          <ac:chgData name="Mayu Ninagawa (蜷川 真優 GE)" userId="15d22be4-2d84-414d-ac66-ca09a50eae87" providerId="ADAL" clId="{2A43D1C7-C612-4547-BA11-3049DC01C97C}" dt="2026-01-20T10:58:14.415" v="2839"/>
          <ac:spMkLst>
            <pc:docMk/>
            <pc:sldMk cId="387616033" sldId="396"/>
            <ac:spMk id="603" creationId="{2DE12173-2873-DC18-1B3E-0CA8CEE58F33}"/>
          </ac:spMkLst>
        </pc:spChg>
        <pc:spChg chg="mod">
          <ac:chgData name="Mayu Ninagawa (蜷川 真優 GE)" userId="15d22be4-2d84-414d-ac66-ca09a50eae87" providerId="ADAL" clId="{2A43D1C7-C612-4547-BA11-3049DC01C97C}" dt="2026-01-20T10:58:14.415" v="2839"/>
          <ac:spMkLst>
            <pc:docMk/>
            <pc:sldMk cId="387616033" sldId="396"/>
            <ac:spMk id="604" creationId="{8DFD2D99-F37D-AACC-1416-B0DE669F9523}"/>
          </ac:spMkLst>
        </pc:spChg>
        <pc:spChg chg="mod">
          <ac:chgData name="Mayu Ninagawa (蜷川 真優 GE)" userId="15d22be4-2d84-414d-ac66-ca09a50eae87" providerId="ADAL" clId="{2A43D1C7-C612-4547-BA11-3049DC01C97C}" dt="2026-01-20T10:58:14.415" v="2839"/>
          <ac:spMkLst>
            <pc:docMk/>
            <pc:sldMk cId="387616033" sldId="396"/>
            <ac:spMk id="605" creationId="{B3EF82B0-A198-5DA1-7882-859C18D07400}"/>
          </ac:spMkLst>
        </pc:spChg>
        <pc:spChg chg="mod">
          <ac:chgData name="Mayu Ninagawa (蜷川 真優 GE)" userId="15d22be4-2d84-414d-ac66-ca09a50eae87" providerId="ADAL" clId="{2A43D1C7-C612-4547-BA11-3049DC01C97C}" dt="2026-01-20T10:58:14.415" v="2839"/>
          <ac:spMkLst>
            <pc:docMk/>
            <pc:sldMk cId="387616033" sldId="396"/>
            <ac:spMk id="606" creationId="{1242D4AA-2FB9-D39F-4370-D65BB02F8C40}"/>
          </ac:spMkLst>
        </pc:spChg>
        <pc:spChg chg="mod">
          <ac:chgData name="Mayu Ninagawa (蜷川 真優 GE)" userId="15d22be4-2d84-414d-ac66-ca09a50eae87" providerId="ADAL" clId="{2A43D1C7-C612-4547-BA11-3049DC01C97C}" dt="2026-01-20T10:58:14.415" v="2839"/>
          <ac:spMkLst>
            <pc:docMk/>
            <pc:sldMk cId="387616033" sldId="396"/>
            <ac:spMk id="607" creationId="{09177F1E-D5E4-3C74-A8BB-E84D4354729B}"/>
          </ac:spMkLst>
        </pc:spChg>
        <pc:spChg chg="mod">
          <ac:chgData name="Mayu Ninagawa (蜷川 真優 GE)" userId="15d22be4-2d84-414d-ac66-ca09a50eae87" providerId="ADAL" clId="{2A43D1C7-C612-4547-BA11-3049DC01C97C}" dt="2026-01-20T10:58:14.415" v="2839"/>
          <ac:spMkLst>
            <pc:docMk/>
            <pc:sldMk cId="387616033" sldId="396"/>
            <ac:spMk id="608" creationId="{F85DF5E1-F4A2-5358-B5E0-4BEBA8A3DCB4}"/>
          </ac:spMkLst>
        </pc:spChg>
        <pc:spChg chg="mod">
          <ac:chgData name="Mayu Ninagawa (蜷川 真優 GE)" userId="15d22be4-2d84-414d-ac66-ca09a50eae87" providerId="ADAL" clId="{2A43D1C7-C612-4547-BA11-3049DC01C97C}" dt="2026-01-20T10:58:14.415" v="2839"/>
          <ac:spMkLst>
            <pc:docMk/>
            <pc:sldMk cId="387616033" sldId="396"/>
            <ac:spMk id="609" creationId="{B0B5E8E6-7FC3-CE9E-3B11-082A8343DDF2}"/>
          </ac:spMkLst>
        </pc:spChg>
        <pc:spChg chg="mod">
          <ac:chgData name="Mayu Ninagawa (蜷川 真優 GE)" userId="15d22be4-2d84-414d-ac66-ca09a50eae87" providerId="ADAL" clId="{2A43D1C7-C612-4547-BA11-3049DC01C97C}" dt="2026-01-20T10:58:14.415" v="2839"/>
          <ac:spMkLst>
            <pc:docMk/>
            <pc:sldMk cId="387616033" sldId="396"/>
            <ac:spMk id="610" creationId="{DFC108B7-E200-818F-F0EB-E165EC38E81C}"/>
          </ac:spMkLst>
        </pc:spChg>
        <pc:spChg chg="mod">
          <ac:chgData name="Mayu Ninagawa (蜷川 真優 GE)" userId="15d22be4-2d84-414d-ac66-ca09a50eae87" providerId="ADAL" clId="{2A43D1C7-C612-4547-BA11-3049DC01C97C}" dt="2026-01-20T10:58:14.415" v="2839"/>
          <ac:spMkLst>
            <pc:docMk/>
            <pc:sldMk cId="387616033" sldId="396"/>
            <ac:spMk id="611" creationId="{6A17CF7E-8FC0-B68A-94AB-63CF66A0089B}"/>
          </ac:spMkLst>
        </pc:spChg>
        <pc:spChg chg="mod">
          <ac:chgData name="Mayu Ninagawa (蜷川 真優 GE)" userId="15d22be4-2d84-414d-ac66-ca09a50eae87" providerId="ADAL" clId="{2A43D1C7-C612-4547-BA11-3049DC01C97C}" dt="2026-01-20T10:58:14.415" v="2839"/>
          <ac:spMkLst>
            <pc:docMk/>
            <pc:sldMk cId="387616033" sldId="396"/>
            <ac:spMk id="612" creationId="{BE7A9381-87FA-D283-7B2B-E11BD23B0A64}"/>
          </ac:spMkLst>
        </pc:spChg>
        <pc:spChg chg="mod">
          <ac:chgData name="Mayu Ninagawa (蜷川 真優 GE)" userId="15d22be4-2d84-414d-ac66-ca09a50eae87" providerId="ADAL" clId="{2A43D1C7-C612-4547-BA11-3049DC01C97C}" dt="2026-01-20T10:58:14.415" v="2839"/>
          <ac:spMkLst>
            <pc:docMk/>
            <pc:sldMk cId="387616033" sldId="396"/>
            <ac:spMk id="613" creationId="{81BEE12F-8E50-09F9-9515-81D45C16368A}"/>
          </ac:spMkLst>
        </pc:spChg>
        <pc:spChg chg="mod">
          <ac:chgData name="Mayu Ninagawa (蜷川 真優 GE)" userId="15d22be4-2d84-414d-ac66-ca09a50eae87" providerId="ADAL" clId="{2A43D1C7-C612-4547-BA11-3049DC01C97C}" dt="2026-01-20T10:58:14.415" v="2839"/>
          <ac:spMkLst>
            <pc:docMk/>
            <pc:sldMk cId="387616033" sldId="396"/>
            <ac:spMk id="614" creationId="{3F465E8E-FAC0-7B6A-8D77-99D92985A9B6}"/>
          </ac:spMkLst>
        </pc:spChg>
        <pc:spChg chg="mod">
          <ac:chgData name="Mayu Ninagawa (蜷川 真優 GE)" userId="15d22be4-2d84-414d-ac66-ca09a50eae87" providerId="ADAL" clId="{2A43D1C7-C612-4547-BA11-3049DC01C97C}" dt="2026-01-20T10:58:14.415" v="2839"/>
          <ac:spMkLst>
            <pc:docMk/>
            <pc:sldMk cId="387616033" sldId="396"/>
            <ac:spMk id="615" creationId="{1A002612-A825-59A8-CD01-54C073114881}"/>
          </ac:spMkLst>
        </pc:spChg>
        <pc:spChg chg="mod">
          <ac:chgData name="Mayu Ninagawa (蜷川 真優 GE)" userId="15d22be4-2d84-414d-ac66-ca09a50eae87" providerId="ADAL" clId="{2A43D1C7-C612-4547-BA11-3049DC01C97C}" dt="2026-01-20T10:58:14.415" v="2839"/>
          <ac:spMkLst>
            <pc:docMk/>
            <pc:sldMk cId="387616033" sldId="396"/>
            <ac:spMk id="616" creationId="{EC588065-7F4A-10B0-34A9-BFFDBCEEA933}"/>
          </ac:spMkLst>
        </pc:spChg>
        <pc:spChg chg="mod">
          <ac:chgData name="Mayu Ninagawa (蜷川 真優 GE)" userId="15d22be4-2d84-414d-ac66-ca09a50eae87" providerId="ADAL" clId="{2A43D1C7-C612-4547-BA11-3049DC01C97C}" dt="2026-01-20T10:58:14.415" v="2839"/>
          <ac:spMkLst>
            <pc:docMk/>
            <pc:sldMk cId="387616033" sldId="396"/>
            <ac:spMk id="617" creationId="{93A35BCC-382A-FBC1-E02D-4D793197F426}"/>
          </ac:spMkLst>
        </pc:spChg>
        <pc:spChg chg="mod">
          <ac:chgData name="Mayu Ninagawa (蜷川 真優 GE)" userId="15d22be4-2d84-414d-ac66-ca09a50eae87" providerId="ADAL" clId="{2A43D1C7-C612-4547-BA11-3049DC01C97C}" dt="2026-01-20T10:58:14.415" v="2839"/>
          <ac:spMkLst>
            <pc:docMk/>
            <pc:sldMk cId="387616033" sldId="396"/>
            <ac:spMk id="618" creationId="{BC9DD686-4C6A-54E7-F797-5F7DB65B0DF9}"/>
          </ac:spMkLst>
        </pc:spChg>
        <pc:spChg chg="mod">
          <ac:chgData name="Mayu Ninagawa (蜷川 真優 GE)" userId="15d22be4-2d84-414d-ac66-ca09a50eae87" providerId="ADAL" clId="{2A43D1C7-C612-4547-BA11-3049DC01C97C}" dt="2026-01-20T10:58:14.415" v="2839"/>
          <ac:spMkLst>
            <pc:docMk/>
            <pc:sldMk cId="387616033" sldId="396"/>
            <ac:spMk id="619" creationId="{77369C1A-8048-D450-0320-9AFAB49737E4}"/>
          </ac:spMkLst>
        </pc:spChg>
        <pc:spChg chg="mod">
          <ac:chgData name="Mayu Ninagawa (蜷川 真優 GE)" userId="15d22be4-2d84-414d-ac66-ca09a50eae87" providerId="ADAL" clId="{2A43D1C7-C612-4547-BA11-3049DC01C97C}" dt="2026-01-20T10:58:14.415" v="2839"/>
          <ac:spMkLst>
            <pc:docMk/>
            <pc:sldMk cId="387616033" sldId="396"/>
            <ac:spMk id="620" creationId="{931BE16D-8415-729B-C40E-37F1862B24F2}"/>
          </ac:spMkLst>
        </pc:spChg>
        <pc:spChg chg="mod">
          <ac:chgData name="Mayu Ninagawa (蜷川 真優 GE)" userId="15d22be4-2d84-414d-ac66-ca09a50eae87" providerId="ADAL" clId="{2A43D1C7-C612-4547-BA11-3049DC01C97C}" dt="2026-01-20T10:58:14.415" v="2839"/>
          <ac:spMkLst>
            <pc:docMk/>
            <pc:sldMk cId="387616033" sldId="396"/>
            <ac:spMk id="621" creationId="{5B580605-4E11-D3C2-1D8F-53ECC1CB9B3A}"/>
          </ac:spMkLst>
        </pc:spChg>
        <pc:spChg chg="mod">
          <ac:chgData name="Mayu Ninagawa (蜷川 真優 GE)" userId="15d22be4-2d84-414d-ac66-ca09a50eae87" providerId="ADAL" clId="{2A43D1C7-C612-4547-BA11-3049DC01C97C}" dt="2026-01-20T10:58:14.415" v="2839"/>
          <ac:spMkLst>
            <pc:docMk/>
            <pc:sldMk cId="387616033" sldId="396"/>
            <ac:spMk id="622" creationId="{F0AD2A59-BCB1-A73D-D255-D2625FE5E36A}"/>
          </ac:spMkLst>
        </pc:spChg>
        <pc:spChg chg="mod">
          <ac:chgData name="Mayu Ninagawa (蜷川 真優 GE)" userId="15d22be4-2d84-414d-ac66-ca09a50eae87" providerId="ADAL" clId="{2A43D1C7-C612-4547-BA11-3049DC01C97C}" dt="2026-01-20T10:58:14.415" v="2839"/>
          <ac:spMkLst>
            <pc:docMk/>
            <pc:sldMk cId="387616033" sldId="396"/>
            <ac:spMk id="623" creationId="{2F37EC10-BDF0-CC7F-9EA2-870919A3D89F}"/>
          </ac:spMkLst>
        </pc:spChg>
        <pc:spChg chg="mod">
          <ac:chgData name="Mayu Ninagawa (蜷川 真優 GE)" userId="15d22be4-2d84-414d-ac66-ca09a50eae87" providerId="ADAL" clId="{2A43D1C7-C612-4547-BA11-3049DC01C97C}" dt="2026-01-20T10:58:14.415" v="2839"/>
          <ac:spMkLst>
            <pc:docMk/>
            <pc:sldMk cId="387616033" sldId="396"/>
            <ac:spMk id="624" creationId="{D2263318-3073-7DDA-E7E2-70E18FF64D24}"/>
          </ac:spMkLst>
        </pc:spChg>
        <pc:spChg chg="mod">
          <ac:chgData name="Mayu Ninagawa (蜷川 真優 GE)" userId="15d22be4-2d84-414d-ac66-ca09a50eae87" providerId="ADAL" clId="{2A43D1C7-C612-4547-BA11-3049DC01C97C}" dt="2026-01-20T10:58:14.415" v="2839"/>
          <ac:spMkLst>
            <pc:docMk/>
            <pc:sldMk cId="387616033" sldId="396"/>
            <ac:spMk id="625" creationId="{50B4EF18-1015-5016-913B-0DB6F0D1EA77}"/>
          </ac:spMkLst>
        </pc:spChg>
        <pc:spChg chg="mod">
          <ac:chgData name="Mayu Ninagawa (蜷川 真優 GE)" userId="15d22be4-2d84-414d-ac66-ca09a50eae87" providerId="ADAL" clId="{2A43D1C7-C612-4547-BA11-3049DC01C97C}" dt="2026-01-20T10:58:14.415" v="2839"/>
          <ac:spMkLst>
            <pc:docMk/>
            <pc:sldMk cId="387616033" sldId="396"/>
            <ac:spMk id="626" creationId="{62BD3FC8-87FE-7B6C-2B31-B38D4DC55871}"/>
          </ac:spMkLst>
        </pc:spChg>
        <pc:spChg chg="mod">
          <ac:chgData name="Mayu Ninagawa (蜷川 真優 GE)" userId="15d22be4-2d84-414d-ac66-ca09a50eae87" providerId="ADAL" clId="{2A43D1C7-C612-4547-BA11-3049DC01C97C}" dt="2026-01-20T10:58:14.415" v="2839"/>
          <ac:spMkLst>
            <pc:docMk/>
            <pc:sldMk cId="387616033" sldId="396"/>
            <ac:spMk id="630" creationId="{D66EF430-9E2C-E6EF-EFB0-2426CAFA735B}"/>
          </ac:spMkLst>
        </pc:spChg>
        <pc:spChg chg="mod">
          <ac:chgData name="Mayu Ninagawa (蜷川 真優 GE)" userId="15d22be4-2d84-414d-ac66-ca09a50eae87" providerId="ADAL" clId="{2A43D1C7-C612-4547-BA11-3049DC01C97C}" dt="2026-01-20T10:58:14.415" v="2839"/>
          <ac:spMkLst>
            <pc:docMk/>
            <pc:sldMk cId="387616033" sldId="396"/>
            <ac:spMk id="631" creationId="{CEE5DCAA-CF61-1E78-E3D0-E50ED7C9AE0B}"/>
          </ac:spMkLst>
        </pc:spChg>
        <pc:spChg chg="mod">
          <ac:chgData name="Mayu Ninagawa (蜷川 真優 GE)" userId="15d22be4-2d84-414d-ac66-ca09a50eae87" providerId="ADAL" clId="{2A43D1C7-C612-4547-BA11-3049DC01C97C}" dt="2026-01-20T10:58:14.415" v="2839"/>
          <ac:spMkLst>
            <pc:docMk/>
            <pc:sldMk cId="387616033" sldId="396"/>
            <ac:spMk id="632" creationId="{2812C668-5098-72B7-056E-5F05290297C6}"/>
          </ac:spMkLst>
        </pc:spChg>
        <pc:spChg chg="mod">
          <ac:chgData name="Mayu Ninagawa (蜷川 真優 GE)" userId="15d22be4-2d84-414d-ac66-ca09a50eae87" providerId="ADAL" clId="{2A43D1C7-C612-4547-BA11-3049DC01C97C}" dt="2026-01-20T10:58:14.415" v="2839"/>
          <ac:spMkLst>
            <pc:docMk/>
            <pc:sldMk cId="387616033" sldId="396"/>
            <ac:spMk id="633" creationId="{43488B98-D413-35C0-6890-23A411105FDB}"/>
          </ac:spMkLst>
        </pc:spChg>
        <pc:spChg chg="mod">
          <ac:chgData name="Mayu Ninagawa (蜷川 真優 GE)" userId="15d22be4-2d84-414d-ac66-ca09a50eae87" providerId="ADAL" clId="{2A43D1C7-C612-4547-BA11-3049DC01C97C}" dt="2026-01-20T10:59:39.233" v="2853"/>
          <ac:spMkLst>
            <pc:docMk/>
            <pc:sldMk cId="387616033" sldId="396"/>
            <ac:spMk id="635" creationId="{9167E84C-7D37-B5C6-AD5C-2B8B2EA4555A}"/>
          </ac:spMkLst>
        </pc:spChg>
        <pc:spChg chg="mod">
          <ac:chgData name="Mayu Ninagawa (蜷川 真優 GE)" userId="15d22be4-2d84-414d-ac66-ca09a50eae87" providerId="ADAL" clId="{2A43D1C7-C612-4547-BA11-3049DC01C97C}" dt="2026-01-20T10:59:39.233" v="2853"/>
          <ac:spMkLst>
            <pc:docMk/>
            <pc:sldMk cId="387616033" sldId="396"/>
            <ac:spMk id="636" creationId="{F4529366-8C6F-74F9-1CCC-F20E5A47742C}"/>
          </ac:spMkLst>
        </pc:spChg>
        <pc:spChg chg="mod">
          <ac:chgData name="Mayu Ninagawa (蜷川 真優 GE)" userId="15d22be4-2d84-414d-ac66-ca09a50eae87" providerId="ADAL" clId="{2A43D1C7-C612-4547-BA11-3049DC01C97C}" dt="2026-01-20T10:59:39.233" v="2853"/>
          <ac:spMkLst>
            <pc:docMk/>
            <pc:sldMk cId="387616033" sldId="396"/>
            <ac:spMk id="637" creationId="{949069C1-BE9D-6438-5031-78E3F306D5A1}"/>
          </ac:spMkLst>
        </pc:spChg>
        <pc:spChg chg="mod">
          <ac:chgData name="Mayu Ninagawa (蜷川 真優 GE)" userId="15d22be4-2d84-414d-ac66-ca09a50eae87" providerId="ADAL" clId="{2A43D1C7-C612-4547-BA11-3049DC01C97C}" dt="2026-01-20T10:59:39.233" v="2853"/>
          <ac:spMkLst>
            <pc:docMk/>
            <pc:sldMk cId="387616033" sldId="396"/>
            <ac:spMk id="638" creationId="{1B3C389E-C02B-A49F-31B8-9BA448CD8013}"/>
          </ac:spMkLst>
        </pc:spChg>
        <pc:spChg chg="mod">
          <ac:chgData name="Mayu Ninagawa (蜷川 真優 GE)" userId="15d22be4-2d84-414d-ac66-ca09a50eae87" providerId="ADAL" clId="{2A43D1C7-C612-4547-BA11-3049DC01C97C}" dt="2026-01-20T10:59:39.233" v="2853"/>
          <ac:spMkLst>
            <pc:docMk/>
            <pc:sldMk cId="387616033" sldId="396"/>
            <ac:spMk id="639" creationId="{C6C2ED11-4678-2E37-FEA5-555ACF5E98A8}"/>
          </ac:spMkLst>
        </pc:spChg>
        <pc:spChg chg="mod">
          <ac:chgData name="Mayu Ninagawa (蜷川 真優 GE)" userId="15d22be4-2d84-414d-ac66-ca09a50eae87" providerId="ADAL" clId="{2A43D1C7-C612-4547-BA11-3049DC01C97C}" dt="2026-01-20T10:59:39.233" v="2853"/>
          <ac:spMkLst>
            <pc:docMk/>
            <pc:sldMk cId="387616033" sldId="396"/>
            <ac:spMk id="640" creationId="{06EBB4F0-E89B-A791-4F8D-1A1BDF43E614}"/>
          </ac:spMkLst>
        </pc:spChg>
        <pc:spChg chg="mod">
          <ac:chgData name="Mayu Ninagawa (蜷川 真優 GE)" userId="15d22be4-2d84-414d-ac66-ca09a50eae87" providerId="ADAL" clId="{2A43D1C7-C612-4547-BA11-3049DC01C97C}" dt="2026-01-20T10:59:39.233" v="2853"/>
          <ac:spMkLst>
            <pc:docMk/>
            <pc:sldMk cId="387616033" sldId="396"/>
            <ac:spMk id="641" creationId="{BB22BAD8-7109-391B-8ACE-C1494FBD5BDD}"/>
          </ac:spMkLst>
        </pc:spChg>
        <pc:spChg chg="mod">
          <ac:chgData name="Mayu Ninagawa (蜷川 真優 GE)" userId="15d22be4-2d84-414d-ac66-ca09a50eae87" providerId="ADAL" clId="{2A43D1C7-C612-4547-BA11-3049DC01C97C}" dt="2026-01-20T10:59:39.233" v="2853"/>
          <ac:spMkLst>
            <pc:docMk/>
            <pc:sldMk cId="387616033" sldId="396"/>
            <ac:spMk id="642" creationId="{B291968C-303F-EE17-C74A-51ABD76BA9F2}"/>
          </ac:spMkLst>
        </pc:spChg>
        <pc:spChg chg="mod">
          <ac:chgData name="Mayu Ninagawa (蜷川 真優 GE)" userId="15d22be4-2d84-414d-ac66-ca09a50eae87" providerId="ADAL" clId="{2A43D1C7-C612-4547-BA11-3049DC01C97C}" dt="2026-01-20T10:59:39.233" v="2853"/>
          <ac:spMkLst>
            <pc:docMk/>
            <pc:sldMk cId="387616033" sldId="396"/>
            <ac:spMk id="643" creationId="{D108E59B-6185-D5BE-7420-A3F89CDDAD97}"/>
          </ac:spMkLst>
        </pc:spChg>
        <pc:spChg chg="mod">
          <ac:chgData name="Mayu Ninagawa (蜷川 真優 GE)" userId="15d22be4-2d84-414d-ac66-ca09a50eae87" providerId="ADAL" clId="{2A43D1C7-C612-4547-BA11-3049DC01C97C}" dt="2026-01-20T10:59:39.233" v="2853"/>
          <ac:spMkLst>
            <pc:docMk/>
            <pc:sldMk cId="387616033" sldId="396"/>
            <ac:spMk id="644" creationId="{4A46AB73-6BAD-496C-47EE-A60E2701DE34}"/>
          </ac:spMkLst>
        </pc:spChg>
        <pc:spChg chg="mod">
          <ac:chgData name="Mayu Ninagawa (蜷川 真優 GE)" userId="15d22be4-2d84-414d-ac66-ca09a50eae87" providerId="ADAL" clId="{2A43D1C7-C612-4547-BA11-3049DC01C97C}" dt="2026-01-20T10:59:39.233" v="2853"/>
          <ac:spMkLst>
            <pc:docMk/>
            <pc:sldMk cId="387616033" sldId="396"/>
            <ac:spMk id="645" creationId="{92C05FFA-B801-E378-7161-ACDAACE26BCC}"/>
          </ac:spMkLst>
        </pc:spChg>
        <pc:spChg chg="mod">
          <ac:chgData name="Mayu Ninagawa (蜷川 真優 GE)" userId="15d22be4-2d84-414d-ac66-ca09a50eae87" providerId="ADAL" clId="{2A43D1C7-C612-4547-BA11-3049DC01C97C}" dt="2026-01-20T10:59:39.233" v="2853"/>
          <ac:spMkLst>
            <pc:docMk/>
            <pc:sldMk cId="387616033" sldId="396"/>
            <ac:spMk id="646" creationId="{8BFE3826-6070-D9ED-5FC2-A99049365666}"/>
          </ac:spMkLst>
        </pc:spChg>
        <pc:spChg chg="mod">
          <ac:chgData name="Mayu Ninagawa (蜷川 真優 GE)" userId="15d22be4-2d84-414d-ac66-ca09a50eae87" providerId="ADAL" clId="{2A43D1C7-C612-4547-BA11-3049DC01C97C}" dt="2026-01-20T10:59:39.233" v="2853"/>
          <ac:spMkLst>
            <pc:docMk/>
            <pc:sldMk cId="387616033" sldId="396"/>
            <ac:spMk id="647" creationId="{DB550DBC-1E11-16F4-61AF-688105CAF56A}"/>
          </ac:spMkLst>
        </pc:spChg>
        <pc:spChg chg="mod">
          <ac:chgData name="Mayu Ninagawa (蜷川 真優 GE)" userId="15d22be4-2d84-414d-ac66-ca09a50eae87" providerId="ADAL" clId="{2A43D1C7-C612-4547-BA11-3049DC01C97C}" dt="2026-01-20T10:59:39.233" v="2853"/>
          <ac:spMkLst>
            <pc:docMk/>
            <pc:sldMk cId="387616033" sldId="396"/>
            <ac:spMk id="648" creationId="{FFCBDEBA-8349-B0E5-A0DB-815B8D8D486A}"/>
          </ac:spMkLst>
        </pc:spChg>
        <pc:spChg chg="mod">
          <ac:chgData name="Mayu Ninagawa (蜷川 真優 GE)" userId="15d22be4-2d84-414d-ac66-ca09a50eae87" providerId="ADAL" clId="{2A43D1C7-C612-4547-BA11-3049DC01C97C}" dt="2026-01-20T10:59:39.233" v="2853"/>
          <ac:spMkLst>
            <pc:docMk/>
            <pc:sldMk cId="387616033" sldId="396"/>
            <ac:spMk id="649" creationId="{6A0DA8AF-964C-C123-1737-6C554CB64482}"/>
          </ac:spMkLst>
        </pc:spChg>
        <pc:spChg chg="mod">
          <ac:chgData name="Mayu Ninagawa (蜷川 真優 GE)" userId="15d22be4-2d84-414d-ac66-ca09a50eae87" providerId="ADAL" clId="{2A43D1C7-C612-4547-BA11-3049DC01C97C}" dt="2026-01-20T10:59:39.233" v="2853"/>
          <ac:spMkLst>
            <pc:docMk/>
            <pc:sldMk cId="387616033" sldId="396"/>
            <ac:spMk id="650" creationId="{B920EFFD-63D7-8BC3-8C49-217890969DC6}"/>
          </ac:spMkLst>
        </pc:spChg>
        <pc:spChg chg="mod">
          <ac:chgData name="Mayu Ninagawa (蜷川 真優 GE)" userId="15d22be4-2d84-414d-ac66-ca09a50eae87" providerId="ADAL" clId="{2A43D1C7-C612-4547-BA11-3049DC01C97C}" dt="2026-01-20T10:59:39.233" v="2853"/>
          <ac:spMkLst>
            <pc:docMk/>
            <pc:sldMk cId="387616033" sldId="396"/>
            <ac:spMk id="651" creationId="{0163C58A-A5AC-67C9-0851-33659295C0B4}"/>
          </ac:spMkLst>
        </pc:spChg>
        <pc:spChg chg="mod">
          <ac:chgData name="Mayu Ninagawa (蜷川 真優 GE)" userId="15d22be4-2d84-414d-ac66-ca09a50eae87" providerId="ADAL" clId="{2A43D1C7-C612-4547-BA11-3049DC01C97C}" dt="2026-01-20T10:59:39.233" v="2853"/>
          <ac:spMkLst>
            <pc:docMk/>
            <pc:sldMk cId="387616033" sldId="396"/>
            <ac:spMk id="652" creationId="{CD019AB6-5561-5FDE-4E03-A28D84339F4A}"/>
          </ac:spMkLst>
        </pc:spChg>
        <pc:spChg chg="mod">
          <ac:chgData name="Mayu Ninagawa (蜷川 真優 GE)" userId="15d22be4-2d84-414d-ac66-ca09a50eae87" providerId="ADAL" clId="{2A43D1C7-C612-4547-BA11-3049DC01C97C}" dt="2026-01-20T10:59:39.233" v="2853"/>
          <ac:spMkLst>
            <pc:docMk/>
            <pc:sldMk cId="387616033" sldId="396"/>
            <ac:spMk id="653" creationId="{3AFA5AA6-E1B2-E1CC-85A8-C30ED19F1FC0}"/>
          </ac:spMkLst>
        </pc:spChg>
        <pc:spChg chg="mod">
          <ac:chgData name="Mayu Ninagawa (蜷川 真優 GE)" userId="15d22be4-2d84-414d-ac66-ca09a50eae87" providerId="ADAL" clId="{2A43D1C7-C612-4547-BA11-3049DC01C97C}" dt="2026-01-20T10:59:39.233" v="2853"/>
          <ac:spMkLst>
            <pc:docMk/>
            <pc:sldMk cId="387616033" sldId="396"/>
            <ac:spMk id="654" creationId="{245FA086-A56E-E9D1-DB5F-B30ECD656B45}"/>
          </ac:spMkLst>
        </pc:spChg>
        <pc:spChg chg="mod">
          <ac:chgData name="Mayu Ninagawa (蜷川 真優 GE)" userId="15d22be4-2d84-414d-ac66-ca09a50eae87" providerId="ADAL" clId="{2A43D1C7-C612-4547-BA11-3049DC01C97C}" dt="2026-01-20T10:59:39.233" v="2853"/>
          <ac:spMkLst>
            <pc:docMk/>
            <pc:sldMk cId="387616033" sldId="396"/>
            <ac:spMk id="655" creationId="{445E63B7-9E71-E356-2130-BB9C0FBADB3D}"/>
          </ac:spMkLst>
        </pc:spChg>
        <pc:spChg chg="mod">
          <ac:chgData name="Mayu Ninagawa (蜷川 真優 GE)" userId="15d22be4-2d84-414d-ac66-ca09a50eae87" providerId="ADAL" clId="{2A43D1C7-C612-4547-BA11-3049DC01C97C}" dt="2026-01-20T10:59:39.233" v="2853"/>
          <ac:spMkLst>
            <pc:docMk/>
            <pc:sldMk cId="387616033" sldId="396"/>
            <ac:spMk id="656" creationId="{89362A04-DB7C-E4F8-1C25-E9AEEE523CA5}"/>
          </ac:spMkLst>
        </pc:spChg>
        <pc:spChg chg="mod">
          <ac:chgData name="Mayu Ninagawa (蜷川 真優 GE)" userId="15d22be4-2d84-414d-ac66-ca09a50eae87" providerId="ADAL" clId="{2A43D1C7-C612-4547-BA11-3049DC01C97C}" dt="2026-01-20T10:59:39.233" v="2853"/>
          <ac:spMkLst>
            <pc:docMk/>
            <pc:sldMk cId="387616033" sldId="396"/>
            <ac:spMk id="657" creationId="{70AAFD5E-FB47-3EC5-B094-21AEF6F9E655}"/>
          </ac:spMkLst>
        </pc:spChg>
        <pc:spChg chg="mod">
          <ac:chgData name="Mayu Ninagawa (蜷川 真優 GE)" userId="15d22be4-2d84-414d-ac66-ca09a50eae87" providerId="ADAL" clId="{2A43D1C7-C612-4547-BA11-3049DC01C97C}" dt="2026-01-20T10:59:39.233" v="2853"/>
          <ac:spMkLst>
            <pc:docMk/>
            <pc:sldMk cId="387616033" sldId="396"/>
            <ac:spMk id="658" creationId="{3EFA6D1A-E658-2FAE-D8D1-2FEDC194B728}"/>
          </ac:spMkLst>
        </pc:spChg>
        <pc:spChg chg="mod">
          <ac:chgData name="Mayu Ninagawa (蜷川 真優 GE)" userId="15d22be4-2d84-414d-ac66-ca09a50eae87" providerId="ADAL" clId="{2A43D1C7-C612-4547-BA11-3049DC01C97C}" dt="2026-01-20T10:59:39.233" v="2853"/>
          <ac:spMkLst>
            <pc:docMk/>
            <pc:sldMk cId="387616033" sldId="396"/>
            <ac:spMk id="659" creationId="{78D91D7C-070F-97A2-069C-089C61FF83A0}"/>
          </ac:spMkLst>
        </pc:spChg>
        <pc:spChg chg="mod">
          <ac:chgData name="Mayu Ninagawa (蜷川 真優 GE)" userId="15d22be4-2d84-414d-ac66-ca09a50eae87" providerId="ADAL" clId="{2A43D1C7-C612-4547-BA11-3049DC01C97C}" dt="2026-01-20T10:59:39.233" v="2853"/>
          <ac:spMkLst>
            <pc:docMk/>
            <pc:sldMk cId="387616033" sldId="396"/>
            <ac:spMk id="660" creationId="{F9D44903-30E3-BE49-FD6C-70AC7FE3CAA9}"/>
          </ac:spMkLst>
        </pc:spChg>
        <pc:spChg chg="mod">
          <ac:chgData name="Mayu Ninagawa (蜷川 真優 GE)" userId="15d22be4-2d84-414d-ac66-ca09a50eae87" providerId="ADAL" clId="{2A43D1C7-C612-4547-BA11-3049DC01C97C}" dt="2026-01-20T10:59:39.233" v="2853"/>
          <ac:spMkLst>
            <pc:docMk/>
            <pc:sldMk cId="387616033" sldId="396"/>
            <ac:spMk id="661" creationId="{C8F3ADBE-B4FF-0CE1-4F5C-323567689968}"/>
          </ac:spMkLst>
        </pc:spChg>
        <pc:spChg chg="mod">
          <ac:chgData name="Mayu Ninagawa (蜷川 真優 GE)" userId="15d22be4-2d84-414d-ac66-ca09a50eae87" providerId="ADAL" clId="{2A43D1C7-C612-4547-BA11-3049DC01C97C}" dt="2026-01-20T10:59:39.233" v="2853"/>
          <ac:spMkLst>
            <pc:docMk/>
            <pc:sldMk cId="387616033" sldId="396"/>
            <ac:spMk id="662" creationId="{D2461FB3-857A-325F-23A6-1C859437312D}"/>
          </ac:spMkLst>
        </pc:spChg>
        <pc:spChg chg="mod">
          <ac:chgData name="Mayu Ninagawa (蜷川 真優 GE)" userId="15d22be4-2d84-414d-ac66-ca09a50eae87" providerId="ADAL" clId="{2A43D1C7-C612-4547-BA11-3049DC01C97C}" dt="2026-01-20T10:59:39.233" v="2853"/>
          <ac:spMkLst>
            <pc:docMk/>
            <pc:sldMk cId="387616033" sldId="396"/>
            <ac:spMk id="663" creationId="{2D6CB33E-D29F-A2E5-A538-2D81AEEC8764}"/>
          </ac:spMkLst>
        </pc:spChg>
        <pc:spChg chg="mod">
          <ac:chgData name="Mayu Ninagawa (蜷川 真優 GE)" userId="15d22be4-2d84-414d-ac66-ca09a50eae87" providerId="ADAL" clId="{2A43D1C7-C612-4547-BA11-3049DC01C97C}" dt="2026-01-20T10:59:39.233" v="2853"/>
          <ac:spMkLst>
            <pc:docMk/>
            <pc:sldMk cId="387616033" sldId="396"/>
            <ac:spMk id="664" creationId="{8E0577A4-0ADC-9F24-DE55-884343762AFE}"/>
          </ac:spMkLst>
        </pc:spChg>
        <pc:spChg chg="mod">
          <ac:chgData name="Mayu Ninagawa (蜷川 真優 GE)" userId="15d22be4-2d84-414d-ac66-ca09a50eae87" providerId="ADAL" clId="{2A43D1C7-C612-4547-BA11-3049DC01C97C}" dt="2026-01-20T10:59:39.233" v="2853"/>
          <ac:spMkLst>
            <pc:docMk/>
            <pc:sldMk cId="387616033" sldId="396"/>
            <ac:spMk id="665" creationId="{E55B1A10-42D3-79AA-9DC9-746BD18B01CC}"/>
          </ac:spMkLst>
        </pc:spChg>
        <pc:spChg chg="mod">
          <ac:chgData name="Mayu Ninagawa (蜷川 真優 GE)" userId="15d22be4-2d84-414d-ac66-ca09a50eae87" providerId="ADAL" clId="{2A43D1C7-C612-4547-BA11-3049DC01C97C}" dt="2026-01-20T10:59:39.233" v="2853"/>
          <ac:spMkLst>
            <pc:docMk/>
            <pc:sldMk cId="387616033" sldId="396"/>
            <ac:spMk id="666" creationId="{C13992C9-5DBD-5F78-753E-E0D49121914C}"/>
          </ac:spMkLst>
        </pc:spChg>
        <pc:spChg chg="mod">
          <ac:chgData name="Mayu Ninagawa (蜷川 真優 GE)" userId="15d22be4-2d84-414d-ac66-ca09a50eae87" providerId="ADAL" clId="{2A43D1C7-C612-4547-BA11-3049DC01C97C}" dt="2026-01-20T10:59:39.233" v="2853"/>
          <ac:spMkLst>
            <pc:docMk/>
            <pc:sldMk cId="387616033" sldId="396"/>
            <ac:spMk id="667" creationId="{F4D3274D-EBC8-A043-9AC7-5DC2DB5C6280}"/>
          </ac:spMkLst>
        </pc:spChg>
        <pc:spChg chg="mod">
          <ac:chgData name="Mayu Ninagawa (蜷川 真優 GE)" userId="15d22be4-2d84-414d-ac66-ca09a50eae87" providerId="ADAL" clId="{2A43D1C7-C612-4547-BA11-3049DC01C97C}" dt="2026-01-20T10:59:39.233" v="2853"/>
          <ac:spMkLst>
            <pc:docMk/>
            <pc:sldMk cId="387616033" sldId="396"/>
            <ac:spMk id="668" creationId="{CE3916C6-6E67-AF65-0692-2461D17282F5}"/>
          </ac:spMkLst>
        </pc:spChg>
        <pc:spChg chg="mod">
          <ac:chgData name="Mayu Ninagawa (蜷川 真優 GE)" userId="15d22be4-2d84-414d-ac66-ca09a50eae87" providerId="ADAL" clId="{2A43D1C7-C612-4547-BA11-3049DC01C97C}" dt="2026-01-20T10:59:39.233" v="2853"/>
          <ac:spMkLst>
            <pc:docMk/>
            <pc:sldMk cId="387616033" sldId="396"/>
            <ac:spMk id="669" creationId="{841B9AD4-0E4D-DD64-3141-198362D63EDA}"/>
          </ac:spMkLst>
        </pc:spChg>
        <pc:spChg chg="mod">
          <ac:chgData name="Mayu Ninagawa (蜷川 真優 GE)" userId="15d22be4-2d84-414d-ac66-ca09a50eae87" providerId="ADAL" clId="{2A43D1C7-C612-4547-BA11-3049DC01C97C}" dt="2026-01-20T10:59:39.233" v="2853"/>
          <ac:spMkLst>
            <pc:docMk/>
            <pc:sldMk cId="387616033" sldId="396"/>
            <ac:spMk id="670" creationId="{C804348D-AA7A-858B-B9E4-4BCDB1A5FAA3}"/>
          </ac:spMkLst>
        </pc:spChg>
        <pc:spChg chg="mod">
          <ac:chgData name="Mayu Ninagawa (蜷川 真優 GE)" userId="15d22be4-2d84-414d-ac66-ca09a50eae87" providerId="ADAL" clId="{2A43D1C7-C612-4547-BA11-3049DC01C97C}" dt="2026-01-20T10:59:39.233" v="2853"/>
          <ac:spMkLst>
            <pc:docMk/>
            <pc:sldMk cId="387616033" sldId="396"/>
            <ac:spMk id="671" creationId="{6769F43D-7790-6A5E-DB0B-B05417DF1F24}"/>
          </ac:spMkLst>
        </pc:spChg>
        <pc:spChg chg="mod">
          <ac:chgData name="Mayu Ninagawa (蜷川 真優 GE)" userId="15d22be4-2d84-414d-ac66-ca09a50eae87" providerId="ADAL" clId="{2A43D1C7-C612-4547-BA11-3049DC01C97C}" dt="2026-01-20T10:59:39.233" v="2853"/>
          <ac:spMkLst>
            <pc:docMk/>
            <pc:sldMk cId="387616033" sldId="396"/>
            <ac:spMk id="672" creationId="{0180E05A-8DAB-D39E-4B5F-D14182171AE4}"/>
          </ac:spMkLst>
        </pc:spChg>
        <pc:spChg chg="mod">
          <ac:chgData name="Mayu Ninagawa (蜷川 真優 GE)" userId="15d22be4-2d84-414d-ac66-ca09a50eae87" providerId="ADAL" clId="{2A43D1C7-C612-4547-BA11-3049DC01C97C}" dt="2026-01-20T10:59:39.233" v="2853"/>
          <ac:spMkLst>
            <pc:docMk/>
            <pc:sldMk cId="387616033" sldId="396"/>
            <ac:spMk id="673" creationId="{D1569093-E90E-BC68-A08B-C27EDEFF72B1}"/>
          </ac:spMkLst>
        </pc:spChg>
        <pc:spChg chg="mod">
          <ac:chgData name="Mayu Ninagawa (蜷川 真優 GE)" userId="15d22be4-2d84-414d-ac66-ca09a50eae87" providerId="ADAL" clId="{2A43D1C7-C612-4547-BA11-3049DC01C97C}" dt="2026-01-20T10:59:39.233" v="2853"/>
          <ac:spMkLst>
            <pc:docMk/>
            <pc:sldMk cId="387616033" sldId="396"/>
            <ac:spMk id="674" creationId="{83C304A9-67A1-BFB9-148B-5F8157D2B067}"/>
          </ac:spMkLst>
        </pc:spChg>
        <pc:spChg chg="mod">
          <ac:chgData name="Mayu Ninagawa (蜷川 真優 GE)" userId="15d22be4-2d84-414d-ac66-ca09a50eae87" providerId="ADAL" clId="{2A43D1C7-C612-4547-BA11-3049DC01C97C}" dt="2026-01-20T10:59:39.233" v="2853"/>
          <ac:spMkLst>
            <pc:docMk/>
            <pc:sldMk cId="387616033" sldId="396"/>
            <ac:spMk id="675" creationId="{F8F06DEE-B499-1854-C275-30B508806C84}"/>
          </ac:spMkLst>
        </pc:spChg>
        <pc:spChg chg="mod">
          <ac:chgData name="Mayu Ninagawa (蜷川 真優 GE)" userId="15d22be4-2d84-414d-ac66-ca09a50eae87" providerId="ADAL" clId="{2A43D1C7-C612-4547-BA11-3049DC01C97C}" dt="2026-01-20T10:59:39.233" v="2853"/>
          <ac:spMkLst>
            <pc:docMk/>
            <pc:sldMk cId="387616033" sldId="396"/>
            <ac:spMk id="676" creationId="{CB5CA3EB-E2E9-A799-EBFE-711A09AB8D52}"/>
          </ac:spMkLst>
        </pc:spChg>
        <pc:spChg chg="mod">
          <ac:chgData name="Mayu Ninagawa (蜷川 真優 GE)" userId="15d22be4-2d84-414d-ac66-ca09a50eae87" providerId="ADAL" clId="{2A43D1C7-C612-4547-BA11-3049DC01C97C}" dt="2026-01-20T10:59:39.233" v="2853"/>
          <ac:spMkLst>
            <pc:docMk/>
            <pc:sldMk cId="387616033" sldId="396"/>
            <ac:spMk id="677" creationId="{2676EF00-2C07-13CA-F5BA-346B5014ACED}"/>
          </ac:spMkLst>
        </pc:spChg>
        <pc:spChg chg="mod">
          <ac:chgData name="Mayu Ninagawa (蜷川 真優 GE)" userId="15d22be4-2d84-414d-ac66-ca09a50eae87" providerId="ADAL" clId="{2A43D1C7-C612-4547-BA11-3049DC01C97C}" dt="2026-01-20T10:59:39.233" v="2853"/>
          <ac:spMkLst>
            <pc:docMk/>
            <pc:sldMk cId="387616033" sldId="396"/>
            <ac:spMk id="678" creationId="{C2311637-E0D4-70D4-190A-7E0E89B0939B}"/>
          </ac:spMkLst>
        </pc:spChg>
        <pc:spChg chg="mod">
          <ac:chgData name="Mayu Ninagawa (蜷川 真優 GE)" userId="15d22be4-2d84-414d-ac66-ca09a50eae87" providerId="ADAL" clId="{2A43D1C7-C612-4547-BA11-3049DC01C97C}" dt="2026-01-20T10:59:39.233" v="2853"/>
          <ac:spMkLst>
            <pc:docMk/>
            <pc:sldMk cId="387616033" sldId="396"/>
            <ac:spMk id="679" creationId="{249DBABE-0E85-F0A4-389E-E2A05D17BF57}"/>
          </ac:spMkLst>
        </pc:spChg>
        <pc:spChg chg="mod">
          <ac:chgData name="Mayu Ninagawa (蜷川 真優 GE)" userId="15d22be4-2d84-414d-ac66-ca09a50eae87" providerId="ADAL" clId="{2A43D1C7-C612-4547-BA11-3049DC01C97C}" dt="2026-01-20T10:59:39.233" v="2853"/>
          <ac:spMkLst>
            <pc:docMk/>
            <pc:sldMk cId="387616033" sldId="396"/>
            <ac:spMk id="680" creationId="{B3085BB6-311B-2A6C-BA45-198F871F3787}"/>
          </ac:spMkLst>
        </pc:spChg>
        <pc:spChg chg="mod">
          <ac:chgData name="Mayu Ninagawa (蜷川 真優 GE)" userId="15d22be4-2d84-414d-ac66-ca09a50eae87" providerId="ADAL" clId="{2A43D1C7-C612-4547-BA11-3049DC01C97C}" dt="2026-01-20T10:59:39.233" v="2853"/>
          <ac:spMkLst>
            <pc:docMk/>
            <pc:sldMk cId="387616033" sldId="396"/>
            <ac:spMk id="681" creationId="{78694096-2A5A-B924-8C12-E1A9B2B5DE93}"/>
          </ac:spMkLst>
        </pc:spChg>
        <pc:spChg chg="mod">
          <ac:chgData name="Mayu Ninagawa (蜷川 真優 GE)" userId="15d22be4-2d84-414d-ac66-ca09a50eae87" providerId="ADAL" clId="{2A43D1C7-C612-4547-BA11-3049DC01C97C}" dt="2026-01-20T10:59:39.233" v="2853"/>
          <ac:spMkLst>
            <pc:docMk/>
            <pc:sldMk cId="387616033" sldId="396"/>
            <ac:spMk id="682" creationId="{4D77973D-64D1-B5A9-B920-6D39ACF87993}"/>
          </ac:spMkLst>
        </pc:spChg>
        <pc:spChg chg="mod">
          <ac:chgData name="Mayu Ninagawa (蜷川 真優 GE)" userId="15d22be4-2d84-414d-ac66-ca09a50eae87" providerId="ADAL" clId="{2A43D1C7-C612-4547-BA11-3049DC01C97C}" dt="2026-01-20T10:59:39.233" v="2853"/>
          <ac:spMkLst>
            <pc:docMk/>
            <pc:sldMk cId="387616033" sldId="396"/>
            <ac:spMk id="683" creationId="{199F0A89-F7BE-C6FD-22B2-AC829E5AAE24}"/>
          </ac:spMkLst>
        </pc:spChg>
        <pc:spChg chg="mod">
          <ac:chgData name="Mayu Ninagawa (蜷川 真優 GE)" userId="15d22be4-2d84-414d-ac66-ca09a50eae87" providerId="ADAL" clId="{2A43D1C7-C612-4547-BA11-3049DC01C97C}" dt="2026-01-20T10:59:39.233" v="2853"/>
          <ac:spMkLst>
            <pc:docMk/>
            <pc:sldMk cId="387616033" sldId="396"/>
            <ac:spMk id="684" creationId="{0AB7306C-FFA4-72A7-F788-EBF2D0900444}"/>
          </ac:spMkLst>
        </pc:spChg>
        <pc:spChg chg="mod">
          <ac:chgData name="Mayu Ninagawa (蜷川 真優 GE)" userId="15d22be4-2d84-414d-ac66-ca09a50eae87" providerId="ADAL" clId="{2A43D1C7-C612-4547-BA11-3049DC01C97C}" dt="2026-01-20T10:59:39.233" v="2853"/>
          <ac:spMkLst>
            <pc:docMk/>
            <pc:sldMk cId="387616033" sldId="396"/>
            <ac:spMk id="685" creationId="{EE506D28-340D-0709-27D4-6933494A5001}"/>
          </ac:spMkLst>
        </pc:spChg>
        <pc:spChg chg="mod">
          <ac:chgData name="Mayu Ninagawa (蜷川 真優 GE)" userId="15d22be4-2d84-414d-ac66-ca09a50eae87" providerId="ADAL" clId="{2A43D1C7-C612-4547-BA11-3049DC01C97C}" dt="2026-01-20T10:59:39.233" v="2853"/>
          <ac:spMkLst>
            <pc:docMk/>
            <pc:sldMk cId="387616033" sldId="396"/>
            <ac:spMk id="686" creationId="{37A8EE77-E91B-E934-590B-F3A89F4D1E08}"/>
          </ac:spMkLst>
        </pc:spChg>
        <pc:spChg chg="mod">
          <ac:chgData name="Mayu Ninagawa (蜷川 真優 GE)" userId="15d22be4-2d84-414d-ac66-ca09a50eae87" providerId="ADAL" clId="{2A43D1C7-C612-4547-BA11-3049DC01C97C}" dt="2026-01-20T10:59:39.233" v="2853"/>
          <ac:spMkLst>
            <pc:docMk/>
            <pc:sldMk cId="387616033" sldId="396"/>
            <ac:spMk id="687" creationId="{56F1ABC1-5C30-40F3-A1AF-B5EAD543C846}"/>
          </ac:spMkLst>
        </pc:spChg>
        <pc:spChg chg="mod">
          <ac:chgData name="Mayu Ninagawa (蜷川 真優 GE)" userId="15d22be4-2d84-414d-ac66-ca09a50eae87" providerId="ADAL" clId="{2A43D1C7-C612-4547-BA11-3049DC01C97C}" dt="2026-01-20T10:59:39.233" v="2853"/>
          <ac:spMkLst>
            <pc:docMk/>
            <pc:sldMk cId="387616033" sldId="396"/>
            <ac:spMk id="688" creationId="{29A5BD65-CB69-0778-2547-8F91796DD0EE}"/>
          </ac:spMkLst>
        </pc:spChg>
        <pc:spChg chg="mod">
          <ac:chgData name="Mayu Ninagawa (蜷川 真優 GE)" userId="15d22be4-2d84-414d-ac66-ca09a50eae87" providerId="ADAL" clId="{2A43D1C7-C612-4547-BA11-3049DC01C97C}" dt="2026-01-20T10:59:39.233" v="2853"/>
          <ac:spMkLst>
            <pc:docMk/>
            <pc:sldMk cId="387616033" sldId="396"/>
            <ac:spMk id="689" creationId="{3DF2EBE5-87F8-BC62-8A33-74480295F123}"/>
          </ac:spMkLst>
        </pc:spChg>
        <pc:spChg chg="mod">
          <ac:chgData name="Mayu Ninagawa (蜷川 真優 GE)" userId="15d22be4-2d84-414d-ac66-ca09a50eae87" providerId="ADAL" clId="{2A43D1C7-C612-4547-BA11-3049DC01C97C}" dt="2026-01-20T10:59:39.233" v="2853"/>
          <ac:spMkLst>
            <pc:docMk/>
            <pc:sldMk cId="387616033" sldId="396"/>
            <ac:spMk id="690" creationId="{63AE17AE-3E3E-9ED9-BC1F-62C35EA2B52A}"/>
          </ac:spMkLst>
        </pc:spChg>
        <pc:spChg chg="mod">
          <ac:chgData name="Mayu Ninagawa (蜷川 真優 GE)" userId="15d22be4-2d84-414d-ac66-ca09a50eae87" providerId="ADAL" clId="{2A43D1C7-C612-4547-BA11-3049DC01C97C}" dt="2026-01-20T10:59:39.233" v="2853"/>
          <ac:spMkLst>
            <pc:docMk/>
            <pc:sldMk cId="387616033" sldId="396"/>
            <ac:spMk id="691" creationId="{BACEBD61-4981-0963-12BE-8D568EEC0011}"/>
          </ac:spMkLst>
        </pc:spChg>
        <pc:spChg chg="mod">
          <ac:chgData name="Mayu Ninagawa (蜷川 真優 GE)" userId="15d22be4-2d84-414d-ac66-ca09a50eae87" providerId="ADAL" clId="{2A43D1C7-C612-4547-BA11-3049DC01C97C}" dt="2026-01-20T10:59:39.233" v="2853"/>
          <ac:spMkLst>
            <pc:docMk/>
            <pc:sldMk cId="387616033" sldId="396"/>
            <ac:spMk id="692" creationId="{F1B6698E-15A7-0344-F2E6-13FA7C2524AC}"/>
          </ac:spMkLst>
        </pc:spChg>
        <pc:spChg chg="mod">
          <ac:chgData name="Mayu Ninagawa (蜷川 真優 GE)" userId="15d22be4-2d84-414d-ac66-ca09a50eae87" providerId="ADAL" clId="{2A43D1C7-C612-4547-BA11-3049DC01C97C}" dt="2026-01-20T10:59:39.233" v="2853"/>
          <ac:spMkLst>
            <pc:docMk/>
            <pc:sldMk cId="387616033" sldId="396"/>
            <ac:spMk id="693" creationId="{49C93E80-9F28-72AA-ADA5-073582E439EF}"/>
          </ac:spMkLst>
        </pc:spChg>
        <pc:spChg chg="mod">
          <ac:chgData name="Mayu Ninagawa (蜷川 真優 GE)" userId="15d22be4-2d84-414d-ac66-ca09a50eae87" providerId="ADAL" clId="{2A43D1C7-C612-4547-BA11-3049DC01C97C}" dt="2026-01-20T10:59:39.233" v="2853"/>
          <ac:spMkLst>
            <pc:docMk/>
            <pc:sldMk cId="387616033" sldId="396"/>
            <ac:spMk id="694" creationId="{193BB8A9-A562-C106-A22A-E7CE8E440F4E}"/>
          </ac:spMkLst>
        </pc:spChg>
        <pc:spChg chg="mod">
          <ac:chgData name="Mayu Ninagawa (蜷川 真優 GE)" userId="15d22be4-2d84-414d-ac66-ca09a50eae87" providerId="ADAL" clId="{2A43D1C7-C612-4547-BA11-3049DC01C97C}" dt="2026-01-20T10:59:39.233" v="2853"/>
          <ac:spMkLst>
            <pc:docMk/>
            <pc:sldMk cId="387616033" sldId="396"/>
            <ac:spMk id="695" creationId="{10FDB231-0E8C-7EC0-151D-AFB0A2847E56}"/>
          </ac:spMkLst>
        </pc:spChg>
        <pc:spChg chg="mod">
          <ac:chgData name="Mayu Ninagawa (蜷川 真優 GE)" userId="15d22be4-2d84-414d-ac66-ca09a50eae87" providerId="ADAL" clId="{2A43D1C7-C612-4547-BA11-3049DC01C97C}" dt="2026-01-20T10:59:39.233" v="2853"/>
          <ac:spMkLst>
            <pc:docMk/>
            <pc:sldMk cId="387616033" sldId="396"/>
            <ac:spMk id="696" creationId="{297506C1-EF7B-473A-965B-81C52D823BBC}"/>
          </ac:spMkLst>
        </pc:spChg>
        <pc:spChg chg="mod">
          <ac:chgData name="Mayu Ninagawa (蜷川 真優 GE)" userId="15d22be4-2d84-414d-ac66-ca09a50eae87" providerId="ADAL" clId="{2A43D1C7-C612-4547-BA11-3049DC01C97C}" dt="2026-01-20T10:59:39.233" v="2853"/>
          <ac:spMkLst>
            <pc:docMk/>
            <pc:sldMk cId="387616033" sldId="396"/>
            <ac:spMk id="700" creationId="{27478C06-796F-EF63-AC33-27306178B5B7}"/>
          </ac:spMkLst>
        </pc:spChg>
        <pc:spChg chg="mod">
          <ac:chgData name="Mayu Ninagawa (蜷川 真優 GE)" userId="15d22be4-2d84-414d-ac66-ca09a50eae87" providerId="ADAL" clId="{2A43D1C7-C612-4547-BA11-3049DC01C97C}" dt="2026-01-20T10:59:39.233" v="2853"/>
          <ac:spMkLst>
            <pc:docMk/>
            <pc:sldMk cId="387616033" sldId="396"/>
            <ac:spMk id="701" creationId="{E14F072D-58A5-489C-EA20-DB20FAF43CEA}"/>
          </ac:spMkLst>
        </pc:spChg>
        <pc:spChg chg="mod">
          <ac:chgData name="Mayu Ninagawa (蜷川 真優 GE)" userId="15d22be4-2d84-414d-ac66-ca09a50eae87" providerId="ADAL" clId="{2A43D1C7-C612-4547-BA11-3049DC01C97C}" dt="2026-01-20T10:59:39.233" v="2853"/>
          <ac:spMkLst>
            <pc:docMk/>
            <pc:sldMk cId="387616033" sldId="396"/>
            <ac:spMk id="702" creationId="{830E95E5-F724-8C79-493C-6B1FE46295E3}"/>
          </ac:spMkLst>
        </pc:spChg>
        <pc:spChg chg="mod">
          <ac:chgData name="Mayu Ninagawa (蜷川 真優 GE)" userId="15d22be4-2d84-414d-ac66-ca09a50eae87" providerId="ADAL" clId="{2A43D1C7-C612-4547-BA11-3049DC01C97C}" dt="2026-01-20T10:59:39.233" v="2853"/>
          <ac:spMkLst>
            <pc:docMk/>
            <pc:sldMk cId="387616033" sldId="396"/>
            <ac:spMk id="703" creationId="{59804E5C-118F-7B58-1057-9AC5E065C777}"/>
          </ac:spMkLst>
        </pc:spChg>
        <pc:spChg chg="del mod topLvl">
          <ac:chgData name="Mayu Ninagawa (蜷川 真優 GE)" userId="15d22be4-2d84-414d-ac66-ca09a50eae87" providerId="ADAL" clId="{2A43D1C7-C612-4547-BA11-3049DC01C97C}" dt="2026-01-20T11:48:26.559" v="3270" actId="478"/>
          <ac:spMkLst>
            <pc:docMk/>
            <pc:sldMk cId="387616033" sldId="396"/>
            <ac:spMk id="705" creationId="{DB50D3BE-4829-F3BB-C702-5AB84E1D22FD}"/>
          </ac:spMkLst>
        </pc:spChg>
        <pc:spChg chg="del mod topLvl">
          <ac:chgData name="Mayu Ninagawa (蜷川 真優 GE)" userId="15d22be4-2d84-414d-ac66-ca09a50eae87" providerId="ADAL" clId="{2A43D1C7-C612-4547-BA11-3049DC01C97C}" dt="2026-01-20T11:48:26.559" v="3270" actId="478"/>
          <ac:spMkLst>
            <pc:docMk/>
            <pc:sldMk cId="387616033" sldId="396"/>
            <ac:spMk id="706" creationId="{5E2C3E79-F571-99DE-276F-25EEC73D4DD4}"/>
          </ac:spMkLst>
        </pc:spChg>
        <pc:spChg chg="add del mod topLvl">
          <ac:chgData name="Mayu Ninagawa (蜷川 真優 GE)" userId="15d22be4-2d84-414d-ac66-ca09a50eae87" providerId="ADAL" clId="{2A43D1C7-C612-4547-BA11-3049DC01C97C}" dt="2026-01-20T11:22:56.282" v="3133"/>
          <ac:spMkLst>
            <pc:docMk/>
            <pc:sldMk cId="387616033" sldId="396"/>
            <ac:spMk id="707" creationId="{68EEE291-8BB1-CC50-F821-AC7C8E5D82EE}"/>
          </ac:spMkLst>
        </pc:spChg>
        <pc:spChg chg="add del mod topLvl">
          <ac:chgData name="Mayu Ninagawa (蜷川 真優 GE)" userId="15d22be4-2d84-414d-ac66-ca09a50eae87" providerId="ADAL" clId="{2A43D1C7-C612-4547-BA11-3049DC01C97C}" dt="2026-01-20T11:22:56.282" v="3133"/>
          <ac:spMkLst>
            <pc:docMk/>
            <pc:sldMk cId="387616033" sldId="396"/>
            <ac:spMk id="708" creationId="{180C21F6-D98C-58F1-BA50-059A9917C499}"/>
          </ac:spMkLst>
        </pc:spChg>
        <pc:spChg chg="add del mod topLvl">
          <ac:chgData name="Mayu Ninagawa (蜷川 真優 GE)" userId="15d22be4-2d84-414d-ac66-ca09a50eae87" providerId="ADAL" clId="{2A43D1C7-C612-4547-BA11-3049DC01C97C}" dt="2026-01-20T11:22:56.282" v="3133"/>
          <ac:spMkLst>
            <pc:docMk/>
            <pc:sldMk cId="387616033" sldId="396"/>
            <ac:spMk id="709" creationId="{E38833E4-81CC-FB2C-E632-782CB00D8780}"/>
          </ac:spMkLst>
        </pc:spChg>
        <pc:spChg chg="del mod topLvl">
          <ac:chgData name="Mayu Ninagawa (蜷川 真優 GE)" userId="15d22be4-2d84-414d-ac66-ca09a50eae87" providerId="ADAL" clId="{2A43D1C7-C612-4547-BA11-3049DC01C97C}" dt="2026-01-22T03:12:30.507" v="4308" actId="478"/>
          <ac:spMkLst>
            <pc:docMk/>
            <pc:sldMk cId="387616033" sldId="396"/>
            <ac:spMk id="710" creationId="{27EEC105-0E8B-7B60-A0EC-8EB02DDAE025}"/>
          </ac:spMkLst>
        </pc:spChg>
        <pc:spChg chg="del mod topLvl">
          <ac:chgData name="Mayu Ninagawa (蜷川 真優 GE)" userId="15d22be4-2d84-414d-ac66-ca09a50eae87" providerId="ADAL" clId="{2A43D1C7-C612-4547-BA11-3049DC01C97C}" dt="2026-01-20T11:48:26.559" v="3270" actId="478"/>
          <ac:spMkLst>
            <pc:docMk/>
            <pc:sldMk cId="387616033" sldId="396"/>
            <ac:spMk id="711" creationId="{ABBE8D73-18E0-26E5-8BB6-937C3F3C5F4E}"/>
          </ac:spMkLst>
        </pc:spChg>
        <pc:spChg chg="del mod topLvl">
          <ac:chgData name="Mayu Ninagawa (蜷川 真優 GE)" userId="15d22be4-2d84-414d-ac66-ca09a50eae87" providerId="ADAL" clId="{2A43D1C7-C612-4547-BA11-3049DC01C97C}" dt="2026-01-20T11:48:26.559" v="3270" actId="478"/>
          <ac:spMkLst>
            <pc:docMk/>
            <pc:sldMk cId="387616033" sldId="396"/>
            <ac:spMk id="712" creationId="{8384DE85-8F40-F754-E02A-49C931FA21B1}"/>
          </ac:spMkLst>
        </pc:spChg>
        <pc:spChg chg="add del mod topLvl">
          <ac:chgData name="Mayu Ninagawa (蜷川 真優 GE)" userId="15d22be4-2d84-414d-ac66-ca09a50eae87" providerId="ADAL" clId="{2A43D1C7-C612-4547-BA11-3049DC01C97C}" dt="2026-01-20T11:48:26.559" v="3270" actId="478"/>
          <ac:spMkLst>
            <pc:docMk/>
            <pc:sldMk cId="387616033" sldId="396"/>
            <ac:spMk id="713" creationId="{8038ABA8-9FD6-BAC4-5236-13BCF4F61A78}"/>
          </ac:spMkLst>
        </pc:spChg>
        <pc:spChg chg="del mod topLvl">
          <ac:chgData name="Mayu Ninagawa (蜷川 真優 GE)" userId="15d22be4-2d84-414d-ac66-ca09a50eae87" providerId="ADAL" clId="{2A43D1C7-C612-4547-BA11-3049DC01C97C}" dt="2026-01-20T11:48:26.559" v="3270" actId="478"/>
          <ac:spMkLst>
            <pc:docMk/>
            <pc:sldMk cId="387616033" sldId="396"/>
            <ac:spMk id="714" creationId="{3FDA73D2-45B3-8156-B9C0-3FD2AB299172}"/>
          </ac:spMkLst>
        </pc:spChg>
        <pc:spChg chg="del mod topLvl">
          <ac:chgData name="Mayu Ninagawa (蜷川 真優 GE)" userId="15d22be4-2d84-414d-ac66-ca09a50eae87" providerId="ADAL" clId="{2A43D1C7-C612-4547-BA11-3049DC01C97C}" dt="2026-01-20T11:48:26.559" v="3270" actId="478"/>
          <ac:spMkLst>
            <pc:docMk/>
            <pc:sldMk cId="387616033" sldId="396"/>
            <ac:spMk id="715" creationId="{11E2B50A-05B3-A9E0-90D9-31FB0247DD44}"/>
          </ac:spMkLst>
        </pc:spChg>
        <pc:spChg chg="del mod topLvl">
          <ac:chgData name="Mayu Ninagawa (蜷川 真優 GE)" userId="15d22be4-2d84-414d-ac66-ca09a50eae87" providerId="ADAL" clId="{2A43D1C7-C612-4547-BA11-3049DC01C97C}" dt="2026-01-20T11:48:26.559" v="3270" actId="478"/>
          <ac:spMkLst>
            <pc:docMk/>
            <pc:sldMk cId="387616033" sldId="396"/>
            <ac:spMk id="716" creationId="{05F1FD91-BF44-3E18-3F40-54F4E0007135}"/>
          </ac:spMkLst>
        </pc:spChg>
        <pc:spChg chg="del mod topLvl">
          <ac:chgData name="Mayu Ninagawa (蜷川 真優 GE)" userId="15d22be4-2d84-414d-ac66-ca09a50eae87" providerId="ADAL" clId="{2A43D1C7-C612-4547-BA11-3049DC01C97C}" dt="2026-01-20T11:48:26.559" v="3270" actId="478"/>
          <ac:spMkLst>
            <pc:docMk/>
            <pc:sldMk cId="387616033" sldId="396"/>
            <ac:spMk id="717" creationId="{9ABB5FF6-2C23-F94F-22BD-DBA91055F5B7}"/>
          </ac:spMkLst>
        </pc:spChg>
        <pc:spChg chg="del mod topLvl">
          <ac:chgData name="Mayu Ninagawa (蜷川 真優 GE)" userId="15d22be4-2d84-414d-ac66-ca09a50eae87" providerId="ADAL" clId="{2A43D1C7-C612-4547-BA11-3049DC01C97C}" dt="2026-01-20T11:48:26.559" v="3270" actId="478"/>
          <ac:spMkLst>
            <pc:docMk/>
            <pc:sldMk cId="387616033" sldId="396"/>
            <ac:spMk id="718" creationId="{AB60AF9E-9CCA-99DB-C7A4-34CBF6FEED4B}"/>
          </ac:spMkLst>
        </pc:spChg>
        <pc:spChg chg="del mod topLvl">
          <ac:chgData name="Mayu Ninagawa (蜷川 真優 GE)" userId="15d22be4-2d84-414d-ac66-ca09a50eae87" providerId="ADAL" clId="{2A43D1C7-C612-4547-BA11-3049DC01C97C}" dt="2026-01-20T11:48:26.559" v="3270" actId="478"/>
          <ac:spMkLst>
            <pc:docMk/>
            <pc:sldMk cId="387616033" sldId="396"/>
            <ac:spMk id="719" creationId="{53614C46-3B4A-DAA8-8182-3EDA58D86F35}"/>
          </ac:spMkLst>
        </pc:spChg>
        <pc:spChg chg="del mod topLvl">
          <ac:chgData name="Mayu Ninagawa (蜷川 真優 GE)" userId="15d22be4-2d84-414d-ac66-ca09a50eae87" providerId="ADAL" clId="{2A43D1C7-C612-4547-BA11-3049DC01C97C}" dt="2026-01-20T11:48:26.559" v="3270" actId="478"/>
          <ac:spMkLst>
            <pc:docMk/>
            <pc:sldMk cId="387616033" sldId="396"/>
            <ac:spMk id="720" creationId="{D2DA0F05-BF97-2DFA-348B-3352E0F42C3D}"/>
          </ac:spMkLst>
        </pc:spChg>
        <pc:spChg chg="del mod topLvl">
          <ac:chgData name="Mayu Ninagawa (蜷川 真優 GE)" userId="15d22be4-2d84-414d-ac66-ca09a50eae87" providerId="ADAL" clId="{2A43D1C7-C612-4547-BA11-3049DC01C97C}" dt="2026-01-20T11:48:26.559" v="3270" actId="478"/>
          <ac:spMkLst>
            <pc:docMk/>
            <pc:sldMk cId="387616033" sldId="396"/>
            <ac:spMk id="721" creationId="{7ACD16C9-E3BB-5DA5-6648-A2A79D2A0A80}"/>
          </ac:spMkLst>
        </pc:spChg>
        <pc:spChg chg="del mod topLvl">
          <ac:chgData name="Mayu Ninagawa (蜷川 真優 GE)" userId="15d22be4-2d84-414d-ac66-ca09a50eae87" providerId="ADAL" clId="{2A43D1C7-C612-4547-BA11-3049DC01C97C}" dt="2026-01-20T11:48:26.559" v="3270" actId="478"/>
          <ac:spMkLst>
            <pc:docMk/>
            <pc:sldMk cId="387616033" sldId="396"/>
            <ac:spMk id="722" creationId="{78DF89D7-A58C-C0AB-FFFD-0CF3870ADF4F}"/>
          </ac:spMkLst>
        </pc:spChg>
        <pc:spChg chg="del mod topLvl">
          <ac:chgData name="Mayu Ninagawa (蜷川 真優 GE)" userId="15d22be4-2d84-414d-ac66-ca09a50eae87" providerId="ADAL" clId="{2A43D1C7-C612-4547-BA11-3049DC01C97C}" dt="2026-01-20T11:48:26.559" v="3270" actId="478"/>
          <ac:spMkLst>
            <pc:docMk/>
            <pc:sldMk cId="387616033" sldId="396"/>
            <ac:spMk id="723" creationId="{9D7EEFD7-44A0-9143-1210-74AC7DF168C8}"/>
          </ac:spMkLst>
        </pc:spChg>
        <pc:spChg chg="del mod topLvl">
          <ac:chgData name="Mayu Ninagawa (蜷川 真優 GE)" userId="15d22be4-2d84-414d-ac66-ca09a50eae87" providerId="ADAL" clId="{2A43D1C7-C612-4547-BA11-3049DC01C97C}" dt="2026-01-20T11:48:26.559" v="3270" actId="478"/>
          <ac:spMkLst>
            <pc:docMk/>
            <pc:sldMk cId="387616033" sldId="396"/>
            <ac:spMk id="724" creationId="{6DFEF0DD-C731-1631-85D1-DBF9C722F2AF}"/>
          </ac:spMkLst>
        </pc:spChg>
        <pc:spChg chg="del mod topLvl">
          <ac:chgData name="Mayu Ninagawa (蜷川 真優 GE)" userId="15d22be4-2d84-414d-ac66-ca09a50eae87" providerId="ADAL" clId="{2A43D1C7-C612-4547-BA11-3049DC01C97C}" dt="2026-01-20T11:48:26.559" v="3270" actId="478"/>
          <ac:spMkLst>
            <pc:docMk/>
            <pc:sldMk cId="387616033" sldId="396"/>
            <ac:spMk id="725" creationId="{9F5DEFC0-7E44-F41B-9706-965405387423}"/>
          </ac:spMkLst>
        </pc:spChg>
        <pc:spChg chg="del mod topLvl">
          <ac:chgData name="Mayu Ninagawa (蜷川 真優 GE)" userId="15d22be4-2d84-414d-ac66-ca09a50eae87" providerId="ADAL" clId="{2A43D1C7-C612-4547-BA11-3049DC01C97C}" dt="2026-01-20T11:48:26.559" v="3270" actId="478"/>
          <ac:spMkLst>
            <pc:docMk/>
            <pc:sldMk cId="387616033" sldId="396"/>
            <ac:spMk id="726" creationId="{64B537B5-1E53-4B22-C08C-1CCEB30AB547}"/>
          </ac:spMkLst>
        </pc:spChg>
        <pc:spChg chg="del mod topLvl">
          <ac:chgData name="Mayu Ninagawa (蜷川 真優 GE)" userId="15d22be4-2d84-414d-ac66-ca09a50eae87" providerId="ADAL" clId="{2A43D1C7-C612-4547-BA11-3049DC01C97C}" dt="2026-01-20T11:48:26.559" v="3270" actId="478"/>
          <ac:spMkLst>
            <pc:docMk/>
            <pc:sldMk cId="387616033" sldId="396"/>
            <ac:spMk id="727" creationId="{E0FA6081-A640-DEE1-5C4B-B85B0ACCA1CD}"/>
          </ac:spMkLst>
        </pc:spChg>
        <pc:spChg chg="del mod topLvl">
          <ac:chgData name="Mayu Ninagawa (蜷川 真優 GE)" userId="15d22be4-2d84-414d-ac66-ca09a50eae87" providerId="ADAL" clId="{2A43D1C7-C612-4547-BA11-3049DC01C97C}" dt="2026-01-20T11:48:26.559" v="3270" actId="478"/>
          <ac:spMkLst>
            <pc:docMk/>
            <pc:sldMk cId="387616033" sldId="396"/>
            <ac:spMk id="728" creationId="{FBF99CF3-5664-1A81-E90F-EED8ACCA5D68}"/>
          </ac:spMkLst>
        </pc:spChg>
        <pc:spChg chg="del mod topLvl">
          <ac:chgData name="Mayu Ninagawa (蜷川 真優 GE)" userId="15d22be4-2d84-414d-ac66-ca09a50eae87" providerId="ADAL" clId="{2A43D1C7-C612-4547-BA11-3049DC01C97C}" dt="2026-01-20T11:48:26.559" v="3270" actId="478"/>
          <ac:spMkLst>
            <pc:docMk/>
            <pc:sldMk cId="387616033" sldId="396"/>
            <ac:spMk id="729" creationId="{165DFF5B-A175-A8B2-263E-2B5AF0D5D7BF}"/>
          </ac:spMkLst>
        </pc:spChg>
        <pc:spChg chg="del mod topLvl">
          <ac:chgData name="Mayu Ninagawa (蜷川 真優 GE)" userId="15d22be4-2d84-414d-ac66-ca09a50eae87" providerId="ADAL" clId="{2A43D1C7-C612-4547-BA11-3049DC01C97C}" dt="2026-01-20T11:48:26.559" v="3270" actId="478"/>
          <ac:spMkLst>
            <pc:docMk/>
            <pc:sldMk cId="387616033" sldId="396"/>
            <ac:spMk id="730" creationId="{0A4592D9-01F4-1BA4-07F4-1FC8271C27E7}"/>
          </ac:spMkLst>
        </pc:spChg>
        <pc:spChg chg="del mod topLvl">
          <ac:chgData name="Mayu Ninagawa (蜷川 真優 GE)" userId="15d22be4-2d84-414d-ac66-ca09a50eae87" providerId="ADAL" clId="{2A43D1C7-C612-4547-BA11-3049DC01C97C}" dt="2026-01-20T11:48:26.559" v="3270" actId="478"/>
          <ac:spMkLst>
            <pc:docMk/>
            <pc:sldMk cId="387616033" sldId="396"/>
            <ac:spMk id="731" creationId="{B2ADCE7B-4AC0-3F2D-7A44-3F12EEEEE4A3}"/>
          </ac:spMkLst>
        </pc:spChg>
        <pc:spChg chg="del mod topLvl">
          <ac:chgData name="Mayu Ninagawa (蜷川 真優 GE)" userId="15d22be4-2d84-414d-ac66-ca09a50eae87" providerId="ADAL" clId="{2A43D1C7-C612-4547-BA11-3049DC01C97C}" dt="2026-01-20T11:48:26.559" v="3270" actId="478"/>
          <ac:spMkLst>
            <pc:docMk/>
            <pc:sldMk cId="387616033" sldId="396"/>
            <ac:spMk id="732" creationId="{7B99E518-35ED-A31D-D6AF-7025013182FA}"/>
          </ac:spMkLst>
        </pc:spChg>
        <pc:spChg chg="del mod topLvl">
          <ac:chgData name="Mayu Ninagawa (蜷川 真優 GE)" userId="15d22be4-2d84-414d-ac66-ca09a50eae87" providerId="ADAL" clId="{2A43D1C7-C612-4547-BA11-3049DC01C97C}" dt="2026-01-20T11:48:26.559" v="3270" actId="478"/>
          <ac:spMkLst>
            <pc:docMk/>
            <pc:sldMk cId="387616033" sldId="396"/>
            <ac:spMk id="733" creationId="{E6CC2FC7-63AA-3915-34DD-71E703E3E1C2}"/>
          </ac:spMkLst>
        </pc:spChg>
        <pc:spChg chg="del mod topLvl">
          <ac:chgData name="Mayu Ninagawa (蜷川 真優 GE)" userId="15d22be4-2d84-414d-ac66-ca09a50eae87" providerId="ADAL" clId="{2A43D1C7-C612-4547-BA11-3049DC01C97C}" dt="2026-01-20T11:48:26.559" v="3270" actId="478"/>
          <ac:spMkLst>
            <pc:docMk/>
            <pc:sldMk cId="387616033" sldId="396"/>
            <ac:spMk id="734" creationId="{A5ACC028-E126-382A-EA22-E343488834A1}"/>
          </ac:spMkLst>
        </pc:spChg>
        <pc:spChg chg="del mod topLvl">
          <ac:chgData name="Mayu Ninagawa (蜷川 真優 GE)" userId="15d22be4-2d84-414d-ac66-ca09a50eae87" providerId="ADAL" clId="{2A43D1C7-C612-4547-BA11-3049DC01C97C}" dt="2026-01-20T11:48:26.559" v="3270" actId="478"/>
          <ac:spMkLst>
            <pc:docMk/>
            <pc:sldMk cId="387616033" sldId="396"/>
            <ac:spMk id="735" creationId="{971BCE01-6937-31C8-CF01-13B04AB26F70}"/>
          </ac:spMkLst>
        </pc:spChg>
        <pc:spChg chg="del mod topLvl">
          <ac:chgData name="Mayu Ninagawa (蜷川 真優 GE)" userId="15d22be4-2d84-414d-ac66-ca09a50eae87" providerId="ADAL" clId="{2A43D1C7-C612-4547-BA11-3049DC01C97C}" dt="2026-01-20T11:48:26.559" v="3270" actId="478"/>
          <ac:spMkLst>
            <pc:docMk/>
            <pc:sldMk cId="387616033" sldId="396"/>
            <ac:spMk id="736" creationId="{ECB6AC87-14C7-9DD6-4EC5-D52BDB62E41A}"/>
          </ac:spMkLst>
        </pc:spChg>
        <pc:spChg chg="del mod topLvl">
          <ac:chgData name="Mayu Ninagawa (蜷川 真優 GE)" userId="15d22be4-2d84-414d-ac66-ca09a50eae87" providerId="ADAL" clId="{2A43D1C7-C612-4547-BA11-3049DC01C97C}" dt="2026-01-20T11:48:26.559" v="3270" actId="478"/>
          <ac:spMkLst>
            <pc:docMk/>
            <pc:sldMk cId="387616033" sldId="396"/>
            <ac:spMk id="737" creationId="{5FA69542-C744-896D-C481-1584CB0FA46D}"/>
          </ac:spMkLst>
        </pc:spChg>
        <pc:spChg chg="del mod topLvl">
          <ac:chgData name="Mayu Ninagawa (蜷川 真優 GE)" userId="15d22be4-2d84-414d-ac66-ca09a50eae87" providerId="ADAL" clId="{2A43D1C7-C612-4547-BA11-3049DC01C97C}" dt="2026-01-20T11:48:26.559" v="3270" actId="478"/>
          <ac:spMkLst>
            <pc:docMk/>
            <pc:sldMk cId="387616033" sldId="396"/>
            <ac:spMk id="738" creationId="{9AB6BA4D-41F4-CCA8-3158-A4DD165F7843}"/>
          </ac:spMkLst>
        </pc:spChg>
        <pc:spChg chg="del mod topLvl">
          <ac:chgData name="Mayu Ninagawa (蜷川 真優 GE)" userId="15d22be4-2d84-414d-ac66-ca09a50eae87" providerId="ADAL" clId="{2A43D1C7-C612-4547-BA11-3049DC01C97C}" dt="2026-01-20T11:48:26.559" v="3270" actId="478"/>
          <ac:spMkLst>
            <pc:docMk/>
            <pc:sldMk cId="387616033" sldId="396"/>
            <ac:spMk id="739" creationId="{FD3A19DD-C62E-DE6A-F187-8504B552E9EE}"/>
          </ac:spMkLst>
        </pc:spChg>
        <pc:spChg chg="del mod topLvl">
          <ac:chgData name="Mayu Ninagawa (蜷川 真優 GE)" userId="15d22be4-2d84-414d-ac66-ca09a50eae87" providerId="ADAL" clId="{2A43D1C7-C612-4547-BA11-3049DC01C97C}" dt="2026-01-20T11:48:26.559" v="3270" actId="478"/>
          <ac:spMkLst>
            <pc:docMk/>
            <pc:sldMk cId="387616033" sldId="396"/>
            <ac:spMk id="740" creationId="{E14EE31F-B4C4-CFB6-E188-6B166FF39D73}"/>
          </ac:spMkLst>
        </pc:spChg>
        <pc:spChg chg="del mod topLvl">
          <ac:chgData name="Mayu Ninagawa (蜷川 真優 GE)" userId="15d22be4-2d84-414d-ac66-ca09a50eae87" providerId="ADAL" clId="{2A43D1C7-C612-4547-BA11-3049DC01C97C}" dt="2026-01-20T11:48:26.559" v="3270" actId="478"/>
          <ac:spMkLst>
            <pc:docMk/>
            <pc:sldMk cId="387616033" sldId="396"/>
            <ac:spMk id="741" creationId="{D8C40C98-1D6E-E33B-30BE-D00D1F028818}"/>
          </ac:spMkLst>
        </pc:spChg>
        <pc:spChg chg="del mod topLvl">
          <ac:chgData name="Mayu Ninagawa (蜷川 真優 GE)" userId="15d22be4-2d84-414d-ac66-ca09a50eae87" providerId="ADAL" clId="{2A43D1C7-C612-4547-BA11-3049DC01C97C}" dt="2026-01-20T11:48:26.559" v="3270" actId="478"/>
          <ac:spMkLst>
            <pc:docMk/>
            <pc:sldMk cId="387616033" sldId="396"/>
            <ac:spMk id="742" creationId="{318286FB-74E7-BFBA-E51E-B9A01FE49CA4}"/>
          </ac:spMkLst>
        </pc:spChg>
        <pc:spChg chg="del mod topLvl">
          <ac:chgData name="Mayu Ninagawa (蜷川 真優 GE)" userId="15d22be4-2d84-414d-ac66-ca09a50eae87" providerId="ADAL" clId="{2A43D1C7-C612-4547-BA11-3049DC01C97C}" dt="2026-01-20T11:48:26.559" v="3270" actId="478"/>
          <ac:spMkLst>
            <pc:docMk/>
            <pc:sldMk cId="387616033" sldId="396"/>
            <ac:spMk id="743" creationId="{CB6D40ED-DEFB-2B85-1D14-DA60500AB3EE}"/>
          </ac:spMkLst>
        </pc:spChg>
        <pc:spChg chg="del mod topLvl">
          <ac:chgData name="Mayu Ninagawa (蜷川 真優 GE)" userId="15d22be4-2d84-414d-ac66-ca09a50eae87" providerId="ADAL" clId="{2A43D1C7-C612-4547-BA11-3049DC01C97C}" dt="2026-01-20T11:48:26.559" v="3270" actId="478"/>
          <ac:spMkLst>
            <pc:docMk/>
            <pc:sldMk cId="387616033" sldId="396"/>
            <ac:spMk id="744" creationId="{57F0A285-8488-ADB7-B9C4-AB4265954A04}"/>
          </ac:spMkLst>
        </pc:spChg>
        <pc:spChg chg="del mod topLvl">
          <ac:chgData name="Mayu Ninagawa (蜷川 真優 GE)" userId="15d22be4-2d84-414d-ac66-ca09a50eae87" providerId="ADAL" clId="{2A43D1C7-C612-4547-BA11-3049DC01C97C}" dt="2026-01-20T11:48:26.559" v="3270" actId="478"/>
          <ac:spMkLst>
            <pc:docMk/>
            <pc:sldMk cId="387616033" sldId="396"/>
            <ac:spMk id="745" creationId="{5ED9EBEF-ED3F-6B12-31E3-60E74652ABBD}"/>
          </ac:spMkLst>
        </pc:spChg>
        <pc:spChg chg="del mod topLvl">
          <ac:chgData name="Mayu Ninagawa (蜷川 真優 GE)" userId="15d22be4-2d84-414d-ac66-ca09a50eae87" providerId="ADAL" clId="{2A43D1C7-C612-4547-BA11-3049DC01C97C}" dt="2026-01-20T11:48:26.559" v="3270" actId="478"/>
          <ac:spMkLst>
            <pc:docMk/>
            <pc:sldMk cId="387616033" sldId="396"/>
            <ac:spMk id="746" creationId="{9D662048-AE43-ABD9-AEA6-48A55C3DFBEA}"/>
          </ac:spMkLst>
        </pc:spChg>
        <pc:spChg chg="del mod topLvl">
          <ac:chgData name="Mayu Ninagawa (蜷川 真優 GE)" userId="15d22be4-2d84-414d-ac66-ca09a50eae87" providerId="ADAL" clId="{2A43D1C7-C612-4547-BA11-3049DC01C97C}" dt="2026-01-20T11:48:26.559" v="3270" actId="478"/>
          <ac:spMkLst>
            <pc:docMk/>
            <pc:sldMk cId="387616033" sldId="396"/>
            <ac:spMk id="747" creationId="{65FAAF37-AA80-E41F-B037-B98ACFE839DC}"/>
          </ac:spMkLst>
        </pc:spChg>
        <pc:spChg chg="del mod topLvl">
          <ac:chgData name="Mayu Ninagawa (蜷川 真優 GE)" userId="15d22be4-2d84-414d-ac66-ca09a50eae87" providerId="ADAL" clId="{2A43D1C7-C612-4547-BA11-3049DC01C97C}" dt="2026-01-20T11:48:26.559" v="3270" actId="478"/>
          <ac:spMkLst>
            <pc:docMk/>
            <pc:sldMk cId="387616033" sldId="396"/>
            <ac:spMk id="748" creationId="{7931E0C8-8CFA-F26F-B9E6-1B12F5F511DF}"/>
          </ac:spMkLst>
        </pc:spChg>
        <pc:spChg chg="del mod topLvl">
          <ac:chgData name="Mayu Ninagawa (蜷川 真優 GE)" userId="15d22be4-2d84-414d-ac66-ca09a50eae87" providerId="ADAL" clId="{2A43D1C7-C612-4547-BA11-3049DC01C97C}" dt="2026-01-20T11:48:26.559" v="3270" actId="478"/>
          <ac:spMkLst>
            <pc:docMk/>
            <pc:sldMk cId="387616033" sldId="396"/>
            <ac:spMk id="749" creationId="{761A7C03-FC28-982C-4D19-EC466B8DDC38}"/>
          </ac:spMkLst>
        </pc:spChg>
        <pc:spChg chg="del mod topLvl">
          <ac:chgData name="Mayu Ninagawa (蜷川 真優 GE)" userId="15d22be4-2d84-414d-ac66-ca09a50eae87" providerId="ADAL" clId="{2A43D1C7-C612-4547-BA11-3049DC01C97C}" dt="2026-01-20T11:48:26.559" v="3270" actId="478"/>
          <ac:spMkLst>
            <pc:docMk/>
            <pc:sldMk cId="387616033" sldId="396"/>
            <ac:spMk id="750" creationId="{634010A7-A916-E328-528D-10CBF5D7F006}"/>
          </ac:spMkLst>
        </pc:spChg>
        <pc:spChg chg="del mod topLvl">
          <ac:chgData name="Mayu Ninagawa (蜷川 真優 GE)" userId="15d22be4-2d84-414d-ac66-ca09a50eae87" providerId="ADAL" clId="{2A43D1C7-C612-4547-BA11-3049DC01C97C}" dt="2026-01-20T11:48:26.559" v="3270" actId="478"/>
          <ac:spMkLst>
            <pc:docMk/>
            <pc:sldMk cId="387616033" sldId="396"/>
            <ac:spMk id="751" creationId="{2570EC23-F8B4-740C-BD2E-948F564E7128}"/>
          </ac:spMkLst>
        </pc:spChg>
        <pc:spChg chg="del mod topLvl">
          <ac:chgData name="Mayu Ninagawa (蜷川 真優 GE)" userId="15d22be4-2d84-414d-ac66-ca09a50eae87" providerId="ADAL" clId="{2A43D1C7-C612-4547-BA11-3049DC01C97C}" dt="2026-01-20T11:48:26.559" v="3270" actId="478"/>
          <ac:spMkLst>
            <pc:docMk/>
            <pc:sldMk cId="387616033" sldId="396"/>
            <ac:spMk id="752" creationId="{0C1AC190-01B9-2C69-77C9-399F99453DF4}"/>
          </ac:spMkLst>
        </pc:spChg>
        <pc:spChg chg="del mod topLvl">
          <ac:chgData name="Mayu Ninagawa (蜷川 真優 GE)" userId="15d22be4-2d84-414d-ac66-ca09a50eae87" providerId="ADAL" clId="{2A43D1C7-C612-4547-BA11-3049DC01C97C}" dt="2026-01-20T11:48:26.559" v="3270" actId="478"/>
          <ac:spMkLst>
            <pc:docMk/>
            <pc:sldMk cId="387616033" sldId="396"/>
            <ac:spMk id="753" creationId="{98D6F869-2861-D516-CA1A-B444C9E76E8E}"/>
          </ac:spMkLst>
        </pc:spChg>
        <pc:spChg chg="del mod topLvl">
          <ac:chgData name="Mayu Ninagawa (蜷川 真優 GE)" userId="15d22be4-2d84-414d-ac66-ca09a50eae87" providerId="ADAL" clId="{2A43D1C7-C612-4547-BA11-3049DC01C97C}" dt="2026-01-20T11:48:26.559" v="3270" actId="478"/>
          <ac:spMkLst>
            <pc:docMk/>
            <pc:sldMk cId="387616033" sldId="396"/>
            <ac:spMk id="754" creationId="{9B1A68C3-FD14-F297-0631-49D2CAB625C2}"/>
          </ac:spMkLst>
        </pc:spChg>
        <pc:spChg chg="del mod topLvl">
          <ac:chgData name="Mayu Ninagawa (蜷川 真優 GE)" userId="15d22be4-2d84-414d-ac66-ca09a50eae87" providerId="ADAL" clId="{2A43D1C7-C612-4547-BA11-3049DC01C97C}" dt="2026-01-20T11:48:26.559" v="3270" actId="478"/>
          <ac:spMkLst>
            <pc:docMk/>
            <pc:sldMk cId="387616033" sldId="396"/>
            <ac:spMk id="755" creationId="{17A69A4B-380F-7DA9-61C0-0AA5C3F721FC}"/>
          </ac:spMkLst>
        </pc:spChg>
        <pc:spChg chg="del mod topLvl">
          <ac:chgData name="Mayu Ninagawa (蜷川 真優 GE)" userId="15d22be4-2d84-414d-ac66-ca09a50eae87" providerId="ADAL" clId="{2A43D1C7-C612-4547-BA11-3049DC01C97C}" dt="2026-01-20T11:48:26.559" v="3270" actId="478"/>
          <ac:spMkLst>
            <pc:docMk/>
            <pc:sldMk cId="387616033" sldId="396"/>
            <ac:spMk id="756" creationId="{AD47156D-E8B0-CA92-3D02-6C0A9957766B}"/>
          </ac:spMkLst>
        </pc:spChg>
        <pc:spChg chg="del mod topLvl">
          <ac:chgData name="Mayu Ninagawa (蜷川 真優 GE)" userId="15d22be4-2d84-414d-ac66-ca09a50eae87" providerId="ADAL" clId="{2A43D1C7-C612-4547-BA11-3049DC01C97C}" dt="2026-01-20T11:48:26.559" v="3270" actId="478"/>
          <ac:spMkLst>
            <pc:docMk/>
            <pc:sldMk cId="387616033" sldId="396"/>
            <ac:spMk id="757" creationId="{7667F78E-C8C2-C918-D937-3836A3BFC5CE}"/>
          </ac:spMkLst>
        </pc:spChg>
        <pc:spChg chg="del mod topLvl">
          <ac:chgData name="Mayu Ninagawa (蜷川 真優 GE)" userId="15d22be4-2d84-414d-ac66-ca09a50eae87" providerId="ADAL" clId="{2A43D1C7-C612-4547-BA11-3049DC01C97C}" dt="2026-01-20T11:48:26.559" v="3270" actId="478"/>
          <ac:spMkLst>
            <pc:docMk/>
            <pc:sldMk cId="387616033" sldId="396"/>
            <ac:spMk id="758" creationId="{2DE5B88B-F24F-ABE6-B3B2-B36CB3C75583}"/>
          </ac:spMkLst>
        </pc:spChg>
        <pc:spChg chg="del mod topLvl">
          <ac:chgData name="Mayu Ninagawa (蜷川 真優 GE)" userId="15d22be4-2d84-414d-ac66-ca09a50eae87" providerId="ADAL" clId="{2A43D1C7-C612-4547-BA11-3049DC01C97C}" dt="2026-01-20T11:48:26.559" v="3270" actId="478"/>
          <ac:spMkLst>
            <pc:docMk/>
            <pc:sldMk cId="387616033" sldId="396"/>
            <ac:spMk id="759" creationId="{A4E04BF0-9AA9-2D98-D42F-9E395C1D8502}"/>
          </ac:spMkLst>
        </pc:spChg>
        <pc:spChg chg="del mod topLvl">
          <ac:chgData name="Mayu Ninagawa (蜷川 真優 GE)" userId="15d22be4-2d84-414d-ac66-ca09a50eae87" providerId="ADAL" clId="{2A43D1C7-C612-4547-BA11-3049DC01C97C}" dt="2026-01-20T11:48:26.559" v="3270" actId="478"/>
          <ac:spMkLst>
            <pc:docMk/>
            <pc:sldMk cId="387616033" sldId="396"/>
            <ac:spMk id="760" creationId="{22C5F92D-311C-203F-D5DA-7A1C899C1445}"/>
          </ac:spMkLst>
        </pc:spChg>
        <pc:spChg chg="del mod topLvl">
          <ac:chgData name="Mayu Ninagawa (蜷川 真優 GE)" userId="15d22be4-2d84-414d-ac66-ca09a50eae87" providerId="ADAL" clId="{2A43D1C7-C612-4547-BA11-3049DC01C97C}" dt="2026-01-20T11:48:26.559" v="3270" actId="478"/>
          <ac:spMkLst>
            <pc:docMk/>
            <pc:sldMk cId="387616033" sldId="396"/>
            <ac:spMk id="761" creationId="{E253ADB8-585E-A407-48B0-4F4C0EF78B01}"/>
          </ac:spMkLst>
        </pc:spChg>
        <pc:spChg chg="del mod topLvl">
          <ac:chgData name="Mayu Ninagawa (蜷川 真優 GE)" userId="15d22be4-2d84-414d-ac66-ca09a50eae87" providerId="ADAL" clId="{2A43D1C7-C612-4547-BA11-3049DC01C97C}" dt="2026-01-20T11:48:26.559" v="3270" actId="478"/>
          <ac:spMkLst>
            <pc:docMk/>
            <pc:sldMk cId="387616033" sldId="396"/>
            <ac:spMk id="762" creationId="{3E8E9AFE-1729-1B95-EBA1-668B8A1F9008}"/>
          </ac:spMkLst>
        </pc:spChg>
        <pc:spChg chg="del mod topLvl">
          <ac:chgData name="Mayu Ninagawa (蜷川 真優 GE)" userId="15d22be4-2d84-414d-ac66-ca09a50eae87" providerId="ADAL" clId="{2A43D1C7-C612-4547-BA11-3049DC01C97C}" dt="2026-01-20T11:48:26.559" v="3270" actId="478"/>
          <ac:spMkLst>
            <pc:docMk/>
            <pc:sldMk cId="387616033" sldId="396"/>
            <ac:spMk id="763" creationId="{DF410025-D4DA-AB4C-6AD4-39CB583A4553}"/>
          </ac:spMkLst>
        </pc:spChg>
        <pc:spChg chg="del mod topLvl">
          <ac:chgData name="Mayu Ninagawa (蜷川 真優 GE)" userId="15d22be4-2d84-414d-ac66-ca09a50eae87" providerId="ADAL" clId="{2A43D1C7-C612-4547-BA11-3049DC01C97C}" dt="2026-01-20T11:48:26.559" v="3270" actId="478"/>
          <ac:spMkLst>
            <pc:docMk/>
            <pc:sldMk cId="387616033" sldId="396"/>
            <ac:spMk id="764" creationId="{D6B19C44-B1C7-AC23-A7C6-8F10CCB6511E}"/>
          </ac:spMkLst>
        </pc:spChg>
        <pc:spChg chg="del mod topLvl">
          <ac:chgData name="Mayu Ninagawa (蜷川 真優 GE)" userId="15d22be4-2d84-414d-ac66-ca09a50eae87" providerId="ADAL" clId="{2A43D1C7-C612-4547-BA11-3049DC01C97C}" dt="2026-01-20T11:48:26.559" v="3270" actId="478"/>
          <ac:spMkLst>
            <pc:docMk/>
            <pc:sldMk cId="387616033" sldId="396"/>
            <ac:spMk id="765" creationId="{EB762650-EEE7-88EF-0A43-B4C7BC62BA46}"/>
          </ac:spMkLst>
        </pc:spChg>
        <pc:spChg chg="del mod topLvl">
          <ac:chgData name="Mayu Ninagawa (蜷川 真優 GE)" userId="15d22be4-2d84-414d-ac66-ca09a50eae87" providerId="ADAL" clId="{2A43D1C7-C612-4547-BA11-3049DC01C97C}" dt="2026-01-20T11:48:26.559" v="3270" actId="478"/>
          <ac:spMkLst>
            <pc:docMk/>
            <pc:sldMk cId="387616033" sldId="396"/>
            <ac:spMk id="766" creationId="{7A398EB3-B81D-3D5A-8195-C26258FB6B81}"/>
          </ac:spMkLst>
        </pc:spChg>
        <pc:spChg chg="del mod topLvl">
          <ac:chgData name="Mayu Ninagawa (蜷川 真優 GE)" userId="15d22be4-2d84-414d-ac66-ca09a50eae87" providerId="ADAL" clId="{2A43D1C7-C612-4547-BA11-3049DC01C97C}" dt="2026-01-20T11:48:26.559" v="3270" actId="478"/>
          <ac:spMkLst>
            <pc:docMk/>
            <pc:sldMk cId="387616033" sldId="396"/>
            <ac:spMk id="770" creationId="{3D222007-8E6E-11EF-B53E-46190442A418}"/>
          </ac:spMkLst>
        </pc:spChg>
        <pc:spChg chg="del mod topLvl">
          <ac:chgData name="Mayu Ninagawa (蜷川 真優 GE)" userId="15d22be4-2d84-414d-ac66-ca09a50eae87" providerId="ADAL" clId="{2A43D1C7-C612-4547-BA11-3049DC01C97C}" dt="2026-01-20T11:48:26.559" v="3270" actId="478"/>
          <ac:spMkLst>
            <pc:docMk/>
            <pc:sldMk cId="387616033" sldId="396"/>
            <ac:spMk id="771" creationId="{136A61D6-7985-FA99-A5D4-62C3FC5EC807}"/>
          </ac:spMkLst>
        </pc:spChg>
        <pc:spChg chg="mod topLvl">
          <ac:chgData name="Mayu Ninagawa (蜷川 真優 GE)" userId="15d22be4-2d84-414d-ac66-ca09a50eae87" providerId="ADAL" clId="{2A43D1C7-C612-4547-BA11-3049DC01C97C}" dt="2026-01-29T06:50:07.182" v="6214" actId="164"/>
          <ac:spMkLst>
            <pc:docMk/>
            <pc:sldMk cId="387616033" sldId="396"/>
            <ac:spMk id="771" creationId="{3E9D0AD7-82F6-FC7F-47AC-93ACAA4FC42A}"/>
          </ac:spMkLst>
        </pc:spChg>
        <pc:spChg chg="del mod topLvl">
          <ac:chgData name="Mayu Ninagawa (蜷川 真優 GE)" userId="15d22be4-2d84-414d-ac66-ca09a50eae87" providerId="ADAL" clId="{2A43D1C7-C612-4547-BA11-3049DC01C97C}" dt="2026-01-20T11:48:26.559" v="3270" actId="478"/>
          <ac:spMkLst>
            <pc:docMk/>
            <pc:sldMk cId="387616033" sldId="396"/>
            <ac:spMk id="772" creationId="{387CAD1F-2910-B1FA-7479-9459FA783483}"/>
          </ac:spMkLst>
        </pc:spChg>
        <pc:spChg chg="mod topLvl">
          <ac:chgData name="Mayu Ninagawa (蜷川 真優 GE)" userId="15d22be4-2d84-414d-ac66-ca09a50eae87" providerId="ADAL" clId="{2A43D1C7-C612-4547-BA11-3049DC01C97C}" dt="2026-01-29T06:56:19.343" v="6341" actId="20577"/>
          <ac:spMkLst>
            <pc:docMk/>
            <pc:sldMk cId="387616033" sldId="396"/>
            <ac:spMk id="772" creationId="{E2DDE728-8EAC-C3BE-F4AE-BE4E619AF670}"/>
          </ac:spMkLst>
        </pc:spChg>
        <pc:spChg chg="mod topLvl">
          <ac:chgData name="Mayu Ninagawa (蜷川 真優 GE)" userId="15d22be4-2d84-414d-ac66-ca09a50eae87" providerId="ADAL" clId="{2A43D1C7-C612-4547-BA11-3049DC01C97C}" dt="2026-01-29T06:50:07.182" v="6214" actId="164"/>
          <ac:spMkLst>
            <pc:docMk/>
            <pc:sldMk cId="387616033" sldId="396"/>
            <ac:spMk id="773" creationId="{3A2B4B87-CDC8-AC7B-A630-6ECE5299B17F}"/>
          </ac:spMkLst>
        </pc:spChg>
        <pc:spChg chg="del mod topLvl">
          <ac:chgData name="Mayu Ninagawa (蜷川 真優 GE)" userId="15d22be4-2d84-414d-ac66-ca09a50eae87" providerId="ADAL" clId="{2A43D1C7-C612-4547-BA11-3049DC01C97C}" dt="2026-01-20T11:48:26.559" v="3270" actId="478"/>
          <ac:spMkLst>
            <pc:docMk/>
            <pc:sldMk cId="387616033" sldId="396"/>
            <ac:spMk id="773" creationId="{6D306A89-D423-5BCD-2649-AB3B74FEB916}"/>
          </ac:spMkLst>
        </pc:spChg>
        <pc:spChg chg="add del mod">
          <ac:chgData name="Mayu Ninagawa (蜷川 真優 GE)" userId="15d22be4-2d84-414d-ac66-ca09a50eae87" providerId="ADAL" clId="{2A43D1C7-C612-4547-BA11-3049DC01C97C}" dt="2026-01-20T11:01:09.724" v="2872"/>
          <ac:spMkLst>
            <pc:docMk/>
            <pc:sldMk cId="387616033" sldId="396"/>
            <ac:spMk id="774" creationId="{0B990A59-49F7-DA82-CF43-A7481CD197AD}"/>
          </ac:spMkLst>
        </pc:spChg>
        <pc:spChg chg="mod topLvl">
          <ac:chgData name="Mayu Ninagawa (蜷川 真優 GE)" userId="15d22be4-2d84-414d-ac66-ca09a50eae87" providerId="ADAL" clId="{2A43D1C7-C612-4547-BA11-3049DC01C97C}" dt="2026-01-29T06:50:07.182" v="6214" actId="164"/>
          <ac:spMkLst>
            <pc:docMk/>
            <pc:sldMk cId="387616033" sldId="396"/>
            <ac:spMk id="774" creationId="{5A649E08-4AC8-18FC-AC3C-2DF931214E65}"/>
          </ac:spMkLst>
        </pc:spChg>
        <pc:spChg chg="mod topLvl">
          <ac:chgData name="Mayu Ninagawa (蜷川 真優 GE)" userId="15d22be4-2d84-414d-ac66-ca09a50eae87" providerId="ADAL" clId="{2A43D1C7-C612-4547-BA11-3049DC01C97C}" dt="2026-01-29T06:55:31.983" v="6317" actId="20577"/>
          <ac:spMkLst>
            <pc:docMk/>
            <pc:sldMk cId="387616033" sldId="396"/>
            <ac:spMk id="775" creationId="{943FD938-BD26-B3D5-5932-A984612B0FA0}"/>
          </ac:spMkLst>
        </pc:spChg>
        <pc:spChg chg="add del mod">
          <ac:chgData name="Mayu Ninagawa (蜷川 真優 GE)" userId="15d22be4-2d84-414d-ac66-ca09a50eae87" providerId="ADAL" clId="{2A43D1C7-C612-4547-BA11-3049DC01C97C}" dt="2026-01-20T11:02:18.196" v="2897"/>
          <ac:spMkLst>
            <pc:docMk/>
            <pc:sldMk cId="387616033" sldId="396"/>
            <ac:spMk id="775" creationId="{9A4662E6-FD6B-7B66-1C57-694C0139F6B1}"/>
          </ac:spMkLst>
        </pc:spChg>
        <pc:spChg chg="del mod topLvl">
          <ac:chgData name="Mayu Ninagawa (蜷川 真優 GE)" userId="15d22be4-2d84-414d-ac66-ca09a50eae87" providerId="ADAL" clId="{2A43D1C7-C612-4547-BA11-3049DC01C97C}" dt="2026-01-29T06:56:01.365" v="6334" actId="478"/>
          <ac:spMkLst>
            <pc:docMk/>
            <pc:sldMk cId="387616033" sldId="396"/>
            <ac:spMk id="776" creationId="{47A1578E-BAD3-E7A0-884B-D57CB616C75B}"/>
          </ac:spMkLst>
        </pc:spChg>
        <pc:spChg chg="mod">
          <ac:chgData name="Mayu Ninagawa (蜷川 真優 GE)" userId="15d22be4-2d84-414d-ac66-ca09a50eae87" providerId="ADAL" clId="{2A43D1C7-C612-4547-BA11-3049DC01C97C}" dt="2026-01-20T11:01:50.729" v="2888"/>
          <ac:spMkLst>
            <pc:docMk/>
            <pc:sldMk cId="387616033" sldId="396"/>
            <ac:spMk id="776" creationId="{F06A7C79-6DBD-BD3B-D9A6-4AF017F03A0C}"/>
          </ac:spMkLst>
        </pc:spChg>
        <pc:spChg chg="mod topLvl">
          <ac:chgData name="Mayu Ninagawa (蜷川 真優 GE)" userId="15d22be4-2d84-414d-ac66-ca09a50eae87" providerId="ADAL" clId="{2A43D1C7-C612-4547-BA11-3049DC01C97C}" dt="2026-01-29T06:57:06.102" v="6345" actId="164"/>
          <ac:spMkLst>
            <pc:docMk/>
            <pc:sldMk cId="387616033" sldId="396"/>
            <ac:spMk id="777" creationId="{78633D89-42A9-0647-CB03-A492F1BF57A0}"/>
          </ac:spMkLst>
        </pc:spChg>
        <pc:spChg chg="del mod topLvl">
          <ac:chgData name="Mayu Ninagawa (蜷川 真優 GE)" userId="15d22be4-2d84-414d-ac66-ca09a50eae87" providerId="ADAL" clId="{2A43D1C7-C612-4547-BA11-3049DC01C97C}" dt="2026-01-29T06:55:45.369" v="6318" actId="478"/>
          <ac:spMkLst>
            <pc:docMk/>
            <pc:sldMk cId="387616033" sldId="396"/>
            <ac:spMk id="778" creationId="{B7D14DF7-2B99-AF65-607C-02D5AC9C7630}"/>
          </ac:spMkLst>
        </pc:spChg>
        <pc:spChg chg="mod topLvl">
          <ac:chgData name="Mayu Ninagawa (蜷川 真優 GE)" userId="15d22be4-2d84-414d-ac66-ca09a50eae87" providerId="ADAL" clId="{2A43D1C7-C612-4547-BA11-3049DC01C97C}" dt="2026-01-29T06:50:07.182" v="6214" actId="164"/>
          <ac:spMkLst>
            <pc:docMk/>
            <pc:sldMk cId="387616033" sldId="396"/>
            <ac:spMk id="779" creationId="{9B56C701-CE59-A495-775B-8876D6194DA6}"/>
          </ac:spMkLst>
        </pc:spChg>
        <pc:spChg chg="add del mod topLvl">
          <ac:chgData name="Mayu Ninagawa (蜷川 真優 GE)" userId="15d22be4-2d84-414d-ac66-ca09a50eae87" providerId="ADAL" clId="{2A43D1C7-C612-4547-BA11-3049DC01C97C}" dt="2026-01-20T11:48:26.559" v="3270" actId="478"/>
          <ac:spMkLst>
            <pc:docMk/>
            <pc:sldMk cId="387616033" sldId="396"/>
            <ac:spMk id="779" creationId="{E5B556A3-C8A2-EC52-F0AC-DACC08D0454D}"/>
          </ac:spMkLst>
        </pc:spChg>
        <pc:spChg chg="add mod">
          <ac:chgData name="Mayu Ninagawa (蜷川 真優 GE)" userId="15d22be4-2d84-414d-ac66-ca09a50eae87" providerId="ADAL" clId="{2A43D1C7-C612-4547-BA11-3049DC01C97C}" dt="2026-01-29T06:50:07.182" v="6214" actId="164"/>
          <ac:spMkLst>
            <pc:docMk/>
            <pc:sldMk cId="387616033" sldId="396"/>
            <ac:spMk id="780" creationId="{F9E34564-A6E6-2C3F-98F5-C33B2E65C5C1}"/>
          </ac:spMkLst>
        </pc:spChg>
        <pc:spChg chg="add mod">
          <ac:chgData name="Mayu Ninagawa (蜷川 真優 GE)" userId="15d22be4-2d84-414d-ac66-ca09a50eae87" providerId="ADAL" clId="{2A43D1C7-C612-4547-BA11-3049DC01C97C}" dt="2026-01-29T06:50:07.182" v="6214" actId="164"/>
          <ac:spMkLst>
            <pc:docMk/>
            <pc:sldMk cId="387616033" sldId="396"/>
            <ac:spMk id="781" creationId="{4C6F0F31-D37A-73F6-B5D2-02A9044EC443}"/>
          </ac:spMkLst>
        </pc:spChg>
        <pc:spChg chg="add del mod">
          <ac:chgData name="Mayu Ninagawa (蜷川 真優 GE)" userId="15d22be4-2d84-414d-ac66-ca09a50eae87" providerId="ADAL" clId="{2A43D1C7-C612-4547-BA11-3049DC01C97C}" dt="2026-01-29T06:46:23.527" v="6213" actId="478"/>
          <ac:spMkLst>
            <pc:docMk/>
            <pc:sldMk cId="387616033" sldId="396"/>
            <ac:spMk id="782" creationId="{C35C2DAC-B442-F288-F827-6483567F9B74}"/>
          </ac:spMkLst>
        </pc:spChg>
        <pc:spChg chg="add mod">
          <ac:chgData name="Mayu Ninagawa (蜷川 真優 GE)" userId="15d22be4-2d84-414d-ac66-ca09a50eae87" providerId="ADAL" clId="{2A43D1C7-C612-4547-BA11-3049DC01C97C}" dt="2026-01-29T06:45:45.484" v="6211" actId="1076"/>
          <ac:spMkLst>
            <pc:docMk/>
            <pc:sldMk cId="387616033" sldId="396"/>
            <ac:spMk id="783" creationId="{6F84F07E-1709-CC5B-64F8-CE4C62E75CDB}"/>
          </ac:spMkLst>
        </pc:spChg>
        <pc:spChg chg="add mod">
          <ac:chgData name="Mayu Ninagawa (蜷川 真優 GE)" userId="15d22be4-2d84-414d-ac66-ca09a50eae87" providerId="ADAL" clId="{2A43D1C7-C612-4547-BA11-3049DC01C97C}" dt="2026-01-29T03:29:53.658" v="5686"/>
          <ac:spMkLst>
            <pc:docMk/>
            <pc:sldMk cId="387616033" sldId="396"/>
            <ac:spMk id="784" creationId="{4C9F95E4-EA2F-A8FD-8DF6-CDB7384B8DF7}"/>
          </ac:spMkLst>
        </pc:spChg>
        <pc:spChg chg="mod">
          <ac:chgData name="Mayu Ninagawa (蜷川 真優 GE)" userId="15d22be4-2d84-414d-ac66-ca09a50eae87" providerId="ADAL" clId="{2A43D1C7-C612-4547-BA11-3049DC01C97C}" dt="2026-01-29T06:51:01.458" v="6226"/>
          <ac:spMkLst>
            <pc:docMk/>
            <pc:sldMk cId="387616033" sldId="396"/>
            <ac:spMk id="785" creationId="{250967A4-C5E6-0070-3415-BD9770A07868}"/>
          </ac:spMkLst>
        </pc:spChg>
        <pc:spChg chg="add del mod topLvl">
          <ac:chgData name="Mayu Ninagawa (蜷川 真優 GE)" userId="15d22be4-2d84-414d-ac66-ca09a50eae87" providerId="ADAL" clId="{2A43D1C7-C612-4547-BA11-3049DC01C97C}" dt="2026-01-20T11:48:26.559" v="3270" actId="478"/>
          <ac:spMkLst>
            <pc:docMk/>
            <pc:sldMk cId="387616033" sldId="396"/>
            <ac:spMk id="785" creationId="{524F7C99-498C-E2C9-8BF9-DAE58EC4D25F}"/>
          </ac:spMkLst>
        </pc:spChg>
        <pc:spChg chg="mod">
          <ac:chgData name="Mayu Ninagawa (蜷川 真優 GE)" userId="15d22be4-2d84-414d-ac66-ca09a50eae87" providerId="ADAL" clId="{2A43D1C7-C612-4547-BA11-3049DC01C97C}" dt="2026-01-29T06:51:01.458" v="6226"/>
          <ac:spMkLst>
            <pc:docMk/>
            <pc:sldMk cId="387616033" sldId="396"/>
            <ac:spMk id="786" creationId="{333119A2-7F87-348F-D8D6-E437BCC7B1F9}"/>
          </ac:spMkLst>
        </pc:spChg>
        <pc:spChg chg="add del mod topLvl">
          <ac:chgData name="Mayu Ninagawa (蜷川 真優 GE)" userId="15d22be4-2d84-414d-ac66-ca09a50eae87" providerId="ADAL" clId="{2A43D1C7-C612-4547-BA11-3049DC01C97C}" dt="2026-01-20T11:48:26.559" v="3270" actId="478"/>
          <ac:spMkLst>
            <pc:docMk/>
            <pc:sldMk cId="387616033" sldId="396"/>
            <ac:spMk id="786" creationId="{D23EC292-CF2B-286B-1BF5-6D0D5A72E21B}"/>
          </ac:spMkLst>
        </pc:spChg>
        <pc:spChg chg="mod">
          <ac:chgData name="Mayu Ninagawa (蜷川 真優 GE)" userId="15d22be4-2d84-414d-ac66-ca09a50eae87" providerId="ADAL" clId="{2A43D1C7-C612-4547-BA11-3049DC01C97C}" dt="2026-01-29T06:51:01.458" v="6226"/>
          <ac:spMkLst>
            <pc:docMk/>
            <pc:sldMk cId="387616033" sldId="396"/>
            <ac:spMk id="787" creationId="{EBBFB2A4-6B67-0FC3-DEC1-EDF291E0F7AA}"/>
          </ac:spMkLst>
        </pc:spChg>
        <pc:spChg chg="add del mod">
          <ac:chgData name="Mayu Ninagawa (蜷川 真優 GE)" userId="15d22be4-2d84-414d-ac66-ca09a50eae87" providerId="ADAL" clId="{2A43D1C7-C612-4547-BA11-3049DC01C97C}" dt="2026-01-20T11:13:34.993" v="3024"/>
          <ac:spMkLst>
            <pc:docMk/>
            <pc:sldMk cId="387616033" sldId="396"/>
            <ac:spMk id="788" creationId="{1B5BDBBF-64EA-78E7-C7CF-4718DE90789A}"/>
          </ac:spMkLst>
        </pc:spChg>
        <pc:spChg chg="mod">
          <ac:chgData name="Mayu Ninagawa (蜷川 真優 GE)" userId="15d22be4-2d84-414d-ac66-ca09a50eae87" providerId="ADAL" clId="{2A43D1C7-C612-4547-BA11-3049DC01C97C}" dt="2026-01-29T06:51:01.458" v="6226"/>
          <ac:spMkLst>
            <pc:docMk/>
            <pc:sldMk cId="387616033" sldId="396"/>
            <ac:spMk id="788" creationId="{1D0C4EDD-7D72-3A51-DA8A-455AA7ADBA20}"/>
          </ac:spMkLst>
        </pc:spChg>
        <pc:spChg chg="add del mod topLvl">
          <ac:chgData name="Mayu Ninagawa (蜷川 真優 GE)" userId="15d22be4-2d84-414d-ac66-ca09a50eae87" providerId="ADAL" clId="{2A43D1C7-C612-4547-BA11-3049DC01C97C}" dt="2026-01-20T11:48:26.559" v="3270" actId="478"/>
          <ac:spMkLst>
            <pc:docMk/>
            <pc:sldMk cId="387616033" sldId="396"/>
            <ac:spMk id="789" creationId="{6C9F8D0C-E56F-C68E-372E-F80F334B2B19}"/>
          </ac:spMkLst>
        </pc:spChg>
        <pc:spChg chg="mod">
          <ac:chgData name="Mayu Ninagawa (蜷川 真優 GE)" userId="15d22be4-2d84-414d-ac66-ca09a50eae87" providerId="ADAL" clId="{2A43D1C7-C612-4547-BA11-3049DC01C97C}" dt="2026-01-29T06:51:01.458" v="6226"/>
          <ac:spMkLst>
            <pc:docMk/>
            <pc:sldMk cId="387616033" sldId="396"/>
            <ac:spMk id="789" creationId="{E3E10351-CCFB-007A-6F58-9A12AD3F48E8}"/>
          </ac:spMkLst>
        </pc:spChg>
        <pc:spChg chg="mod">
          <ac:chgData name="Mayu Ninagawa (蜷川 真優 GE)" userId="15d22be4-2d84-414d-ac66-ca09a50eae87" providerId="ADAL" clId="{2A43D1C7-C612-4547-BA11-3049DC01C97C}" dt="2026-01-29T06:51:01.458" v="6226"/>
          <ac:spMkLst>
            <pc:docMk/>
            <pc:sldMk cId="387616033" sldId="396"/>
            <ac:spMk id="790" creationId="{C03C9342-22BE-07DC-6640-6BD62522868D}"/>
          </ac:spMkLst>
        </pc:spChg>
        <pc:spChg chg="add del mod">
          <ac:chgData name="Mayu Ninagawa (蜷川 真優 GE)" userId="15d22be4-2d84-414d-ac66-ca09a50eae87" providerId="ADAL" clId="{2A43D1C7-C612-4547-BA11-3049DC01C97C}" dt="2026-01-20T11:17:17.741" v="3074"/>
          <ac:spMkLst>
            <pc:docMk/>
            <pc:sldMk cId="387616033" sldId="396"/>
            <ac:spMk id="791" creationId="{E7324EAC-6417-6D75-E0B0-17D13E078885}"/>
          </ac:spMkLst>
        </pc:spChg>
        <pc:spChg chg="mod">
          <ac:chgData name="Mayu Ninagawa (蜷川 真優 GE)" userId="15d22be4-2d84-414d-ac66-ca09a50eae87" providerId="ADAL" clId="{2A43D1C7-C612-4547-BA11-3049DC01C97C}" dt="2026-01-29T06:51:01.458" v="6226"/>
          <ac:spMkLst>
            <pc:docMk/>
            <pc:sldMk cId="387616033" sldId="396"/>
            <ac:spMk id="791" creationId="{ED250A2F-320C-C465-FCB7-3B500FEFC479}"/>
          </ac:spMkLst>
        </pc:spChg>
        <pc:spChg chg="add del mod">
          <ac:chgData name="Mayu Ninagawa (蜷川 真優 GE)" userId="15d22be4-2d84-414d-ac66-ca09a50eae87" providerId="ADAL" clId="{2A43D1C7-C612-4547-BA11-3049DC01C97C}" dt="2026-01-20T11:16:52.801" v="3065" actId="478"/>
          <ac:spMkLst>
            <pc:docMk/>
            <pc:sldMk cId="387616033" sldId="396"/>
            <ac:spMk id="792" creationId="{98430282-BEE3-89E3-A6E6-2A88FBC6C303}"/>
          </ac:spMkLst>
        </pc:spChg>
        <pc:spChg chg="mod">
          <ac:chgData name="Mayu Ninagawa (蜷川 真優 GE)" userId="15d22be4-2d84-414d-ac66-ca09a50eae87" providerId="ADAL" clId="{2A43D1C7-C612-4547-BA11-3049DC01C97C}" dt="2026-01-29T06:51:01.458" v="6226"/>
          <ac:spMkLst>
            <pc:docMk/>
            <pc:sldMk cId="387616033" sldId="396"/>
            <ac:spMk id="792" creationId="{FF84A929-C759-BA80-E96C-600450B33C75}"/>
          </ac:spMkLst>
        </pc:spChg>
        <pc:spChg chg="mod">
          <ac:chgData name="Mayu Ninagawa (蜷川 真優 GE)" userId="15d22be4-2d84-414d-ac66-ca09a50eae87" providerId="ADAL" clId="{2A43D1C7-C612-4547-BA11-3049DC01C97C}" dt="2026-01-29T06:51:01.458" v="6226"/>
          <ac:spMkLst>
            <pc:docMk/>
            <pc:sldMk cId="387616033" sldId="396"/>
            <ac:spMk id="793" creationId="{07BCDFCB-F7C3-2A82-5BA7-7E08695460CB}"/>
          </ac:spMkLst>
        </pc:spChg>
        <pc:spChg chg="mod">
          <ac:chgData name="Mayu Ninagawa (蜷川 真優 GE)" userId="15d22be4-2d84-414d-ac66-ca09a50eae87" providerId="ADAL" clId="{2A43D1C7-C612-4547-BA11-3049DC01C97C}" dt="2026-01-29T06:51:01.458" v="6226"/>
          <ac:spMkLst>
            <pc:docMk/>
            <pc:sldMk cId="387616033" sldId="396"/>
            <ac:spMk id="794" creationId="{4447954C-3DAB-7F69-6138-234733691553}"/>
          </ac:spMkLst>
        </pc:spChg>
        <pc:spChg chg="mod">
          <ac:chgData name="Mayu Ninagawa (蜷川 真優 GE)" userId="15d22be4-2d84-414d-ac66-ca09a50eae87" providerId="ADAL" clId="{2A43D1C7-C612-4547-BA11-3049DC01C97C}" dt="2026-01-20T11:16:54.103" v="3066"/>
          <ac:spMkLst>
            <pc:docMk/>
            <pc:sldMk cId="387616033" sldId="396"/>
            <ac:spMk id="794" creationId="{A530A897-BCA7-CF00-3591-97A183281BB3}"/>
          </ac:spMkLst>
        </pc:spChg>
        <pc:spChg chg="mod">
          <ac:chgData name="Mayu Ninagawa (蜷川 真優 GE)" userId="15d22be4-2d84-414d-ac66-ca09a50eae87" providerId="ADAL" clId="{2A43D1C7-C612-4547-BA11-3049DC01C97C}" dt="2026-01-20T11:16:54.103" v="3066"/>
          <ac:spMkLst>
            <pc:docMk/>
            <pc:sldMk cId="387616033" sldId="396"/>
            <ac:spMk id="795" creationId="{19DD51C9-453A-48C1-79CF-1CEA3A9CA144}"/>
          </ac:spMkLst>
        </pc:spChg>
        <pc:spChg chg="mod">
          <ac:chgData name="Mayu Ninagawa (蜷川 真優 GE)" userId="15d22be4-2d84-414d-ac66-ca09a50eae87" providerId="ADAL" clId="{2A43D1C7-C612-4547-BA11-3049DC01C97C}" dt="2026-01-29T06:51:01.458" v="6226"/>
          <ac:spMkLst>
            <pc:docMk/>
            <pc:sldMk cId="387616033" sldId="396"/>
            <ac:spMk id="795" creationId="{E3617457-368A-2C4E-5880-C8D1742E6918}"/>
          </ac:spMkLst>
        </pc:spChg>
        <pc:spChg chg="mod">
          <ac:chgData name="Mayu Ninagawa (蜷川 真優 GE)" userId="15d22be4-2d84-414d-ac66-ca09a50eae87" providerId="ADAL" clId="{2A43D1C7-C612-4547-BA11-3049DC01C97C}" dt="2026-01-29T06:51:01.458" v="6226"/>
          <ac:spMkLst>
            <pc:docMk/>
            <pc:sldMk cId="387616033" sldId="396"/>
            <ac:spMk id="796" creationId="{96A993DB-F9EA-D8AE-7410-5D0351355515}"/>
          </ac:spMkLst>
        </pc:spChg>
        <pc:spChg chg="mod">
          <ac:chgData name="Mayu Ninagawa (蜷川 真優 GE)" userId="15d22be4-2d84-414d-ac66-ca09a50eae87" providerId="ADAL" clId="{2A43D1C7-C612-4547-BA11-3049DC01C97C}" dt="2026-01-20T11:16:54.103" v="3066"/>
          <ac:spMkLst>
            <pc:docMk/>
            <pc:sldMk cId="387616033" sldId="396"/>
            <ac:spMk id="796" creationId="{A31C50FD-9203-6E61-55F8-989568BECE1C}"/>
          </ac:spMkLst>
        </pc:spChg>
        <pc:spChg chg="mod">
          <ac:chgData name="Mayu Ninagawa (蜷川 真優 GE)" userId="15d22be4-2d84-414d-ac66-ca09a50eae87" providerId="ADAL" clId="{2A43D1C7-C612-4547-BA11-3049DC01C97C}" dt="2026-01-29T06:51:01.458" v="6226"/>
          <ac:spMkLst>
            <pc:docMk/>
            <pc:sldMk cId="387616033" sldId="396"/>
            <ac:spMk id="797" creationId="{564F4FC9-B963-A228-2E29-0DF6836F7FB1}"/>
          </ac:spMkLst>
        </pc:spChg>
        <pc:spChg chg="mod">
          <ac:chgData name="Mayu Ninagawa (蜷川 真優 GE)" userId="15d22be4-2d84-414d-ac66-ca09a50eae87" providerId="ADAL" clId="{2A43D1C7-C612-4547-BA11-3049DC01C97C}" dt="2026-01-20T11:16:54.103" v="3066"/>
          <ac:spMkLst>
            <pc:docMk/>
            <pc:sldMk cId="387616033" sldId="396"/>
            <ac:spMk id="797" creationId="{6393CA90-39A2-0B27-F23A-99DB465C4B0D}"/>
          </ac:spMkLst>
        </pc:spChg>
        <pc:spChg chg="mod">
          <ac:chgData name="Mayu Ninagawa (蜷川 真優 GE)" userId="15d22be4-2d84-414d-ac66-ca09a50eae87" providerId="ADAL" clId="{2A43D1C7-C612-4547-BA11-3049DC01C97C}" dt="2026-01-29T06:51:01.458" v="6226"/>
          <ac:spMkLst>
            <pc:docMk/>
            <pc:sldMk cId="387616033" sldId="396"/>
            <ac:spMk id="798" creationId="{1D525211-6818-F7E1-13E2-94792EC2DD7F}"/>
          </ac:spMkLst>
        </pc:spChg>
        <pc:spChg chg="mod">
          <ac:chgData name="Mayu Ninagawa (蜷川 真優 GE)" userId="15d22be4-2d84-414d-ac66-ca09a50eae87" providerId="ADAL" clId="{2A43D1C7-C612-4547-BA11-3049DC01C97C}" dt="2026-01-20T11:16:54.103" v="3066"/>
          <ac:spMkLst>
            <pc:docMk/>
            <pc:sldMk cId="387616033" sldId="396"/>
            <ac:spMk id="798" creationId="{59C0D90F-4F1A-371A-F6CA-C26EC60488F4}"/>
          </ac:spMkLst>
        </pc:spChg>
        <pc:spChg chg="mod">
          <ac:chgData name="Mayu Ninagawa (蜷川 真優 GE)" userId="15d22be4-2d84-414d-ac66-ca09a50eae87" providerId="ADAL" clId="{2A43D1C7-C612-4547-BA11-3049DC01C97C}" dt="2026-01-29T06:51:01.458" v="6226"/>
          <ac:spMkLst>
            <pc:docMk/>
            <pc:sldMk cId="387616033" sldId="396"/>
            <ac:spMk id="799" creationId="{4E326A13-8D70-E988-2D94-2C0A850DB082}"/>
          </ac:spMkLst>
        </pc:spChg>
        <pc:spChg chg="mod">
          <ac:chgData name="Mayu Ninagawa (蜷川 真優 GE)" userId="15d22be4-2d84-414d-ac66-ca09a50eae87" providerId="ADAL" clId="{2A43D1C7-C612-4547-BA11-3049DC01C97C}" dt="2026-01-20T11:16:54.103" v="3066"/>
          <ac:spMkLst>
            <pc:docMk/>
            <pc:sldMk cId="387616033" sldId="396"/>
            <ac:spMk id="799" creationId="{57218B8B-8FE7-359A-E798-E95F547372F2}"/>
          </ac:spMkLst>
        </pc:spChg>
        <pc:spChg chg="mod">
          <ac:chgData name="Mayu Ninagawa (蜷川 真優 GE)" userId="15d22be4-2d84-414d-ac66-ca09a50eae87" providerId="ADAL" clId="{2A43D1C7-C612-4547-BA11-3049DC01C97C}" dt="2026-01-29T06:51:01.458" v="6226"/>
          <ac:spMkLst>
            <pc:docMk/>
            <pc:sldMk cId="387616033" sldId="396"/>
            <ac:spMk id="800" creationId="{A3098616-8C51-EACC-823B-C617CF019843}"/>
          </ac:spMkLst>
        </pc:spChg>
        <pc:spChg chg="mod">
          <ac:chgData name="Mayu Ninagawa (蜷川 真優 GE)" userId="15d22be4-2d84-414d-ac66-ca09a50eae87" providerId="ADAL" clId="{2A43D1C7-C612-4547-BA11-3049DC01C97C}" dt="2026-01-20T11:16:54.103" v="3066"/>
          <ac:spMkLst>
            <pc:docMk/>
            <pc:sldMk cId="387616033" sldId="396"/>
            <ac:spMk id="800" creationId="{BAC94CFE-37CD-F78D-FB36-8DE651D3F749}"/>
          </ac:spMkLst>
        </pc:spChg>
        <pc:spChg chg="mod">
          <ac:chgData name="Mayu Ninagawa (蜷川 真優 GE)" userId="15d22be4-2d84-414d-ac66-ca09a50eae87" providerId="ADAL" clId="{2A43D1C7-C612-4547-BA11-3049DC01C97C}" dt="2026-01-29T06:51:01.458" v="6226"/>
          <ac:spMkLst>
            <pc:docMk/>
            <pc:sldMk cId="387616033" sldId="396"/>
            <ac:spMk id="801" creationId="{4235D0AF-6542-0E86-68C0-DD7D747BBC76}"/>
          </ac:spMkLst>
        </pc:spChg>
        <pc:spChg chg="mod">
          <ac:chgData name="Mayu Ninagawa (蜷川 真優 GE)" userId="15d22be4-2d84-414d-ac66-ca09a50eae87" providerId="ADAL" clId="{2A43D1C7-C612-4547-BA11-3049DC01C97C}" dt="2026-01-20T11:16:54.103" v="3066"/>
          <ac:spMkLst>
            <pc:docMk/>
            <pc:sldMk cId="387616033" sldId="396"/>
            <ac:spMk id="801" creationId="{5DEADD8B-628C-24C0-024F-23689C63F9E0}"/>
          </ac:spMkLst>
        </pc:spChg>
        <pc:spChg chg="mod">
          <ac:chgData name="Mayu Ninagawa (蜷川 真優 GE)" userId="15d22be4-2d84-414d-ac66-ca09a50eae87" providerId="ADAL" clId="{2A43D1C7-C612-4547-BA11-3049DC01C97C}" dt="2026-01-29T06:51:01.458" v="6226"/>
          <ac:spMkLst>
            <pc:docMk/>
            <pc:sldMk cId="387616033" sldId="396"/>
            <ac:spMk id="802" creationId="{1D853C71-8AD0-4444-A64A-9B3001EE615A}"/>
          </ac:spMkLst>
        </pc:spChg>
        <pc:spChg chg="mod">
          <ac:chgData name="Mayu Ninagawa (蜷川 真優 GE)" userId="15d22be4-2d84-414d-ac66-ca09a50eae87" providerId="ADAL" clId="{2A43D1C7-C612-4547-BA11-3049DC01C97C}" dt="2026-01-20T11:16:54.103" v="3066"/>
          <ac:spMkLst>
            <pc:docMk/>
            <pc:sldMk cId="387616033" sldId="396"/>
            <ac:spMk id="802" creationId="{AA65C43A-EFA4-F6B5-F71D-45E463F12FF0}"/>
          </ac:spMkLst>
        </pc:spChg>
        <pc:spChg chg="mod">
          <ac:chgData name="Mayu Ninagawa (蜷川 真優 GE)" userId="15d22be4-2d84-414d-ac66-ca09a50eae87" providerId="ADAL" clId="{2A43D1C7-C612-4547-BA11-3049DC01C97C}" dt="2026-01-20T11:16:54.103" v="3066"/>
          <ac:spMkLst>
            <pc:docMk/>
            <pc:sldMk cId="387616033" sldId="396"/>
            <ac:spMk id="803" creationId="{255C5A30-A6CC-A00F-21BA-6697AC816505}"/>
          </ac:spMkLst>
        </pc:spChg>
        <pc:spChg chg="mod">
          <ac:chgData name="Mayu Ninagawa (蜷川 真優 GE)" userId="15d22be4-2d84-414d-ac66-ca09a50eae87" providerId="ADAL" clId="{2A43D1C7-C612-4547-BA11-3049DC01C97C}" dt="2026-01-29T06:51:01.458" v="6226"/>
          <ac:spMkLst>
            <pc:docMk/>
            <pc:sldMk cId="387616033" sldId="396"/>
            <ac:spMk id="803" creationId="{D64BDF66-66A8-14D2-00D1-B94F99FCD7DF}"/>
          </ac:spMkLst>
        </pc:spChg>
        <pc:spChg chg="mod">
          <ac:chgData name="Mayu Ninagawa (蜷川 真優 GE)" userId="15d22be4-2d84-414d-ac66-ca09a50eae87" providerId="ADAL" clId="{2A43D1C7-C612-4547-BA11-3049DC01C97C}" dt="2026-01-29T06:51:01.458" v="6226"/>
          <ac:spMkLst>
            <pc:docMk/>
            <pc:sldMk cId="387616033" sldId="396"/>
            <ac:spMk id="804" creationId="{42883F02-DBC3-6602-01BF-573DFFD551E6}"/>
          </ac:spMkLst>
        </pc:spChg>
        <pc:spChg chg="mod">
          <ac:chgData name="Mayu Ninagawa (蜷川 真優 GE)" userId="15d22be4-2d84-414d-ac66-ca09a50eae87" providerId="ADAL" clId="{2A43D1C7-C612-4547-BA11-3049DC01C97C}" dt="2026-01-20T11:16:54.103" v="3066"/>
          <ac:spMkLst>
            <pc:docMk/>
            <pc:sldMk cId="387616033" sldId="396"/>
            <ac:spMk id="804" creationId="{77660098-CAD8-A21B-AC9A-0EC3BDE2B311}"/>
          </ac:spMkLst>
        </pc:spChg>
        <pc:spChg chg="mod">
          <ac:chgData name="Mayu Ninagawa (蜷川 真優 GE)" userId="15d22be4-2d84-414d-ac66-ca09a50eae87" providerId="ADAL" clId="{2A43D1C7-C612-4547-BA11-3049DC01C97C}" dt="2026-01-29T06:51:01.458" v="6226"/>
          <ac:spMkLst>
            <pc:docMk/>
            <pc:sldMk cId="387616033" sldId="396"/>
            <ac:spMk id="805" creationId="{4792F646-D016-9079-3BCB-1171272AC77A}"/>
          </ac:spMkLst>
        </pc:spChg>
        <pc:spChg chg="mod">
          <ac:chgData name="Mayu Ninagawa (蜷川 真優 GE)" userId="15d22be4-2d84-414d-ac66-ca09a50eae87" providerId="ADAL" clId="{2A43D1C7-C612-4547-BA11-3049DC01C97C}" dt="2026-01-20T11:16:54.103" v="3066"/>
          <ac:spMkLst>
            <pc:docMk/>
            <pc:sldMk cId="387616033" sldId="396"/>
            <ac:spMk id="805" creationId="{F7A7F11B-8440-8B47-0CF6-ABC569DADACE}"/>
          </ac:spMkLst>
        </pc:spChg>
        <pc:spChg chg="mod">
          <ac:chgData name="Mayu Ninagawa (蜷川 真優 GE)" userId="15d22be4-2d84-414d-ac66-ca09a50eae87" providerId="ADAL" clId="{2A43D1C7-C612-4547-BA11-3049DC01C97C}" dt="2026-01-20T11:16:54.103" v="3066"/>
          <ac:spMkLst>
            <pc:docMk/>
            <pc:sldMk cId="387616033" sldId="396"/>
            <ac:spMk id="806" creationId="{518082BB-B30E-0099-3F8A-A683154ADBEE}"/>
          </ac:spMkLst>
        </pc:spChg>
        <pc:spChg chg="mod">
          <ac:chgData name="Mayu Ninagawa (蜷川 真優 GE)" userId="15d22be4-2d84-414d-ac66-ca09a50eae87" providerId="ADAL" clId="{2A43D1C7-C612-4547-BA11-3049DC01C97C}" dt="2026-01-29T06:51:01.458" v="6226"/>
          <ac:spMkLst>
            <pc:docMk/>
            <pc:sldMk cId="387616033" sldId="396"/>
            <ac:spMk id="806" creationId="{5EC123E2-4A59-F997-5F6B-4D9E7C409382}"/>
          </ac:spMkLst>
        </pc:spChg>
        <pc:spChg chg="mod">
          <ac:chgData name="Mayu Ninagawa (蜷川 真優 GE)" userId="15d22be4-2d84-414d-ac66-ca09a50eae87" providerId="ADAL" clId="{2A43D1C7-C612-4547-BA11-3049DC01C97C}" dt="2026-01-29T06:51:01.458" v="6226"/>
          <ac:spMkLst>
            <pc:docMk/>
            <pc:sldMk cId="387616033" sldId="396"/>
            <ac:spMk id="807" creationId="{7FE014B8-C97F-7A95-2145-E76B2DC8DC89}"/>
          </ac:spMkLst>
        </pc:spChg>
        <pc:spChg chg="mod">
          <ac:chgData name="Mayu Ninagawa (蜷川 真優 GE)" userId="15d22be4-2d84-414d-ac66-ca09a50eae87" providerId="ADAL" clId="{2A43D1C7-C612-4547-BA11-3049DC01C97C}" dt="2026-01-20T11:16:54.103" v="3066"/>
          <ac:spMkLst>
            <pc:docMk/>
            <pc:sldMk cId="387616033" sldId="396"/>
            <ac:spMk id="807" creationId="{99B33E30-8B63-7366-6F0C-E0605D3CA905}"/>
          </ac:spMkLst>
        </pc:spChg>
        <pc:spChg chg="mod">
          <ac:chgData name="Mayu Ninagawa (蜷川 真優 GE)" userId="15d22be4-2d84-414d-ac66-ca09a50eae87" providerId="ADAL" clId="{2A43D1C7-C612-4547-BA11-3049DC01C97C}" dt="2026-01-29T06:51:01.458" v="6226"/>
          <ac:spMkLst>
            <pc:docMk/>
            <pc:sldMk cId="387616033" sldId="396"/>
            <ac:spMk id="808" creationId="{2EA436AC-DAD1-4E1F-1CA5-EA707F4B628D}"/>
          </ac:spMkLst>
        </pc:spChg>
        <pc:spChg chg="mod">
          <ac:chgData name="Mayu Ninagawa (蜷川 真優 GE)" userId="15d22be4-2d84-414d-ac66-ca09a50eae87" providerId="ADAL" clId="{2A43D1C7-C612-4547-BA11-3049DC01C97C}" dt="2026-01-20T11:16:54.103" v="3066"/>
          <ac:spMkLst>
            <pc:docMk/>
            <pc:sldMk cId="387616033" sldId="396"/>
            <ac:spMk id="808" creationId="{63FBBFB9-E3C0-F478-7A40-EA8A41DCA056}"/>
          </ac:spMkLst>
        </pc:spChg>
        <pc:spChg chg="mod">
          <ac:chgData name="Mayu Ninagawa (蜷川 真優 GE)" userId="15d22be4-2d84-414d-ac66-ca09a50eae87" providerId="ADAL" clId="{2A43D1C7-C612-4547-BA11-3049DC01C97C}" dt="2026-01-29T06:51:01.458" v="6226"/>
          <ac:spMkLst>
            <pc:docMk/>
            <pc:sldMk cId="387616033" sldId="396"/>
            <ac:spMk id="809" creationId="{5F611A71-CE6B-0EFB-B67A-D754B2F169BB}"/>
          </ac:spMkLst>
        </pc:spChg>
        <pc:spChg chg="mod">
          <ac:chgData name="Mayu Ninagawa (蜷川 真優 GE)" userId="15d22be4-2d84-414d-ac66-ca09a50eae87" providerId="ADAL" clId="{2A43D1C7-C612-4547-BA11-3049DC01C97C}" dt="2026-01-20T11:16:54.103" v="3066"/>
          <ac:spMkLst>
            <pc:docMk/>
            <pc:sldMk cId="387616033" sldId="396"/>
            <ac:spMk id="809" creationId="{CA3C22E7-CDAE-0BAA-D72C-8B5FA21937D3}"/>
          </ac:spMkLst>
        </pc:spChg>
        <pc:spChg chg="mod">
          <ac:chgData name="Mayu Ninagawa (蜷川 真優 GE)" userId="15d22be4-2d84-414d-ac66-ca09a50eae87" providerId="ADAL" clId="{2A43D1C7-C612-4547-BA11-3049DC01C97C}" dt="2026-01-29T06:51:01.458" v="6226"/>
          <ac:spMkLst>
            <pc:docMk/>
            <pc:sldMk cId="387616033" sldId="396"/>
            <ac:spMk id="810" creationId="{AF5EC001-4884-46DA-A3DA-450A39BB658F}"/>
          </ac:spMkLst>
        </pc:spChg>
        <pc:spChg chg="mod">
          <ac:chgData name="Mayu Ninagawa (蜷川 真優 GE)" userId="15d22be4-2d84-414d-ac66-ca09a50eae87" providerId="ADAL" clId="{2A43D1C7-C612-4547-BA11-3049DC01C97C}" dt="2026-01-20T11:16:54.103" v="3066"/>
          <ac:spMkLst>
            <pc:docMk/>
            <pc:sldMk cId="387616033" sldId="396"/>
            <ac:spMk id="810" creationId="{B05757D8-3241-5D47-C177-4869C88E204F}"/>
          </ac:spMkLst>
        </pc:spChg>
        <pc:spChg chg="mod">
          <ac:chgData name="Mayu Ninagawa (蜷川 真優 GE)" userId="15d22be4-2d84-414d-ac66-ca09a50eae87" providerId="ADAL" clId="{2A43D1C7-C612-4547-BA11-3049DC01C97C}" dt="2026-01-20T11:16:54.103" v="3066"/>
          <ac:spMkLst>
            <pc:docMk/>
            <pc:sldMk cId="387616033" sldId="396"/>
            <ac:spMk id="811" creationId="{2839A2DC-7429-504B-F156-C299645136AC}"/>
          </ac:spMkLst>
        </pc:spChg>
        <pc:spChg chg="mod">
          <ac:chgData name="Mayu Ninagawa (蜷川 真優 GE)" userId="15d22be4-2d84-414d-ac66-ca09a50eae87" providerId="ADAL" clId="{2A43D1C7-C612-4547-BA11-3049DC01C97C}" dt="2026-01-29T06:51:01.458" v="6226"/>
          <ac:spMkLst>
            <pc:docMk/>
            <pc:sldMk cId="387616033" sldId="396"/>
            <ac:spMk id="811" creationId="{C7CC20C7-C02E-879C-B41D-775DB74E8104}"/>
          </ac:spMkLst>
        </pc:spChg>
        <pc:spChg chg="mod">
          <ac:chgData name="Mayu Ninagawa (蜷川 真優 GE)" userId="15d22be4-2d84-414d-ac66-ca09a50eae87" providerId="ADAL" clId="{2A43D1C7-C612-4547-BA11-3049DC01C97C}" dt="2026-01-20T11:16:54.103" v="3066"/>
          <ac:spMkLst>
            <pc:docMk/>
            <pc:sldMk cId="387616033" sldId="396"/>
            <ac:spMk id="812" creationId="{1F22C109-C0BF-D0D9-766C-1CCE4C531826}"/>
          </ac:spMkLst>
        </pc:spChg>
        <pc:spChg chg="mod">
          <ac:chgData name="Mayu Ninagawa (蜷川 真優 GE)" userId="15d22be4-2d84-414d-ac66-ca09a50eae87" providerId="ADAL" clId="{2A43D1C7-C612-4547-BA11-3049DC01C97C}" dt="2026-01-29T06:51:01.458" v="6226"/>
          <ac:spMkLst>
            <pc:docMk/>
            <pc:sldMk cId="387616033" sldId="396"/>
            <ac:spMk id="812" creationId="{B230A05A-34B9-3585-7110-4A80AE4CCA5A}"/>
          </ac:spMkLst>
        </pc:spChg>
        <pc:spChg chg="mod">
          <ac:chgData name="Mayu Ninagawa (蜷川 真優 GE)" userId="15d22be4-2d84-414d-ac66-ca09a50eae87" providerId="ADAL" clId="{2A43D1C7-C612-4547-BA11-3049DC01C97C}" dt="2026-01-29T06:51:01.458" v="6226"/>
          <ac:spMkLst>
            <pc:docMk/>
            <pc:sldMk cId="387616033" sldId="396"/>
            <ac:spMk id="813" creationId="{427B29A3-D1BB-7781-1A70-8684C94EA18D}"/>
          </ac:spMkLst>
        </pc:spChg>
        <pc:spChg chg="mod">
          <ac:chgData name="Mayu Ninagawa (蜷川 真優 GE)" userId="15d22be4-2d84-414d-ac66-ca09a50eae87" providerId="ADAL" clId="{2A43D1C7-C612-4547-BA11-3049DC01C97C}" dt="2026-01-20T11:16:54.103" v="3066"/>
          <ac:spMkLst>
            <pc:docMk/>
            <pc:sldMk cId="387616033" sldId="396"/>
            <ac:spMk id="813" creationId="{7EFD4E0E-B09D-D54B-20DC-A45CB74AA9D5}"/>
          </ac:spMkLst>
        </pc:spChg>
        <pc:spChg chg="mod">
          <ac:chgData name="Mayu Ninagawa (蜷川 真優 GE)" userId="15d22be4-2d84-414d-ac66-ca09a50eae87" providerId="ADAL" clId="{2A43D1C7-C612-4547-BA11-3049DC01C97C}" dt="2026-01-29T06:51:01.458" v="6226"/>
          <ac:spMkLst>
            <pc:docMk/>
            <pc:sldMk cId="387616033" sldId="396"/>
            <ac:spMk id="814" creationId="{93F6B03A-55A0-3A7C-F905-B940EEC14945}"/>
          </ac:spMkLst>
        </pc:spChg>
        <pc:spChg chg="add del mod">
          <ac:chgData name="Mayu Ninagawa (蜷川 真優 GE)" userId="15d22be4-2d84-414d-ac66-ca09a50eae87" providerId="ADAL" clId="{2A43D1C7-C612-4547-BA11-3049DC01C97C}" dt="2026-01-20T11:17:17.741" v="3074"/>
          <ac:spMkLst>
            <pc:docMk/>
            <pc:sldMk cId="387616033" sldId="396"/>
            <ac:spMk id="814" creationId="{FD257D92-B8F3-BB53-F4EB-EE809EC726ED}"/>
          </ac:spMkLst>
        </pc:spChg>
        <pc:spChg chg="mod topLvl">
          <ac:chgData name="Mayu Ninagawa (蜷川 真優 GE)" userId="15d22be4-2d84-414d-ac66-ca09a50eae87" providerId="ADAL" clId="{2A43D1C7-C612-4547-BA11-3049DC01C97C}" dt="2026-01-29T06:57:06.102" v="6345" actId="164"/>
          <ac:spMkLst>
            <pc:docMk/>
            <pc:sldMk cId="387616033" sldId="396"/>
            <ac:spMk id="815" creationId="{1EB40D21-E534-B390-2FB5-3301D4217CE0}"/>
          </ac:spMkLst>
        </pc:spChg>
        <pc:spChg chg="add mod topLvl">
          <ac:chgData name="Mayu Ninagawa (蜷川 真優 GE)" userId="15d22be4-2d84-414d-ac66-ca09a50eae87" providerId="ADAL" clId="{2A43D1C7-C612-4547-BA11-3049DC01C97C}" dt="2026-01-29T06:57:06.102" v="6345" actId="164"/>
          <ac:spMkLst>
            <pc:docMk/>
            <pc:sldMk cId="387616033" sldId="396"/>
            <ac:spMk id="816" creationId="{05E3E90D-5553-8EA3-7FB0-90A085EDEE9E}"/>
          </ac:spMkLst>
        </pc:spChg>
        <pc:spChg chg="mod">
          <ac:chgData name="Mayu Ninagawa (蜷川 真優 GE)" userId="15d22be4-2d84-414d-ac66-ca09a50eae87" providerId="ADAL" clId="{2A43D1C7-C612-4547-BA11-3049DC01C97C}" dt="2026-01-29T06:51:01.458" v="6226"/>
          <ac:spMkLst>
            <pc:docMk/>
            <pc:sldMk cId="387616033" sldId="396"/>
            <ac:spMk id="818" creationId="{0C996628-2037-E788-1BAE-207CBE3187E0}"/>
          </ac:spMkLst>
        </pc:spChg>
        <pc:spChg chg="mod">
          <ac:chgData name="Mayu Ninagawa (蜷川 真優 GE)" userId="15d22be4-2d84-414d-ac66-ca09a50eae87" providerId="ADAL" clId="{2A43D1C7-C612-4547-BA11-3049DC01C97C}" dt="2026-01-20T11:21:36.811" v="3116"/>
          <ac:spMkLst>
            <pc:docMk/>
            <pc:sldMk cId="387616033" sldId="396"/>
            <ac:spMk id="818" creationId="{F4FBF710-1911-1EF9-7B43-FBB4A65ABF48}"/>
          </ac:spMkLst>
        </pc:spChg>
        <pc:spChg chg="mod">
          <ac:chgData name="Mayu Ninagawa (蜷川 真優 GE)" userId="15d22be4-2d84-414d-ac66-ca09a50eae87" providerId="ADAL" clId="{2A43D1C7-C612-4547-BA11-3049DC01C97C}" dt="2026-01-20T11:22:17.926" v="3126"/>
          <ac:spMkLst>
            <pc:docMk/>
            <pc:sldMk cId="387616033" sldId="396"/>
            <ac:spMk id="819" creationId="{0A968ABD-CF78-BDC5-C44F-514FB288EE78}"/>
          </ac:spMkLst>
        </pc:spChg>
        <pc:spChg chg="mod">
          <ac:chgData name="Mayu Ninagawa (蜷川 真優 GE)" userId="15d22be4-2d84-414d-ac66-ca09a50eae87" providerId="ADAL" clId="{2A43D1C7-C612-4547-BA11-3049DC01C97C}" dt="2026-01-29T06:51:01.458" v="6226"/>
          <ac:spMkLst>
            <pc:docMk/>
            <pc:sldMk cId="387616033" sldId="396"/>
            <ac:spMk id="819" creationId="{BD718577-B8A2-93F2-8E09-6337A03FA1BD}"/>
          </ac:spMkLst>
        </pc:spChg>
        <pc:spChg chg="mod">
          <ac:chgData name="Mayu Ninagawa (蜷川 真優 GE)" userId="15d22be4-2d84-414d-ac66-ca09a50eae87" providerId="ADAL" clId="{2A43D1C7-C612-4547-BA11-3049DC01C97C}" dt="2026-01-29T06:51:01.458" v="6226"/>
          <ac:spMkLst>
            <pc:docMk/>
            <pc:sldMk cId="387616033" sldId="396"/>
            <ac:spMk id="820" creationId="{5C9345DE-58D3-02EC-8851-6C357861081E}"/>
          </ac:spMkLst>
        </pc:spChg>
        <pc:spChg chg="del mod">
          <ac:chgData name="Mayu Ninagawa (蜷川 真優 GE)" userId="15d22be4-2d84-414d-ac66-ca09a50eae87" providerId="ADAL" clId="{2A43D1C7-C612-4547-BA11-3049DC01C97C}" dt="2026-01-20T11:48:26.559" v="3270" actId="478"/>
          <ac:spMkLst>
            <pc:docMk/>
            <pc:sldMk cId="387616033" sldId="396"/>
            <ac:spMk id="821" creationId="{3F405E1D-4180-5721-E8EF-D6386677DD95}"/>
          </ac:spMkLst>
        </pc:spChg>
        <pc:spChg chg="mod">
          <ac:chgData name="Mayu Ninagawa (蜷川 真優 GE)" userId="15d22be4-2d84-414d-ac66-ca09a50eae87" providerId="ADAL" clId="{2A43D1C7-C612-4547-BA11-3049DC01C97C}" dt="2026-01-29T06:51:01.458" v="6226"/>
          <ac:spMkLst>
            <pc:docMk/>
            <pc:sldMk cId="387616033" sldId="396"/>
            <ac:spMk id="821" creationId="{8EF844FA-D046-7A2A-1270-23C9FC7D0A1E}"/>
          </ac:spMkLst>
        </pc:spChg>
        <pc:spChg chg="mod">
          <ac:chgData name="Mayu Ninagawa (蜷川 真優 GE)" userId="15d22be4-2d84-414d-ac66-ca09a50eae87" providerId="ADAL" clId="{2A43D1C7-C612-4547-BA11-3049DC01C97C}" dt="2026-01-29T06:51:01.458" v="6226"/>
          <ac:spMkLst>
            <pc:docMk/>
            <pc:sldMk cId="387616033" sldId="396"/>
            <ac:spMk id="822" creationId="{C1D46D7F-D608-60AF-4561-6951E7F96B5E}"/>
          </ac:spMkLst>
        </pc:spChg>
        <pc:spChg chg="mod">
          <ac:chgData name="Mayu Ninagawa (蜷川 真優 GE)" userId="15d22be4-2d84-414d-ac66-ca09a50eae87" providerId="ADAL" clId="{2A43D1C7-C612-4547-BA11-3049DC01C97C}" dt="2026-01-29T06:51:01.458" v="6226"/>
          <ac:spMkLst>
            <pc:docMk/>
            <pc:sldMk cId="387616033" sldId="396"/>
            <ac:spMk id="823" creationId="{EA9D2DC8-A516-0789-81B7-8FE6CD68CB07}"/>
          </ac:spMkLst>
        </pc:spChg>
        <pc:spChg chg="mod">
          <ac:chgData name="Mayu Ninagawa (蜷川 真優 GE)" userId="15d22be4-2d84-414d-ac66-ca09a50eae87" providerId="ADAL" clId="{2A43D1C7-C612-4547-BA11-3049DC01C97C}" dt="2026-01-29T06:51:01.458" v="6226"/>
          <ac:spMkLst>
            <pc:docMk/>
            <pc:sldMk cId="387616033" sldId="396"/>
            <ac:spMk id="824" creationId="{2A8E820E-694B-A8B1-73AD-F6334B98FB94}"/>
          </ac:spMkLst>
        </pc:spChg>
        <pc:spChg chg="mod">
          <ac:chgData name="Mayu Ninagawa (蜷川 真優 GE)" userId="15d22be4-2d84-414d-ac66-ca09a50eae87" providerId="ADAL" clId="{2A43D1C7-C612-4547-BA11-3049DC01C97C}" dt="2026-01-29T06:51:01.458" v="6226"/>
          <ac:spMkLst>
            <pc:docMk/>
            <pc:sldMk cId="387616033" sldId="396"/>
            <ac:spMk id="825" creationId="{305B490A-4F5D-92B3-8942-26261D26908B}"/>
          </ac:spMkLst>
        </pc:spChg>
        <pc:spChg chg="mod">
          <ac:chgData name="Mayu Ninagawa (蜷川 真優 GE)" userId="15d22be4-2d84-414d-ac66-ca09a50eae87" providerId="ADAL" clId="{2A43D1C7-C612-4547-BA11-3049DC01C97C}" dt="2026-01-29T06:51:01.458" v="6226"/>
          <ac:spMkLst>
            <pc:docMk/>
            <pc:sldMk cId="387616033" sldId="396"/>
            <ac:spMk id="826" creationId="{B2ABDC78-8E5B-8B32-5492-52ACE6044E58}"/>
          </ac:spMkLst>
        </pc:spChg>
        <pc:spChg chg="mod">
          <ac:chgData name="Mayu Ninagawa (蜷川 真優 GE)" userId="15d22be4-2d84-414d-ac66-ca09a50eae87" providerId="ADAL" clId="{2A43D1C7-C612-4547-BA11-3049DC01C97C}" dt="2026-01-29T06:51:01.458" v="6226"/>
          <ac:spMkLst>
            <pc:docMk/>
            <pc:sldMk cId="387616033" sldId="396"/>
            <ac:spMk id="827" creationId="{99EFC212-C800-E97D-E685-5EA66C061124}"/>
          </ac:spMkLst>
        </pc:spChg>
        <pc:spChg chg="mod">
          <ac:chgData name="Mayu Ninagawa (蜷川 真優 GE)" userId="15d22be4-2d84-414d-ac66-ca09a50eae87" providerId="ADAL" clId="{2A43D1C7-C612-4547-BA11-3049DC01C97C}" dt="2026-01-29T06:51:01.458" v="6226"/>
          <ac:spMkLst>
            <pc:docMk/>
            <pc:sldMk cId="387616033" sldId="396"/>
            <ac:spMk id="828" creationId="{D3BFA7A2-C79B-9501-A13D-B4729A2DF628}"/>
          </ac:spMkLst>
        </pc:spChg>
        <pc:spChg chg="mod">
          <ac:chgData name="Mayu Ninagawa (蜷川 真優 GE)" userId="15d22be4-2d84-414d-ac66-ca09a50eae87" providerId="ADAL" clId="{2A43D1C7-C612-4547-BA11-3049DC01C97C}" dt="2026-01-29T06:51:01.458" v="6226"/>
          <ac:spMkLst>
            <pc:docMk/>
            <pc:sldMk cId="387616033" sldId="396"/>
            <ac:spMk id="829" creationId="{59B5F834-DE7B-B662-9BE3-C2BA95425BE3}"/>
          </ac:spMkLst>
        </pc:spChg>
        <pc:spChg chg="mod">
          <ac:chgData name="Mayu Ninagawa (蜷川 真優 GE)" userId="15d22be4-2d84-414d-ac66-ca09a50eae87" providerId="ADAL" clId="{2A43D1C7-C612-4547-BA11-3049DC01C97C}" dt="2026-01-29T06:51:01.458" v="6226"/>
          <ac:spMkLst>
            <pc:docMk/>
            <pc:sldMk cId="387616033" sldId="396"/>
            <ac:spMk id="830" creationId="{35553E5E-DB63-3DD5-132B-1E39CEF8BD32}"/>
          </ac:spMkLst>
        </pc:spChg>
        <pc:spChg chg="mod">
          <ac:chgData name="Mayu Ninagawa (蜷川 真優 GE)" userId="15d22be4-2d84-414d-ac66-ca09a50eae87" providerId="ADAL" clId="{2A43D1C7-C612-4547-BA11-3049DC01C97C}" dt="2026-01-29T06:51:01.458" v="6226"/>
          <ac:spMkLst>
            <pc:docMk/>
            <pc:sldMk cId="387616033" sldId="396"/>
            <ac:spMk id="834" creationId="{7636CE7A-04AC-5AAB-9C1C-BCA90C835C21}"/>
          </ac:spMkLst>
        </pc:spChg>
        <pc:spChg chg="mod">
          <ac:chgData name="Mayu Ninagawa (蜷川 真優 GE)" userId="15d22be4-2d84-414d-ac66-ca09a50eae87" providerId="ADAL" clId="{2A43D1C7-C612-4547-BA11-3049DC01C97C}" dt="2026-01-29T06:51:01.458" v="6226"/>
          <ac:spMkLst>
            <pc:docMk/>
            <pc:sldMk cId="387616033" sldId="396"/>
            <ac:spMk id="835" creationId="{19CEFC08-A83C-6B21-8B2D-32084C9154E0}"/>
          </ac:spMkLst>
        </pc:spChg>
        <pc:spChg chg="mod">
          <ac:chgData name="Mayu Ninagawa (蜷川 真優 GE)" userId="15d22be4-2d84-414d-ac66-ca09a50eae87" providerId="ADAL" clId="{2A43D1C7-C612-4547-BA11-3049DC01C97C}" dt="2026-01-29T06:51:01.458" v="6226"/>
          <ac:spMkLst>
            <pc:docMk/>
            <pc:sldMk cId="387616033" sldId="396"/>
            <ac:spMk id="836" creationId="{C3477908-FD54-07E3-1066-6A591D6DD0A5}"/>
          </ac:spMkLst>
        </pc:spChg>
        <pc:spChg chg="mod">
          <ac:chgData name="Mayu Ninagawa (蜷川 真優 GE)" userId="15d22be4-2d84-414d-ac66-ca09a50eae87" providerId="ADAL" clId="{2A43D1C7-C612-4547-BA11-3049DC01C97C}" dt="2026-01-29T06:51:01.458" v="6226"/>
          <ac:spMkLst>
            <pc:docMk/>
            <pc:sldMk cId="387616033" sldId="396"/>
            <ac:spMk id="837" creationId="{3A49EE08-6BF3-972F-53A7-7BF1FC0F372B}"/>
          </ac:spMkLst>
        </pc:spChg>
        <pc:spChg chg="mod">
          <ac:chgData name="Mayu Ninagawa (蜷川 真優 GE)" userId="15d22be4-2d84-414d-ac66-ca09a50eae87" providerId="ADAL" clId="{2A43D1C7-C612-4547-BA11-3049DC01C97C}" dt="2026-01-29T06:51:01.458" v="6226"/>
          <ac:spMkLst>
            <pc:docMk/>
            <pc:sldMk cId="387616033" sldId="396"/>
            <ac:spMk id="838" creationId="{6EFF1DCA-147A-0F15-8AEE-94EB54DCB6F3}"/>
          </ac:spMkLst>
        </pc:spChg>
        <pc:spChg chg="mod">
          <ac:chgData name="Mayu Ninagawa (蜷川 真優 GE)" userId="15d22be4-2d84-414d-ac66-ca09a50eae87" providerId="ADAL" clId="{2A43D1C7-C612-4547-BA11-3049DC01C97C}" dt="2026-01-29T06:51:01.458" v="6226"/>
          <ac:spMkLst>
            <pc:docMk/>
            <pc:sldMk cId="387616033" sldId="396"/>
            <ac:spMk id="839" creationId="{00D462F8-DC97-E428-3F26-B05EF2050BF8}"/>
          </ac:spMkLst>
        </pc:spChg>
        <pc:spChg chg="mod">
          <ac:chgData name="Mayu Ninagawa (蜷川 真優 GE)" userId="15d22be4-2d84-414d-ac66-ca09a50eae87" providerId="ADAL" clId="{2A43D1C7-C612-4547-BA11-3049DC01C97C}" dt="2026-01-29T06:51:01.458" v="6226"/>
          <ac:spMkLst>
            <pc:docMk/>
            <pc:sldMk cId="387616033" sldId="396"/>
            <ac:spMk id="840" creationId="{E1313F82-ADD1-02D6-F38E-135A863C33EC}"/>
          </ac:spMkLst>
        </pc:spChg>
        <pc:spChg chg="mod">
          <ac:chgData name="Mayu Ninagawa (蜷川 真優 GE)" userId="15d22be4-2d84-414d-ac66-ca09a50eae87" providerId="ADAL" clId="{2A43D1C7-C612-4547-BA11-3049DC01C97C}" dt="2026-01-29T06:51:01.458" v="6226"/>
          <ac:spMkLst>
            <pc:docMk/>
            <pc:sldMk cId="387616033" sldId="396"/>
            <ac:spMk id="841" creationId="{C76D7B25-F289-A75F-AD9C-316E22577FE5}"/>
          </ac:spMkLst>
        </pc:spChg>
        <pc:spChg chg="mod">
          <ac:chgData name="Mayu Ninagawa (蜷川 真優 GE)" userId="15d22be4-2d84-414d-ac66-ca09a50eae87" providerId="ADAL" clId="{2A43D1C7-C612-4547-BA11-3049DC01C97C}" dt="2026-01-29T06:51:01.458" v="6226"/>
          <ac:spMkLst>
            <pc:docMk/>
            <pc:sldMk cId="387616033" sldId="396"/>
            <ac:spMk id="842" creationId="{E5AB87DD-A59A-03AC-DD09-3DA378D4F9AC}"/>
          </ac:spMkLst>
        </pc:spChg>
        <pc:spChg chg="mod">
          <ac:chgData name="Mayu Ninagawa (蜷川 真優 GE)" userId="15d22be4-2d84-414d-ac66-ca09a50eae87" providerId="ADAL" clId="{2A43D1C7-C612-4547-BA11-3049DC01C97C}" dt="2026-01-29T06:51:01.458" v="6226"/>
          <ac:spMkLst>
            <pc:docMk/>
            <pc:sldMk cId="387616033" sldId="396"/>
            <ac:spMk id="843" creationId="{DBE76F1A-B344-2536-A5FB-B967E084EBBE}"/>
          </ac:spMkLst>
        </pc:spChg>
        <pc:spChg chg="mod">
          <ac:chgData name="Mayu Ninagawa (蜷川 真優 GE)" userId="15d22be4-2d84-414d-ac66-ca09a50eae87" providerId="ADAL" clId="{2A43D1C7-C612-4547-BA11-3049DC01C97C}" dt="2026-01-29T06:57:06.102" v="6345" actId="164"/>
          <ac:spMkLst>
            <pc:docMk/>
            <pc:sldMk cId="387616033" sldId="396"/>
            <ac:spMk id="845" creationId="{A62FD9D6-A30D-E313-F4EF-F3122B30E325}"/>
          </ac:spMkLst>
        </pc:spChg>
        <pc:spChg chg="mod">
          <ac:chgData name="Mayu Ninagawa (蜷川 真優 GE)" userId="15d22be4-2d84-414d-ac66-ca09a50eae87" providerId="ADAL" clId="{2A43D1C7-C612-4547-BA11-3049DC01C97C}" dt="2026-01-29T06:53:38.748" v="6285"/>
          <ac:spMkLst>
            <pc:docMk/>
            <pc:sldMk cId="387616033" sldId="396"/>
            <ac:spMk id="847" creationId="{1366CF1F-7DD1-45FA-D935-BF0ABBBB26CD}"/>
          </ac:spMkLst>
        </pc:spChg>
        <pc:spChg chg="mod">
          <ac:chgData name="Mayu Ninagawa (蜷川 真優 GE)" userId="15d22be4-2d84-414d-ac66-ca09a50eae87" providerId="ADAL" clId="{2A43D1C7-C612-4547-BA11-3049DC01C97C}" dt="2026-01-29T06:53:38.748" v="6285"/>
          <ac:spMkLst>
            <pc:docMk/>
            <pc:sldMk cId="387616033" sldId="396"/>
            <ac:spMk id="848" creationId="{119F5573-E83C-C8D0-F9F8-BE8FE18C9CC3}"/>
          </ac:spMkLst>
        </pc:spChg>
        <pc:spChg chg="mod">
          <ac:chgData name="Mayu Ninagawa (蜷川 真優 GE)" userId="15d22be4-2d84-414d-ac66-ca09a50eae87" providerId="ADAL" clId="{2A43D1C7-C612-4547-BA11-3049DC01C97C}" dt="2026-01-29T06:53:38.748" v="6285"/>
          <ac:spMkLst>
            <pc:docMk/>
            <pc:sldMk cId="387616033" sldId="396"/>
            <ac:spMk id="849" creationId="{D073E360-BD72-8039-36F8-50BF4DCA7DFB}"/>
          </ac:spMkLst>
        </pc:spChg>
        <pc:spChg chg="mod">
          <ac:chgData name="Mayu Ninagawa (蜷川 真優 GE)" userId="15d22be4-2d84-414d-ac66-ca09a50eae87" providerId="ADAL" clId="{2A43D1C7-C612-4547-BA11-3049DC01C97C}" dt="2026-01-29T06:53:38.748" v="6285"/>
          <ac:spMkLst>
            <pc:docMk/>
            <pc:sldMk cId="387616033" sldId="396"/>
            <ac:spMk id="850" creationId="{5E553468-AAD8-E20F-5B21-8C8659D8A5B0}"/>
          </ac:spMkLst>
        </pc:spChg>
        <pc:spChg chg="mod">
          <ac:chgData name="Mayu Ninagawa (蜷川 真優 GE)" userId="15d22be4-2d84-414d-ac66-ca09a50eae87" providerId="ADAL" clId="{2A43D1C7-C612-4547-BA11-3049DC01C97C}" dt="2026-01-29T06:53:38.748" v="6285"/>
          <ac:spMkLst>
            <pc:docMk/>
            <pc:sldMk cId="387616033" sldId="396"/>
            <ac:spMk id="851" creationId="{FAA96B59-9201-71A6-548D-8D87308FEACE}"/>
          </ac:spMkLst>
        </pc:spChg>
        <pc:spChg chg="mod">
          <ac:chgData name="Mayu Ninagawa (蜷川 真優 GE)" userId="15d22be4-2d84-414d-ac66-ca09a50eae87" providerId="ADAL" clId="{2A43D1C7-C612-4547-BA11-3049DC01C97C}" dt="2026-01-29T06:53:38.748" v="6285"/>
          <ac:spMkLst>
            <pc:docMk/>
            <pc:sldMk cId="387616033" sldId="396"/>
            <ac:spMk id="852" creationId="{16BB1F9A-8C23-D2BC-714A-1B8F887925F4}"/>
          </ac:spMkLst>
        </pc:spChg>
        <pc:spChg chg="mod">
          <ac:chgData name="Mayu Ninagawa (蜷川 真優 GE)" userId="15d22be4-2d84-414d-ac66-ca09a50eae87" providerId="ADAL" clId="{2A43D1C7-C612-4547-BA11-3049DC01C97C}" dt="2026-01-29T06:53:38.748" v="6285"/>
          <ac:spMkLst>
            <pc:docMk/>
            <pc:sldMk cId="387616033" sldId="396"/>
            <ac:spMk id="853" creationId="{FE539FA6-9AC6-87F7-A9D3-6801642430A1}"/>
          </ac:spMkLst>
        </pc:spChg>
        <pc:spChg chg="mod">
          <ac:chgData name="Mayu Ninagawa (蜷川 真優 GE)" userId="15d22be4-2d84-414d-ac66-ca09a50eae87" providerId="ADAL" clId="{2A43D1C7-C612-4547-BA11-3049DC01C97C}" dt="2026-01-29T06:53:38.748" v="6285"/>
          <ac:spMkLst>
            <pc:docMk/>
            <pc:sldMk cId="387616033" sldId="396"/>
            <ac:spMk id="854" creationId="{3A1AC872-66B4-A921-A1F1-C4AB18DC77EC}"/>
          </ac:spMkLst>
        </pc:spChg>
        <pc:spChg chg="mod">
          <ac:chgData name="Mayu Ninagawa (蜷川 真優 GE)" userId="15d22be4-2d84-414d-ac66-ca09a50eae87" providerId="ADAL" clId="{2A43D1C7-C612-4547-BA11-3049DC01C97C}" dt="2026-01-29T06:53:38.748" v="6285"/>
          <ac:spMkLst>
            <pc:docMk/>
            <pc:sldMk cId="387616033" sldId="396"/>
            <ac:spMk id="855" creationId="{F370C304-E919-D586-BFE4-D0C75033DF13}"/>
          </ac:spMkLst>
        </pc:spChg>
        <pc:spChg chg="mod">
          <ac:chgData name="Mayu Ninagawa (蜷川 真優 GE)" userId="15d22be4-2d84-414d-ac66-ca09a50eae87" providerId="ADAL" clId="{2A43D1C7-C612-4547-BA11-3049DC01C97C}" dt="2026-01-29T06:53:38.748" v="6285"/>
          <ac:spMkLst>
            <pc:docMk/>
            <pc:sldMk cId="387616033" sldId="396"/>
            <ac:spMk id="856" creationId="{3AAD2993-362F-27C3-3DAA-3C7806DFD467}"/>
          </ac:spMkLst>
        </pc:spChg>
        <pc:spChg chg="mod">
          <ac:chgData name="Mayu Ninagawa (蜷川 真優 GE)" userId="15d22be4-2d84-414d-ac66-ca09a50eae87" providerId="ADAL" clId="{2A43D1C7-C612-4547-BA11-3049DC01C97C}" dt="2026-01-29T06:53:38.748" v="6285"/>
          <ac:spMkLst>
            <pc:docMk/>
            <pc:sldMk cId="387616033" sldId="396"/>
            <ac:spMk id="857" creationId="{37E2556F-BE43-0BDE-30E8-C0A150F971F1}"/>
          </ac:spMkLst>
        </pc:spChg>
        <pc:spChg chg="mod">
          <ac:chgData name="Mayu Ninagawa (蜷川 真優 GE)" userId="15d22be4-2d84-414d-ac66-ca09a50eae87" providerId="ADAL" clId="{2A43D1C7-C612-4547-BA11-3049DC01C97C}" dt="2026-01-29T06:53:38.748" v="6285"/>
          <ac:spMkLst>
            <pc:docMk/>
            <pc:sldMk cId="387616033" sldId="396"/>
            <ac:spMk id="858" creationId="{9E3CC74F-2A97-6256-1AF7-23FA1A0455A5}"/>
          </ac:spMkLst>
        </pc:spChg>
        <pc:spChg chg="mod">
          <ac:chgData name="Mayu Ninagawa (蜷川 真優 GE)" userId="15d22be4-2d84-414d-ac66-ca09a50eae87" providerId="ADAL" clId="{2A43D1C7-C612-4547-BA11-3049DC01C97C}" dt="2026-01-29T06:53:38.748" v="6285"/>
          <ac:spMkLst>
            <pc:docMk/>
            <pc:sldMk cId="387616033" sldId="396"/>
            <ac:spMk id="859" creationId="{A8437F88-A41E-4EE8-3FC4-ABEF96701A22}"/>
          </ac:spMkLst>
        </pc:spChg>
        <pc:spChg chg="mod">
          <ac:chgData name="Mayu Ninagawa (蜷川 真優 GE)" userId="15d22be4-2d84-414d-ac66-ca09a50eae87" providerId="ADAL" clId="{2A43D1C7-C612-4547-BA11-3049DC01C97C}" dt="2026-01-29T06:53:38.748" v="6285"/>
          <ac:spMkLst>
            <pc:docMk/>
            <pc:sldMk cId="387616033" sldId="396"/>
            <ac:spMk id="860" creationId="{D28B0543-6021-F7C0-88F3-F5E32B472484}"/>
          </ac:spMkLst>
        </pc:spChg>
        <pc:spChg chg="mod">
          <ac:chgData name="Mayu Ninagawa (蜷川 真優 GE)" userId="15d22be4-2d84-414d-ac66-ca09a50eae87" providerId="ADAL" clId="{2A43D1C7-C612-4547-BA11-3049DC01C97C}" dt="2026-01-29T06:53:38.748" v="6285"/>
          <ac:spMkLst>
            <pc:docMk/>
            <pc:sldMk cId="387616033" sldId="396"/>
            <ac:spMk id="861" creationId="{FCE90ECF-BEAA-DF99-BC99-78B127C0A3B6}"/>
          </ac:spMkLst>
        </pc:spChg>
        <pc:spChg chg="mod">
          <ac:chgData name="Mayu Ninagawa (蜷川 真優 GE)" userId="15d22be4-2d84-414d-ac66-ca09a50eae87" providerId="ADAL" clId="{2A43D1C7-C612-4547-BA11-3049DC01C97C}" dt="2026-01-29T06:53:38.748" v="6285"/>
          <ac:spMkLst>
            <pc:docMk/>
            <pc:sldMk cId="387616033" sldId="396"/>
            <ac:spMk id="862" creationId="{09B90310-C3A4-CCFC-412D-75E0A5609979}"/>
          </ac:spMkLst>
        </pc:spChg>
        <pc:spChg chg="mod">
          <ac:chgData name="Mayu Ninagawa (蜷川 真優 GE)" userId="15d22be4-2d84-414d-ac66-ca09a50eae87" providerId="ADAL" clId="{2A43D1C7-C612-4547-BA11-3049DC01C97C}" dt="2026-01-29T06:53:38.748" v="6285"/>
          <ac:spMkLst>
            <pc:docMk/>
            <pc:sldMk cId="387616033" sldId="396"/>
            <ac:spMk id="863" creationId="{8BC78E99-15DC-07E0-5992-99952A1E4C3E}"/>
          </ac:spMkLst>
        </pc:spChg>
        <pc:spChg chg="mod">
          <ac:chgData name="Mayu Ninagawa (蜷川 真優 GE)" userId="15d22be4-2d84-414d-ac66-ca09a50eae87" providerId="ADAL" clId="{2A43D1C7-C612-4547-BA11-3049DC01C97C}" dt="2026-01-29T06:53:38.748" v="6285"/>
          <ac:spMkLst>
            <pc:docMk/>
            <pc:sldMk cId="387616033" sldId="396"/>
            <ac:spMk id="864" creationId="{57819BC0-1F19-6C9E-DEA3-97B89E4531AD}"/>
          </ac:spMkLst>
        </pc:spChg>
        <pc:spChg chg="mod">
          <ac:chgData name="Mayu Ninagawa (蜷川 真優 GE)" userId="15d22be4-2d84-414d-ac66-ca09a50eae87" providerId="ADAL" clId="{2A43D1C7-C612-4547-BA11-3049DC01C97C}" dt="2026-01-29T06:53:38.748" v="6285"/>
          <ac:spMkLst>
            <pc:docMk/>
            <pc:sldMk cId="387616033" sldId="396"/>
            <ac:spMk id="865" creationId="{A04BFC5A-AC8E-30D3-AB49-2F4690D385F1}"/>
          </ac:spMkLst>
        </pc:spChg>
        <pc:spChg chg="mod">
          <ac:chgData name="Mayu Ninagawa (蜷川 真優 GE)" userId="15d22be4-2d84-414d-ac66-ca09a50eae87" providerId="ADAL" clId="{2A43D1C7-C612-4547-BA11-3049DC01C97C}" dt="2026-01-29T06:53:38.748" v="6285"/>
          <ac:spMkLst>
            <pc:docMk/>
            <pc:sldMk cId="387616033" sldId="396"/>
            <ac:spMk id="866" creationId="{EE98314B-A401-5736-76CA-38CF03D730F8}"/>
          </ac:spMkLst>
        </pc:spChg>
        <pc:spChg chg="mod">
          <ac:chgData name="Mayu Ninagawa (蜷川 真優 GE)" userId="15d22be4-2d84-414d-ac66-ca09a50eae87" providerId="ADAL" clId="{2A43D1C7-C612-4547-BA11-3049DC01C97C}" dt="2026-01-29T06:53:38.748" v="6285"/>
          <ac:spMkLst>
            <pc:docMk/>
            <pc:sldMk cId="387616033" sldId="396"/>
            <ac:spMk id="867" creationId="{B0C7D28F-137F-DF85-7B74-1DBF8C93824C}"/>
          </ac:spMkLst>
        </pc:spChg>
        <pc:spChg chg="mod">
          <ac:chgData name="Mayu Ninagawa (蜷川 真優 GE)" userId="15d22be4-2d84-414d-ac66-ca09a50eae87" providerId="ADAL" clId="{2A43D1C7-C612-4547-BA11-3049DC01C97C}" dt="2026-01-29T06:53:38.748" v="6285"/>
          <ac:spMkLst>
            <pc:docMk/>
            <pc:sldMk cId="387616033" sldId="396"/>
            <ac:spMk id="868" creationId="{A2CFDAC1-D0B1-2017-3B7F-104F135B5A6B}"/>
          </ac:spMkLst>
        </pc:spChg>
        <pc:spChg chg="mod">
          <ac:chgData name="Mayu Ninagawa (蜷川 真優 GE)" userId="15d22be4-2d84-414d-ac66-ca09a50eae87" providerId="ADAL" clId="{2A43D1C7-C612-4547-BA11-3049DC01C97C}" dt="2026-01-29T06:53:38.748" v="6285"/>
          <ac:spMkLst>
            <pc:docMk/>
            <pc:sldMk cId="387616033" sldId="396"/>
            <ac:spMk id="869" creationId="{9BC106EF-08C1-8756-0A25-76E4D4A5D9E2}"/>
          </ac:spMkLst>
        </pc:spChg>
        <pc:spChg chg="mod">
          <ac:chgData name="Mayu Ninagawa (蜷川 真優 GE)" userId="15d22be4-2d84-414d-ac66-ca09a50eae87" providerId="ADAL" clId="{2A43D1C7-C612-4547-BA11-3049DC01C97C}" dt="2026-01-29T06:53:38.748" v="6285"/>
          <ac:spMkLst>
            <pc:docMk/>
            <pc:sldMk cId="387616033" sldId="396"/>
            <ac:spMk id="870" creationId="{04DDC0FE-5403-C005-B90D-34040551F654}"/>
          </ac:spMkLst>
        </pc:spChg>
        <pc:spChg chg="mod">
          <ac:chgData name="Mayu Ninagawa (蜷川 真優 GE)" userId="15d22be4-2d84-414d-ac66-ca09a50eae87" providerId="ADAL" clId="{2A43D1C7-C612-4547-BA11-3049DC01C97C}" dt="2026-01-29T06:53:38.748" v="6285"/>
          <ac:spMkLst>
            <pc:docMk/>
            <pc:sldMk cId="387616033" sldId="396"/>
            <ac:spMk id="871" creationId="{9B1F48CC-BD15-5CAE-28E4-6EF954FF05AD}"/>
          </ac:spMkLst>
        </pc:spChg>
        <pc:spChg chg="mod">
          <ac:chgData name="Mayu Ninagawa (蜷川 真優 GE)" userId="15d22be4-2d84-414d-ac66-ca09a50eae87" providerId="ADAL" clId="{2A43D1C7-C612-4547-BA11-3049DC01C97C}" dt="2026-01-29T06:53:38.748" v="6285"/>
          <ac:spMkLst>
            <pc:docMk/>
            <pc:sldMk cId="387616033" sldId="396"/>
            <ac:spMk id="872" creationId="{D06E0754-9007-A3B9-0720-9B3C7508E878}"/>
          </ac:spMkLst>
        </pc:spChg>
        <pc:spChg chg="mod">
          <ac:chgData name="Mayu Ninagawa (蜷川 真優 GE)" userId="15d22be4-2d84-414d-ac66-ca09a50eae87" providerId="ADAL" clId="{2A43D1C7-C612-4547-BA11-3049DC01C97C}" dt="2026-01-29T06:53:38.748" v="6285"/>
          <ac:spMkLst>
            <pc:docMk/>
            <pc:sldMk cId="387616033" sldId="396"/>
            <ac:spMk id="873" creationId="{AE248C86-9976-BA9B-BECC-3EFB20E32192}"/>
          </ac:spMkLst>
        </pc:spChg>
        <pc:spChg chg="mod">
          <ac:chgData name="Mayu Ninagawa (蜷川 真優 GE)" userId="15d22be4-2d84-414d-ac66-ca09a50eae87" providerId="ADAL" clId="{2A43D1C7-C612-4547-BA11-3049DC01C97C}" dt="2026-01-29T06:53:38.748" v="6285"/>
          <ac:spMkLst>
            <pc:docMk/>
            <pc:sldMk cId="387616033" sldId="396"/>
            <ac:spMk id="874" creationId="{A163C9B1-2576-0A66-9BDB-94EEE69CBF0A}"/>
          </ac:spMkLst>
        </pc:spChg>
        <pc:spChg chg="mod">
          <ac:chgData name="Mayu Ninagawa (蜷川 真優 GE)" userId="15d22be4-2d84-414d-ac66-ca09a50eae87" providerId="ADAL" clId="{2A43D1C7-C612-4547-BA11-3049DC01C97C}" dt="2026-01-29T06:53:38.748" v="6285"/>
          <ac:spMkLst>
            <pc:docMk/>
            <pc:sldMk cId="387616033" sldId="396"/>
            <ac:spMk id="875" creationId="{12D0C372-FAAB-2896-3493-5B0426BAEFA7}"/>
          </ac:spMkLst>
        </pc:spChg>
        <pc:spChg chg="mod">
          <ac:chgData name="Mayu Ninagawa (蜷川 真優 GE)" userId="15d22be4-2d84-414d-ac66-ca09a50eae87" providerId="ADAL" clId="{2A43D1C7-C612-4547-BA11-3049DC01C97C}" dt="2026-01-29T06:53:38.748" v="6285"/>
          <ac:spMkLst>
            <pc:docMk/>
            <pc:sldMk cId="387616033" sldId="396"/>
            <ac:spMk id="876" creationId="{645006FA-51D2-A885-5425-4EB427B09A2A}"/>
          </ac:spMkLst>
        </pc:spChg>
        <pc:spChg chg="mod">
          <ac:chgData name="Mayu Ninagawa (蜷川 真優 GE)" userId="15d22be4-2d84-414d-ac66-ca09a50eae87" providerId="ADAL" clId="{2A43D1C7-C612-4547-BA11-3049DC01C97C}" dt="2026-01-29T06:53:38.748" v="6285"/>
          <ac:spMkLst>
            <pc:docMk/>
            <pc:sldMk cId="387616033" sldId="396"/>
            <ac:spMk id="877" creationId="{37A81C6D-31F5-D08E-042D-28B621F7628A}"/>
          </ac:spMkLst>
        </pc:spChg>
        <pc:spChg chg="mod">
          <ac:chgData name="Mayu Ninagawa (蜷川 真優 GE)" userId="15d22be4-2d84-414d-ac66-ca09a50eae87" providerId="ADAL" clId="{2A43D1C7-C612-4547-BA11-3049DC01C97C}" dt="2026-01-29T06:53:38.748" v="6285"/>
          <ac:spMkLst>
            <pc:docMk/>
            <pc:sldMk cId="387616033" sldId="396"/>
            <ac:spMk id="878" creationId="{CB5B8EF3-549F-736A-579F-DD0FD890C3AF}"/>
          </ac:spMkLst>
        </pc:spChg>
        <pc:spChg chg="mod">
          <ac:chgData name="Mayu Ninagawa (蜷川 真優 GE)" userId="15d22be4-2d84-414d-ac66-ca09a50eae87" providerId="ADAL" clId="{2A43D1C7-C612-4547-BA11-3049DC01C97C}" dt="2026-01-29T06:53:38.748" v="6285"/>
          <ac:spMkLst>
            <pc:docMk/>
            <pc:sldMk cId="387616033" sldId="396"/>
            <ac:spMk id="879" creationId="{C45C909C-2E0D-7908-1E1C-B74C41866124}"/>
          </ac:spMkLst>
        </pc:spChg>
        <pc:spChg chg="mod">
          <ac:chgData name="Mayu Ninagawa (蜷川 真優 GE)" userId="15d22be4-2d84-414d-ac66-ca09a50eae87" providerId="ADAL" clId="{2A43D1C7-C612-4547-BA11-3049DC01C97C}" dt="2026-01-29T06:53:38.748" v="6285"/>
          <ac:spMkLst>
            <pc:docMk/>
            <pc:sldMk cId="387616033" sldId="396"/>
            <ac:spMk id="880" creationId="{554F979E-3C8E-BE33-E9FA-E50F92D4C253}"/>
          </ac:spMkLst>
        </pc:spChg>
        <pc:spChg chg="mod">
          <ac:chgData name="Mayu Ninagawa (蜷川 真優 GE)" userId="15d22be4-2d84-414d-ac66-ca09a50eae87" providerId="ADAL" clId="{2A43D1C7-C612-4547-BA11-3049DC01C97C}" dt="2026-01-29T06:53:38.748" v="6285"/>
          <ac:spMkLst>
            <pc:docMk/>
            <pc:sldMk cId="387616033" sldId="396"/>
            <ac:spMk id="881" creationId="{03880B7B-49BE-BEDD-801A-BC52A49F0734}"/>
          </ac:spMkLst>
        </pc:spChg>
        <pc:spChg chg="mod">
          <ac:chgData name="Mayu Ninagawa (蜷川 真優 GE)" userId="15d22be4-2d84-414d-ac66-ca09a50eae87" providerId="ADAL" clId="{2A43D1C7-C612-4547-BA11-3049DC01C97C}" dt="2026-01-29T06:53:38.748" v="6285"/>
          <ac:spMkLst>
            <pc:docMk/>
            <pc:sldMk cId="387616033" sldId="396"/>
            <ac:spMk id="882" creationId="{B6DB4F59-442A-4410-5E6B-1EB70E0C545B}"/>
          </ac:spMkLst>
        </pc:spChg>
        <pc:spChg chg="mod">
          <ac:chgData name="Mayu Ninagawa (蜷川 真優 GE)" userId="15d22be4-2d84-414d-ac66-ca09a50eae87" providerId="ADAL" clId="{2A43D1C7-C612-4547-BA11-3049DC01C97C}" dt="2026-01-29T06:53:38.748" v="6285"/>
          <ac:spMkLst>
            <pc:docMk/>
            <pc:sldMk cId="387616033" sldId="396"/>
            <ac:spMk id="883" creationId="{DDD067AA-7C3F-E1B0-B117-4445AE046CE7}"/>
          </ac:spMkLst>
        </pc:spChg>
        <pc:spChg chg="mod">
          <ac:chgData name="Mayu Ninagawa (蜷川 真優 GE)" userId="15d22be4-2d84-414d-ac66-ca09a50eae87" providerId="ADAL" clId="{2A43D1C7-C612-4547-BA11-3049DC01C97C}" dt="2026-01-29T06:53:38.748" v="6285"/>
          <ac:spMkLst>
            <pc:docMk/>
            <pc:sldMk cId="387616033" sldId="396"/>
            <ac:spMk id="884" creationId="{A6CBAF9A-3905-7271-EC45-3A8F7C206672}"/>
          </ac:spMkLst>
        </pc:spChg>
        <pc:spChg chg="mod">
          <ac:chgData name="Mayu Ninagawa (蜷川 真優 GE)" userId="15d22be4-2d84-414d-ac66-ca09a50eae87" providerId="ADAL" clId="{2A43D1C7-C612-4547-BA11-3049DC01C97C}" dt="2026-01-29T06:53:38.748" v="6285"/>
          <ac:spMkLst>
            <pc:docMk/>
            <pc:sldMk cId="387616033" sldId="396"/>
            <ac:spMk id="885" creationId="{3A297489-2124-CB22-3BFA-2FA7066AAF15}"/>
          </ac:spMkLst>
        </pc:spChg>
        <pc:spChg chg="mod">
          <ac:chgData name="Mayu Ninagawa (蜷川 真優 GE)" userId="15d22be4-2d84-414d-ac66-ca09a50eae87" providerId="ADAL" clId="{2A43D1C7-C612-4547-BA11-3049DC01C97C}" dt="2026-01-29T06:53:38.748" v="6285"/>
          <ac:spMkLst>
            <pc:docMk/>
            <pc:sldMk cId="387616033" sldId="396"/>
            <ac:spMk id="886" creationId="{AEEB0651-0871-4A08-7AEA-F4373434B919}"/>
          </ac:spMkLst>
        </pc:spChg>
        <pc:spChg chg="mod">
          <ac:chgData name="Mayu Ninagawa (蜷川 真優 GE)" userId="15d22be4-2d84-414d-ac66-ca09a50eae87" providerId="ADAL" clId="{2A43D1C7-C612-4547-BA11-3049DC01C97C}" dt="2026-01-29T06:53:38.748" v="6285"/>
          <ac:spMkLst>
            <pc:docMk/>
            <pc:sldMk cId="387616033" sldId="396"/>
            <ac:spMk id="887" creationId="{59D83008-66EF-E5A3-1B23-AF584C497267}"/>
          </ac:spMkLst>
        </pc:spChg>
        <pc:spChg chg="mod">
          <ac:chgData name="Mayu Ninagawa (蜷川 真優 GE)" userId="15d22be4-2d84-414d-ac66-ca09a50eae87" providerId="ADAL" clId="{2A43D1C7-C612-4547-BA11-3049DC01C97C}" dt="2026-01-29T06:53:38.748" v="6285"/>
          <ac:spMkLst>
            <pc:docMk/>
            <pc:sldMk cId="387616033" sldId="396"/>
            <ac:spMk id="888" creationId="{F9AD8F0C-0A91-1791-E8BF-FFCB3D14B526}"/>
          </ac:spMkLst>
        </pc:spChg>
        <pc:spChg chg="mod">
          <ac:chgData name="Mayu Ninagawa (蜷川 真優 GE)" userId="15d22be4-2d84-414d-ac66-ca09a50eae87" providerId="ADAL" clId="{2A43D1C7-C612-4547-BA11-3049DC01C97C}" dt="2026-01-29T06:53:38.748" v="6285"/>
          <ac:spMkLst>
            <pc:docMk/>
            <pc:sldMk cId="387616033" sldId="396"/>
            <ac:spMk id="889" creationId="{22C1458C-6AF3-EE89-B6AB-25BE7F4C8EDF}"/>
          </ac:spMkLst>
        </pc:spChg>
        <pc:spChg chg="mod">
          <ac:chgData name="Mayu Ninagawa (蜷川 真優 GE)" userId="15d22be4-2d84-414d-ac66-ca09a50eae87" providerId="ADAL" clId="{2A43D1C7-C612-4547-BA11-3049DC01C97C}" dt="2026-01-29T06:53:38.748" v="6285"/>
          <ac:spMkLst>
            <pc:docMk/>
            <pc:sldMk cId="387616033" sldId="396"/>
            <ac:spMk id="890" creationId="{8E18DEE8-58FF-268D-E147-0FFF37847F4A}"/>
          </ac:spMkLst>
        </pc:spChg>
        <pc:spChg chg="mod">
          <ac:chgData name="Mayu Ninagawa (蜷川 真優 GE)" userId="15d22be4-2d84-414d-ac66-ca09a50eae87" providerId="ADAL" clId="{2A43D1C7-C612-4547-BA11-3049DC01C97C}" dt="2026-01-29T06:53:38.748" v="6285"/>
          <ac:spMkLst>
            <pc:docMk/>
            <pc:sldMk cId="387616033" sldId="396"/>
            <ac:spMk id="891" creationId="{57F64536-8550-619F-62D7-6D6F06768A02}"/>
          </ac:spMkLst>
        </pc:spChg>
        <pc:spChg chg="mod">
          <ac:chgData name="Mayu Ninagawa (蜷川 真優 GE)" userId="15d22be4-2d84-414d-ac66-ca09a50eae87" providerId="ADAL" clId="{2A43D1C7-C612-4547-BA11-3049DC01C97C}" dt="2026-01-29T06:53:38.748" v="6285"/>
          <ac:spMkLst>
            <pc:docMk/>
            <pc:sldMk cId="387616033" sldId="396"/>
            <ac:spMk id="892" creationId="{8728AC4F-1091-BD4E-1212-607FCFEBB997}"/>
          </ac:spMkLst>
        </pc:spChg>
        <pc:spChg chg="mod">
          <ac:chgData name="Mayu Ninagawa (蜷川 真優 GE)" userId="15d22be4-2d84-414d-ac66-ca09a50eae87" providerId="ADAL" clId="{2A43D1C7-C612-4547-BA11-3049DC01C97C}" dt="2026-01-29T06:53:38.748" v="6285"/>
          <ac:spMkLst>
            <pc:docMk/>
            <pc:sldMk cId="387616033" sldId="396"/>
            <ac:spMk id="893" creationId="{E3542638-BDFD-94B8-96D2-5684FF9BBBE4}"/>
          </ac:spMkLst>
        </pc:spChg>
        <pc:spChg chg="mod">
          <ac:chgData name="Mayu Ninagawa (蜷川 真優 GE)" userId="15d22be4-2d84-414d-ac66-ca09a50eae87" providerId="ADAL" clId="{2A43D1C7-C612-4547-BA11-3049DC01C97C}" dt="2026-01-29T06:53:38.748" v="6285"/>
          <ac:spMkLst>
            <pc:docMk/>
            <pc:sldMk cId="387616033" sldId="396"/>
            <ac:spMk id="894" creationId="{9219F064-D40D-B782-BEC7-1DBA929A6B61}"/>
          </ac:spMkLst>
        </pc:spChg>
        <pc:spChg chg="mod">
          <ac:chgData name="Mayu Ninagawa (蜷川 真優 GE)" userId="15d22be4-2d84-414d-ac66-ca09a50eae87" providerId="ADAL" clId="{2A43D1C7-C612-4547-BA11-3049DC01C97C}" dt="2026-01-29T06:53:38.748" v="6285"/>
          <ac:spMkLst>
            <pc:docMk/>
            <pc:sldMk cId="387616033" sldId="396"/>
            <ac:spMk id="895" creationId="{080AFDB4-EC54-CD34-8130-842C1751AC81}"/>
          </ac:spMkLst>
        </pc:spChg>
        <pc:spChg chg="mod">
          <ac:chgData name="Mayu Ninagawa (蜷川 真優 GE)" userId="15d22be4-2d84-414d-ac66-ca09a50eae87" providerId="ADAL" clId="{2A43D1C7-C612-4547-BA11-3049DC01C97C}" dt="2026-01-29T06:53:38.748" v="6285"/>
          <ac:spMkLst>
            <pc:docMk/>
            <pc:sldMk cId="387616033" sldId="396"/>
            <ac:spMk id="896" creationId="{6077BF6A-8BF4-0004-E5CB-CA34568323E7}"/>
          </ac:spMkLst>
        </pc:spChg>
        <pc:spChg chg="mod">
          <ac:chgData name="Mayu Ninagawa (蜷川 真優 GE)" userId="15d22be4-2d84-414d-ac66-ca09a50eae87" providerId="ADAL" clId="{2A43D1C7-C612-4547-BA11-3049DC01C97C}" dt="2026-01-29T06:53:38.748" v="6285"/>
          <ac:spMkLst>
            <pc:docMk/>
            <pc:sldMk cId="387616033" sldId="396"/>
            <ac:spMk id="897" creationId="{3DBCDAF9-D918-ADE6-550D-78BCC3256646}"/>
          </ac:spMkLst>
        </pc:spChg>
        <pc:spChg chg="mod">
          <ac:chgData name="Mayu Ninagawa (蜷川 真優 GE)" userId="15d22be4-2d84-414d-ac66-ca09a50eae87" providerId="ADAL" clId="{2A43D1C7-C612-4547-BA11-3049DC01C97C}" dt="2026-01-29T06:53:38.748" v="6285"/>
          <ac:spMkLst>
            <pc:docMk/>
            <pc:sldMk cId="387616033" sldId="396"/>
            <ac:spMk id="898" creationId="{7F8690A1-7C09-AD9F-BCD8-B48207B88C27}"/>
          </ac:spMkLst>
        </pc:spChg>
        <pc:spChg chg="mod">
          <ac:chgData name="Mayu Ninagawa (蜷川 真優 GE)" userId="15d22be4-2d84-414d-ac66-ca09a50eae87" providerId="ADAL" clId="{2A43D1C7-C612-4547-BA11-3049DC01C97C}" dt="2026-01-29T06:53:38.748" v="6285"/>
          <ac:spMkLst>
            <pc:docMk/>
            <pc:sldMk cId="387616033" sldId="396"/>
            <ac:spMk id="899" creationId="{2A5D4E33-01DC-2002-42EB-76A9E65DDDF8}"/>
          </ac:spMkLst>
        </pc:spChg>
        <pc:spChg chg="mod">
          <ac:chgData name="Mayu Ninagawa (蜷川 真優 GE)" userId="15d22be4-2d84-414d-ac66-ca09a50eae87" providerId="ADAL" clId="{2A43D1C7-C612-4547-BA11-3049DC01C97C}" dt="2026-01-29T06:53:38.748" v="6285"/>
          <ac:spMkLst>
            <pc:docMk/>
            <pc:sldMk cId="387616033" sldId="396"/>
            <ac:spMk id="900" creationId="{E77E2C0E-63FE-3DBF-7035-BC8AA40963FD}"/>
          </ac:spMkLst>
        </pc:spChg>
        <pc:spChg chg="mod">
          <ac:chgData name="Mayu Ninagawa (蜷川 真優 GE)" userId="15d22be4-2d84-414d-ac66-ca09a50eae87" providerId="ADAL" clId="{2A43D1C7-C612-4547-BA11-3049DC01C97C}" dt="2026-01-29T06:53:38.748" v="6285"/>
          <ac:spMkLst>
            <pc:docMk/>
            <pc:sldMk cId="387616033" sldId="396"/>
            <ac:spMk id="901" creationId="{ECC9C338-4620-A805-E215-355DCBBB56A4}"/>
          </ac:spMkLst>
        </pc:spChg>
        <pc:spChg chg="mod">
          <ac:chgData name="Mayu Ninagawa (蜷川 真優 GE)" userId="15d22be4-2d84-414d-ac66-ca09a50eae87" providerId="ADAL" clId="{2A43D1C7-C612-4547-BA11-3049DC01C97C}" dt="2026-01-29T06:53:38.748" v="6285"/>
          <ac:spMkLst>
            <pc:docMk/>
            <pc:sldMk cId="387616033" sldId="396"/>
            <ac:spMk id="902" creationId="{18CAA93E-6EEF-71DD-7D18-DAC072A9BF14}"/>
          </ac:spMkLst>
        </pc:spChg>
        <pc:spChg chg="mod">
          <ac:chgData name="Mayu Ninagawa (蜷川 真優 GE)" userId="15d22be4-2d84-414d-ac66-ca09a50eae87" providerId="ADAL" clId="{2A43D1C7-C612-4547-BA11-3049DC01C97C}" dt="2026-01-29T06:53:38.748" v="6285"/>
          <ac:spMkLst>
            <pc:docMk/>
            <pc:sldMk cId="387616033" sldId="396"/>
            <ac:spMk id="903" creationId="{655239E5-FA8A-58D6-D685-44F8F3C80C33}"/>
          </ac:spMkLst>
        </pc:spChg>
        <pc:spChg chg="mod">
          <ac:chgData name="Mayu Ninagawa (蜷川 真優 GE)" userId="15d22be4-2d84-414d-ac66-ca09a50eae87" providerId="ADAL" clId="{2A43D1C7-C612-4547-BA11-3049DC01C97C}" dt="2026-01-29T06:53:38.748" v="6285"/>
          <ac:spMkLst>
            <pc:docMk/>
            <pc:sldMk cId="387616033" sldId="396"/>
            <ac:spMk id="904" creationId="{628205DA-534A-64ED-855A-8774C97540C3}"/>
          </ac:spMkLst>
        </pc:spChg>
        <pc:spChg chg="mod">
          <ac:chgData name="Mayu Ninagawa (蜷川 真優 GE)" userId="15d22be4-2d84-414d-ac66-ca09a50eae87" providerId="ADAL" clId="{2A43D1C7-C612-4547-BA11-3049DC01C97C}" dt="2026-01-29T06:53:38.748" v="6285"/>
          <ac:spMkLst>
            <pc:docMk/>
            <pc:sldMk cId="387616033" sldId="396"/>
            <ac:spMk id="905" creationId="{1B3905AF-C914-AAFA-5D30-EFBC2901A07C}"/>
          </ac:spMkLst>
        </pc:spChg>
        <pc:spChg chg="mod">
          <ac:chgData name="Mayu Ninagawa (蜷川 真優 GE)" userId="15d22be4-2d84-414d-ac66-ca09a50eae87" providerId="ADAL" clId="{2A43D1C7-C612-4547-BA11-3049DC01C97C}" dt="2026-01-29T06:53:38.748" v="6285"/>
          <ac:spMkLst>
            <pc:docMk/>
            <pc:sldMk cId="387616033" sldId="396"/>
            <ac:spMk id="906" creationId="{799F27B2-ABCF-CEBE-29FB-199507D4ECAB}"/>
          </ac:spMkLst>
        </pc:spChg>
        <pc:spChg chg="mod">
          <ac:chgData name="Mayu Ninagawa (蜷川 真優 GE)" userId="15d22be4-2d84-414d-ac66-ca09a50eae87" providerId="ADAL" clId="{2A43D1C7-C612-4547-BA11-3049DC01C97C}" dt="2026-01-29T06:53:38.748" v="6285"/>
          <ac:spMkLst>
            <pc:docMk/>
            <pc:sldMk cId="387616033" sldId="396"/>
            <ac:spMk id="910" creationId="{AF94CE15-D949-D004-9015-4F03E351BA97}"/>
          </ac:spMkLst>
        </pc:spChg>
        <pc:spChg chg="mod">
          <ac:chgData name="Mayu Ninagawa (蜷川 真優 GE)" userId="15d22be4-2d84-414d-ac66-ca09a50eae87" providerId="ADAL" clId="{2A43D1C7-C612-4547-BA11-3049DC01C97C}" dt="2026-01-29T06:53:38.748" v="6285"/>
          <ac:spMkLst>
            <pc:docMk/>
            <pc:sldMk cId="387616033" sldId="396"/>
            <ac:spMk id="911" creationId="{125FB851-4BBB-9DCD-E580-904DEBBB4FB9}"/>
          </ac:spMkLst>
        </pc:spChg>
        <pc:spChg chg="mod">
          <ac:chgData name="Mayu Ninagawa (蜷川 真優 GE)" userId="15d22be4-2d84-414d-ac66-ca09a50eae87" providerId="ADAL" clId="{2A43D1C7-C612-4547-BA11-3049DC01C97C}" dt="2026-01-29T06:53:38.748" v="6285"/>
          <ac:spMkLst>
            <pc:docMk/>
            <pc:sldMk cId="387616033" sldId="396"/>
            <ac:spMk id="912" creationId="{0F13BBD4-6BED-7317-032F-C08ED1061ADC}"/>
          </ac:spMkLst>
        </pc:spChg>
        <pc:spChg chg="mod">
          <ac:chgData name="Mayu Ninagawa (蜷川 真優 GE)" userId="15d22be4-2d84-414d-ac66-ca09a50eae87" providerId="ADAL" clId="{2A43D1C7-C612-4547-BA11-3049DC01C97C}" dt="2026-01-29T06:53:38.748" v="6285"/>
          <ac:spMkLst>
            <pc:docMk/>
            <pc:sldMk cId="387616033" sldId="396"/>
            <ac:spMk id="913" creationId="{54666FBA-9AF1-0C70-395C-D3CA436D7447}"/>
          </ac:spMkLst>
        </pc:spChg>
        <pc:spChg chg="mod">
          <ac:chgData name="Mayu Ninagawa (蜷川 真優 GE)" userId="15d22be4-2d84-414d-ac66-ca09a50eae87" providerId="ADAL" clId="{2A43D1C7-C612-4547-BA11-3049DC01C97C}" dt="2026-01-29T06:53:38.748" v="6285"/>
          <ac:spMkLst>
            <pc:docMk/>
            <pc:sldMk cId="387616033" sldId="396"/>
            <ac:spMk id="914" creationId="{D33AD6CE-FC38-4C92-8A8A-7AEC294A14A1}"/>
          </ac:spMkLst>
        </pc:spChg>
        <pc:spChg chg="mod">
          <ac:chgData name="Mayu Ninagawa (蜷川 真優 GE)" userId="15d22be4-2d84-414d-ac66-ca09a50eae87" providerId="ADAL" clId="{2A43D1C7-C612-4547-BA11-3049DC01C97C}" dt="2026-01-29T06:53:38.748" v="6285"/>
          <ac:spMkLst>
            <pc:docMk/>
            <pc:sldMk cId="387616033" sldId="396"/>
            <ac:spMk id="915" creationId="{74D051E4-3082-5FF9-5094-E66FBDCF9558}"/>
          </ac:spMkLst>
        </pc:spChg>
        <pc:spChg chg="mod">
          <ac:chgData name="Mayu Ninagawa (蜷川 真優 GE)" userId="15d22be4-2d84-414d-ac66-ca09a50eae87" providerId="ADAL" clId="{2A43D1C7-C612-4547-BA11-3049DC01C97C}" dt="2026-01-29T06:53:38.748" v="6285"/>
          <ac:spMkLst>
            <pc:docMk/>
            <pc:sldMk cId="387616033" sldId="396"/>
            <ac:spMk id="916" creationId="{119D1196-9017-ADE1-E011-ABCD226461DE}"/>
          </ac:spMkLst>
        </pc:spChg>
        <pc:spChg chg="mod">
          <ac:chgData name="Mayu Ninagawa (蜷川 真優 GE)" userId="15d22be4-2d84-414d-ac66-ca09a50eae87" providerId="ADAL" clId="{2A43D1C7-C612-4547-BA11-3049DC01C97C}" dt="2026-01-29T06:53:38.748" v="6285"/>
          <ac:spMkLst>
            <pc:docMk/>
            <pc:sldMk cId="387616033" sldId="396"/>
            <ac:spMk id="917" creationId="{97010718-3FF4-E654-1A47-061C355AF7EA}"/>
          </ac:spMkLst>
        </pc:spChg>
        <pc:spChg chg="mod">
          <ac:chgData name="Mayu Ninagawa (蜷川 真優 GE)" userId="15d22be4-2d84-414d-ac66-ca09a50eae87" providerId="ADAL" clId="{2A43D1C7-C612-4547-BA11-3049DC01C97C}" dt="2026-01-29T06:53:38.748" v="6285"/>
          <ac:spMkLst>
            <pc:docMk/>
            <pc:sldMk cId="387616033" sldId="396"/>
            <ac:spMk id="918" creationId="{6144578E-4C49-19CD-9654-498DEA5562D1}"/>
          </ac:spMkLst>
        </pc:spChg>
        <pc:spChg chg="mod">
          <ac:chgData name="Mayu Ninagawa (蜷川 真優 GE)" userId="15d22be4-2d84-414d-ac66-ca09a50eae87" providerId="ADAL" clId="{2A43D1C7-C612-4547-BA11-3049DC01C97C}" dt="2026-01-29T06:53:38.748" v="6285"/>
          <ac:spMkLst>
            <pc:docMk/>
            <pc:sldMk cId="387616033" sldId="396"/>
            <ac:spMk id="919" creationId="{885C897D-0303-AB3A-E86A-4CEAF92D3C18}"/>
          </ac:spMkLst>
        </pc:spChg>
        <pc:spChg chg="mod">
          <ac:chgData name="Mayu Ninagawa (蜷川 真優 GE)" userId="15d22be4-2d84-414d-ac66-ca09a50eae87" providerId="ADAL" clId="{2A43D1C7-C612-4547-BA11-3049DC01C97C}" dt="2026-01-29T06:57:10.400" v="6347"/>
          <ac:spMkLst>
            <pc:docMk/>
            <pc:sldMk cId="387616033" sldId="396"/>
            <ac:spMk id="926" creationId="{3D0048D8-3973-5FAA-2EE9-1A36790DCEF7}"/>
          </ac:spMkLst>
        </pc:spChg>
        <pc:spChg chg="mod">
          <ac:chgData name="Mayu Ninagawa (蜷川 真優 GE)" userId="15d22be4-2d84-414d-ac66-ca09a50eae87" providerId="ADAL" clId="{2A43D1C7-C612-4547-BA11-3049DC01C97C}" dt="2026-01-29T06:57:10.400" v="6347"/>
          <ac:spMkLst>
            <pc:docMk/>
            <pc:sldMk cId="387616033" sldId="396"/>
            <ac:spMk id="927" creationId="{EB305F61-4508-7288-9810-A9277B29CA40}"/>
          </ac:spMkLst>
        </pc:spChg>
        <pc:spChg chg="mod">
          <ac:chgData name="Mayu Ninagawa (蜷川 真優 GE)" userId="15d22be4-2d84-414d-ac66-ca09a50eae87" providerId="ADAL" clId="{2A43D1C7-C612-4547-BA11-3049DC01C97C}" dt="2026-01-29T06:57:10.400" v="6347"/>
          <ac:spMkLst>
            <pc:docMk/>
            <pc:sldMk cId="387616033" sldId="396"/>
            <ac:spMk id="928" creationId="{E0C0E0C5-702F-EE14-0CB3-B4A1EC9DC6A0}"/>
          </ac:spMkLst>
        </pc:spChg>
        <pc:spChg chg="mod">
          <ac:chgData name="Mayu Ninagawa (蜷川 真優 GE)" userId="15d22be4-2d84-414d-ac66-ca09a50eae87" providerId="ADAL" clId="{2A43D1C7-C612-4547-BA11-3049DC01C97C}" dt="2026-01-29T06:57:10.400" v="6347"/>
          <ac:spMkLst>
            <pc:docMk/>
            <pc:sldMk cId="387616033" sldId="396"/>
            <ac:spMk id="929" creationId="{B3217C4A-DD07-AED0-81EA-302D68D643C3}"/>
          </ac:spMkLst>
        </pc:spChg>
        <pc:spChg chg="mod">
          <ac:chgData name="Mayu Ninagawa (蜷川 真優 GE)" userId="15d22be4-2d84-414d-ac66-ca09a50eae87" providerId="ADAL" clId="{2A43D1C7-C612-4547-BA11-3049DC01C97C}" dt="2026-01-29T06:57:10.400" v="6347"/>
          <ac:spMkLst>
            <pc:docMk/>
            <pc:sldMk cId="387616033" sldId="396"/>
            <ac:spMk id="930" creationId="{4C1AAD64-47AA-2444-B9C2-79E83B586215}"/>
          </ac:spMkLst>
        </pc:spChg>
        <pc:spChg chg="mod">
          <ac:chgData name="Mayu Ninagawa (蜷川 真優 GE)" userId="15d22be4-2d84-414d-ac66-ca09a50eae87" providerId="ADAL" clId="{2A43D1C7-C612-4547-BA11-3049DC01C97C}" dt="2026-01-29T06:57:10.400" v="6347"/>
          <ac:spMkLst>
            <pc:docMk/>
            <pc:sldMk cId="387616033" sldId="396"/>
            <ac:spMk id="931" creationId="{38EAA7ED-6BB6-DAF8-7B30-7CD5AA1A04D8}"/>
          </ac:spMkLst>
        </pc:spChg>
        <pc:spChg chg="mod">
          <ac:chgData name="Mayu Ninagawa (蜷川 真優 GE)" userId="15d22be4-2d84-414d-ac66-ca09a50eae87" providerId="ADAL" clId="{2A43D1C7-C612-4547-BA11-3049DC01C97C}" dt="2026-01-29T06:57:10.400" v="6347"/>
          <ac:spMkLst>
            <pc:docMk/>
            <pc:sldMk cId="387616033" sldId="396"/>
            <ac:spMk id="932" creationId="{0B30DE21-B4B8-F557-8C8B-37042849CC2A}"/>
          </ac:spMkLst>
        </pc:spChg>
        <pc:spChg chg="mod">
          <ac:chgData name="Mayu Ninagawa (蜷川 真優 GE)" userId="15d22be4-2d84-414d-ac66-ca09a50eae87" providerId="ADAL" clId="{2A43D1C7-C612-4547-BA11-3049DC01C97C}" dt="2026-01-29T06:57:10.400" v="6347"/>
          <ac:spMkLst>
            <pc:docMk/>
            <pc:sldMk cId="387616033" sldId="396"/>
            <ac:spMk id="933" creationId="{124BEE14-080C-8120-C751-A77099EB044B}"/>
          </ac:spMkLst>
        </pc:spChg>
        <pc:spChg chg="mod">
          <ac:chgData name="Mayu Ninagawa (蜷川 真優 GE)" userId="15d22be4-2d84-414d-ac66-ca09a50eae87" providerId="ADAL" clId="{2A43D1C7-C612-4547-BA11-3049DC01C97C}" dt="2026-01-29T06:57:10.400" v="6347"/>
          <ac:spMkLst>
            <pc:docMk/>
            <pc:sldMk cId="387616033" sldId="396"/>
            <ac:spMk id="934" creationId="{317FCB86-81A5-C51F-0D28-919BB83435C6}"/>
          </ac:spMkLst>
        </pc:spChg>
        <pc:spChg chg="mod">
          <ac:chgData name="Mayu Ninagawa (蜷川 真優 GE)" userId="15d22be4-2d84-414d-ac66-ca09a50eae87" providerId="ADAL" clId="{2A43D1C7-C612-4547-BA11-3049DC01C97C}" dt="2026-01-29T06:57:10.400" v="6347"/>
          <ac:spMkLst>
            <pc:docMk/>
            <pc:sldMk cId="387616033" sldId="396"/>
            <ac:spMk id="935" creationId="{AEDCB953-7C63-276B-F18C-7CD7B9B0691E}"/>
          </ac:spMkLst>
        </pc:spChg>
        <pc:spChg chg="mod">
          <ac:chgData name="Mayu Ninagawa (蜷川 真優 GE)" userId="15d22be4-2d84-414d-ac66-ca09a50eae87" providerId="ADAL" clId="{2A43D1C7-C612-4547-BA11-3049DC01C97C}" dt="2026-01-29T06:57:10.400" v="6347"/>
          <ac:spMkLst>
            <pc:docMk/>
            <pc:sldMk cId="387616033" sldId="396"/>
            <ac:spMk id="936" creationId="{08BB8E9C-38B6-143D-B3FD-B58D3897DD46}"/>
          </ac:spMkLst>
        </pc:spChg>
        <pc:spChg chg="mod">
          <ac:chgData name="Mayu Ninagawa (蜷川 真優 GE)" userId="15d22be4-2d84-414d-ac66-ca09a50eae87" providerId="ADAL" clId="{2A43D1C7-C612-4547-BA11-3049DC01C97C}" dt="2026-01-29T06:57:10.400" v="6347"/>
          <ac:spMkLst>
            <pc:docMk/>
            <pc:sldMk cId="387616033" sldId="396"/>
            <ac:spMk id="937" creationId="{34BB64E0-9C55-B49D-542B-D3B99B469830}"/>
          </ac:spMkLst>
        </pc:spChg>
        <pc:spChg chg="mod">
          <ac:chgData name="Mayu Ninagawa (蜷川 真優 GE)" userId="15d22be4-2d84-414d-ac66-ca09a50eae87" providerId="ADAL" clId="{2A43D1C7-C612-4547-BA11-3049DC01C97C}" dt="2026-01-29T06:57:10.400" v="6347"/>
          <ac:spMkLst>
            <pc:docMk/>
            <pc:sldMk cId="387616033" sldId="396"/>
            <ac:spMk id="938" creationId="{CD717D43-9FAF-EB73-D24B-C6CD35E370A4}"/>
          </ac:spMkLst>
        </pc:spChg>
        <pc:spChg chg="mod">
          <ac:chgData name="Mayu Ninagawa (蜷川 真優 GE)" userId="15d22be4-2d84-414d-ac66-ca09a50eae87" providerId="ADAL" clId="{2A43D1C7-C612-4547-BA11-3049DC01C97C}" dt="2026-01-29T06:57:10.400" v="6347"/>
          <ac:spMkLst>
            <pc:docMk/>
            <pc:sldMk cId="387616033" sldId="396"/>
            <ac:spMk id="939" creationId="{21BC41B5-6AD7-C4F8-0527-D18AFD718B93}"/>
          </ac:spMkLst>
        </pc:spChg>
        <pc:spChg chg="mod">
          <ac:chgData name="Mayu Ninagawa (蜷川 真優 GE)" userId="15d22be4-2d84-414d-ac66-ca09a50eae87" providerId="ADAL" clId="{2A43D1C7-C612-4547-BA11-3049DC01C97C}" dt="2026-01-29T06:57:10.400" v="6347"/>
          <ac:spMkLst>
            <pc:docMk/>
            <pc:sldMk cId="387616033" sldId="396"/>
            <ac:spMk id="940" creationId="{DD2BA9D7-C099-E8A4-A92A-AB1BEB2F4BF8}"/>
          </ac:spMkLst>
        </pc:spChg>
        <pc:spChg chg="mod">
          <ac:chgData name="Mayu Ninagawa (蜷川 真優 GE)" userId="15d22be4-2d84-414d-ac66-ca09a50eae87" providerId="ADAL" clId="{2A43D1C7-C612-4547-BA11-3049DC01C97C}" dt="2026-01-29T06:57:10.400" v="6347"/>
          <ac:spMkLst>
            <pc:docMk/>
            <pc:sldMk cId="387616033" sldId="396"/>
            <ac:spMk id="941" creationId="{9D1ACEDB-E8CB-250C-6280-69DE3C3CD9E4}"/>
          </ac:spMkLst>
        </pc:spChg>
        <pc:spChg chg="mod">
          <ac:chgData name="Mayu Ninagawa (蜷川 真優 GE)" userId="15d22be4-2d84-414d-ac66-ca09a50eae87" providerId="ADAL" clId="{2A43D1C7-C612-4547-BA11-3049DC01C97C}" dt="2026-01-29T06:57:10.400" v="6347"/>
          <ac:spMkLst>
            <pc:docMk/>
            <pc:sldMk cId="387616033" sldId="396"/>
            <ac:spMk id="942" creationId="{ED067ED6-A506-CCF5-BB05-0F01E3B81224}"/>
          </ac:spMkLst>
        </pc:spChg>
        <pc:spChg chg="mod">
          <ac:chgData name="Mayu Ninagawa (蜷川 真優 GE)" userId="15d22be4-2d84-414d-ac66-ca09a50eae87" providerId="ADAL" clId="{2A43D1C7-C612-4547-BA11-3049DC01C97C}" dt="2026-01-29T06:57:10.400" v="6347"/>
          <ac:spMkLst>
            <pc:docMk/>
            <pc:sldMk cId="387616033" sldId="396"/>
            <ac:spMk id="943" creationId="{445B9C6C-153B-4AE3-1FBA-182FC457DBF7}"/>
          </ac:spMkLst>
        </pc:spChg>
        <pc:spChg chg="mod">
          <ac:chgData name="Mayu Ninagawa (蜷川 真優 GE)" userId="15d22be4-2d84-414d-ac66-ca09a50eae87" providerId="ADAL" clId="{2A43D1C7-C612-4547-BA11-3049DC01C97C}" dt="2026-01-29T06:57:10.400" v="6347"/>
          <ac:spMkLst>
            <pc:docMk/>
            <pc:sldMk cId="387616033" sldId="396"/>
            <ac:spMk id="944" creationId="{4D8A39B4-3475-C8A4-23B1-9F2DD37D79AD}"/>
          </ac:spMkLst>
        </pc:spChg>
        <pc:spChg chg="mod">
          <ac:chgData name="Mayu Ninagawa (蜷川 真優 GE)" userId="15d22be4-2d84-414d-ac66-ca09a50eae87" providerId="ADAL" clId="{2A43D1C7-C612-4547-BA11-3049DC01C97C}" dt="2026-01-29T06:57:10.400" v="6347"/>
          <ac:spMkLst>
            <pc:docMk/>
            <pc:sldMk cId="387616033" sldId="396"/>
            <ac:spMk id="945" creationId="{5FCDF628-F7C3-E56D-F490-D79E84C3FD5C}"/>
          </ac:spMkLst>
        </pc:spChg>
        <pc:spChg chg="mod">
          <ac:chgData name="Mayu Ninagawa (蜷川 真優 GE)" userId="15d22be4-2d84-414d-ac66-ca09a50eae87" providerId="ADAL" clId="{2A43D1C7-C612-4547-BA11-3049DC01C97C}" dt="2026-01-29T06:57:10.400" v="6347"/>
          <ac:spMkLst>
            <pc:docMk/>
            <pc:sldMk cId="387616033" sldId="396"/>
            <ac:spMk id="946" creationId="{D0A00C48-9395-72AF-DB1B-1914D058A8E3}"/>
          </ac:spMkLst>
        </pc:spChg>
        <pc:spChg chg="add del mod">
          <ac:chgData name="Mayu Ninagawa (蜷川 真優 GE)" userId="15d22be4-2d84-414d-ac66-ca09a50eae87" providerId="ADAL" clId="{2A43D1C7-C612-4547-BA11-3049DC01C97C}" dt="2026-01-29T07:13:20.781" v="6380"/>
          <ac:spMkLst>
            <pc:docMk/>
            <pc:sldMk cId="387616033" sldId="396"/>
            <ac:spMk id="948" creationId="{3963402C-A608-0449-4DE3-81AF0A4BCE20}"/>
          </ac:spMkLst>
        </pc:spChg>
        <pc:spChg chg="add del mod">
          <ac:chgData name="Mayu Ninagawa (蜷川 真優 GE)" userId="15d22be4-2d84-414d-ac66-ca09a50eae87" providerId="ADAL" clId="{2A43D1C7-C612-4547-BA11-3049DC01C97C}" dt="2026-01-29T07:13:20.781" v="6380"/>
          <ac:spMkLst>
            <pc:docMk/>
            <pc:sldMk cId="387616033" sldId="396"/>
            <ac:spMk id="949" creationId="{FE101F02-F0C7-2D49-83F2-5D61D7016132}"/>
          </ac:spMkLst>
        </pc:spChg>
        <pc:spChg chg="add del mod">
          <ac:chgData name="Mayu Ninagawa (蜷川 真優 GE)" userId="15d22be4-2d84-414d-ac66-ca09a50eae87" providerId="ADAL" clId="{2A43D1C7-C612-4547-BA11-3049DC01C97C}" dt="2026-01-29T07:13:20.781" v="6380"/>
          <ac:spMkLst>
            <pc:docMk/>
            <pc:sldMk cId="387616033" sldId="396"/>
            <ac:spMk id="950" creationId="{0021953C-3EB2-325E-E6A7-D7E3DC43652D}"/>
          </ac:spMkLst>
        </pc:spChg>
        <pc:spChg chg="add del mod">
          <ac:chgData name="Mayu Ninagawa (蜷川 真優 GE)" userId="15d22be4-2d84-414d-ac66-ca09a50eae87" providerId="ADAL" clId="{2A43D1C7-C612-4547-BA11-3049DC01C97C}" dt="2026-01-29T07:13:20.781" v="6380"/>
          <ac:spMkLst>
            <pc:docMk/>
            <pc:sldMk cId="387616033" sldId="396"/>
            <ac:spMk id="951" creationId="{05CDF039-E42A-8DCD-B340-D88C0F807EF5}"/>
          </ac:spMkLst>
        </pc:spChg>
        <pc:spChg chg="add del mod">
          <ac:chgData name="Mayu Ninagawa (蜷川 真優 GE)" userId="15d22be4-2d84-414d-ac66-ca09a50eae87" providerId="ADAL" clId="{2A43D1C7-C612-4547-BA11-3049DC01C97C}" dt="2026-01-29T07:13:20.781" v="6380"/>
          <ac:spMkLst>
            <pc:docMk/>
            <pc:sldMk cId="387616033" sldId="396"/>
            <ac:spMk id="952" creationId="{DBE78204-028B-F8B4-2179-CFA6AFCA3C84}"/>
          </ac:spMkLst>
        </pc:spChg>
        <pc:spChg chg="add del mod">
          <ac:chgData name="Mayu Ninagawa (蜷川 真優 GE)" userId="15d22be4-2d84-414d-ac66-ca09a50eae87" providerId="ADAL" clId="{2A43D1C7-C612-4547-BA11-3049DC01C97C}" dt="2026-01-29T07:13:20.781" v="6380"/>
          <ac:spMkLst>
            <pc:docMk/>
            <pc:sldMk cId="387616033" sldId="396"/>
            <ac:spMk id="953" creationId="{3AEB5FE2-04C5-37C9-669F-841B097FDAC7}"/>
          </ac:spMkLst>
        </pc:spChg>
        <pc:spChg chg="add mod">
          <ac:chgData name="Mayu Ninagawa (蜷川 真優 GE)" userId="15d22be4-2d84-414d-ac66-ca09a50eae87" providerId="ADAL" clId="{2A43D1C7-C612-4547-BA11-3049DC01C97C}" dt="2026-01-29T09:01:29.727" v="7075" actId="1076"/>
          <ac:spMkLst>
            <pc:docMk/>
            <pc:sldMk cId="387616033" sldId="396"/>
            <ac:spMk id="955" creationId="{35A39F34-1BF3-402F-BA92-D4658DD65420}"/>
          </ac:spMkLst>
        </pc:spChg>
        <pc:spChg chg="add mod">
          <ac:chgData name="Mayu Ninagawa (蜷川 真優 GE)" userId="15d22be4-2d84-414d-ac66-ca09a50eae87" providerId="ADAL" clId="{2A43D1C7-C612-4547-BA11-3049DC01C97C}" dt="2026-01-29T07:16:39.639" v="6445" actId="1076"/>
          <ac:spMkLst>
            <pc:docMk/>
            <pc:sldMk cId="387616033" sldId="396"/>
            <ac:spMk id="956" creationId="{39B23F83-438B-B0ED-3AAE-CB632961B42F}"/>
          </ac:spMkLst>
        </pc:spChg>
        <pc:spChg chg="add mod">
          <ac:chgData name="Mayu Ninagawa (蜷川 真優 GE)" userId="15d22be4-2d84-414d-ac66-ca09a50eae87" providerId="ADAL" clId="{2A43D1C7-C612-4547-BA11-3049DC01C97C}" dt="2026-01-29T07:16:39.639" v="6445" actId="1076"/>
          <ac:spMkLst>
            <pc:docMk/>
            <pc:sldMk cId="387616033" sldId="396"/>
            <ac:spMk id="957" creationId="{76E96B35-FAF9-59CA-F912-1AD9FCDD0B0C}"/>
          </ac:spMkLst>
        </pc:spChg>
        <pc:spChg chg="mod">
          <ac:chgData name="Mayu Ninagawa (蜷川 真優 GE)" userId="15d22be4-2d84-414d-ac66-ca09a50eae87" providerId="ADAL" clId="{2A43D1C7-C612-4547-BA11-3049DC01C97C}" dt="2026-01-29T07:16:43.283" v="6446"/>
          <ac:spMkLst>
            <pc:docMk/>
            <pc:sldMk cId="387616033" sldId="396"/>
            <ac:spMk id="960" creationId="{49F09BDD-E6CE-3541-FD2B-8C8D1481C8A7}"/>
          </ac:spMkLst>
        </pc:spChg>
        <pc:spChg chg="mod">
          <ac:chgData name="Mayu Ninagawa (蜷川 真優 GE)" userId="15d22be4-2d84-414d-ac66-ca09a50eae87" providerId="ADAL" clId="{2A43D1C7-C612-4547-BA11-3049DC01C97C}" dt="2026-01-29T07:16:43.283" v="6446"/>
          <ac:spMkLst>
            <pc:docMk/>
            <pc:sldMk cId="387616033" sldId="396"/>
            <ac:spMk id="961" creationId="{81AC5D18-476E-7F11-088D-C720F054402F}"/>
          </ac:spMkLst>
        </pc:spChg>
        <pc:spChg chg="mod">
          <ac:chgData name="Mayu Ninagawa (蜷川 真優 GE)" userId="15d22be4-2d84-414d-ac66-ca09a50eae87" providerId="ADAL" clId="{2A43D1C7-C612-4547-BA11-3049DC01C97C}" dt="2026-01-29T07:16:43.283" v="6446"/>
          <ac:spMkLst>
            <pc:docMk/>
            <pc:sldMk cId="387616033" sldId="396"/>
            <ac:spMk id="962" creationId="{02CDBEF1-C595-5917-9B3E-DCB0F52509EE}"/>
          </ac:spMkLst>
        </pc:spChg>
        <pc:spChg chg="mod">
          <ac:chgData name="Mayu Ninagawa (蜷川 真優 GE)" userId="15d22be4-2d84-414d-ac66-ca09a50eae87" providerId="ADAL" clId="{2A43D1C7-C612-4547-BA11-3049DC01C97C}" dt="2026-01-29T07:16:43.283" v="6446"/>
          <ac:spMkLst>
            <pc:docMk/>
            <pc:sldMk cId="387616033" sldId="396"/>
            <ac:spMk id="963" creationId="{0F03F042-7854-3BCC-6A51-BDB1ABC923FC}"/>
          </ac:spMkLst>
        </pc:spChg>
        <pc:spChg chg="mod">
          <ac:chgData name="Mayu Ninagawa (蜷川 真優 GE)" userId="15d22be4-2d84-414d-ac66-ca09a50eae87" providerId="ADAL" clId="{2A43D1C7-C612-4547-BA11-3049DC01C97C}" dt="2026-01-29T07:16:43.283" v="6446"/>
          <ac:spMkLst>
            <pc:docMk/>
            <pc:sldMk cId="387616033" sldId="396"/>
            <ac:spMk id="964" creationId="{F7C3657E-78DD-86BC-554B-68AE962C0770}"/>
          </ac:spMkLst>
        </pc:spChg>
        <pc:spChg chg="mod">
          <ac:chgData name="Mayu Ninagawa (蜷川 真優 GE)" userId="15d22be4-2d84-414d-ac66-ca09a50eae87" providerId="ADAL" clId="{2A43D1C7-C612-4547-BA11-3049DC01C97C}" dt="2026-01-29T07:16:43.283" v="6446"/>
          <ac:spMkLst>
            <pc:docMk/>
            <pc:sldMk cId="387616033" sldId="396"/>
            <ac:spMk id="965" creationId="{C2186824-68B9-B55E-79CD-42F93B5424D5}"/>
          </ac:spMkLst>
        </pc:spChg>
        <pc:spChg chg="mod">
          <ac:chgData name="Mayu Ninagawa (蜷川 真優 GE)" userId="15d22be4-2d84-414d-ac66-ca09a50eae87" providerId="ADAL" clId="{2A43D1C7-C612-4547-BA11-3049DC01C97C}" dt="2026-01-29T07:16:43.283" v="6446"/>
          <ac:spMkLst>
            <pc:docMk/>
            <pc:sldMk cId="387616033" sldId="396"/>
            <ac:spMk id="966" creationId="{EAB8AB44-13F6-93A9-980D-3A7BD5CAC3FE}"/>
          </ac:spMkLst>
        </pc:spChg>
        <pc:spChg chg="mod">
          <ac:chgData name="Mayu Ninagawa (蜷川 真優 GE)" userId="15d22be4-2d84-414d-ac66-ca09a50eae87" providerId="ADAL" clId="{2A43D1C7-C612-4547-BA11-3049DC01C97C}" dt="2026-01-29T07:16:43.283" v="6446"/>
          <ac:spMkLst>
            <pc:docMk/>
            <pc:sldMk cId="387616033" sldId="396"/>
            <ac:spMk id="967" creationId="{E3E6BA15-46DC-459D-C451-75AF12F28EC9}"/>
          </ac:spMkLst>
        </pc:spChg>
        <pc:spChg chg="mod">
          <ac:chgData name="Mayu Ninagawa (蜷川 真優 GE)" userId="15d22be4-2d84-414d-ac66-ca09a50eae87" providerId="ADAL" clId="{2A43D1C7-C612-4547-BA11-3049DC01C97C}" dt="2026-01-29T07:16:43.283" v="6446"/>
          <ac:spMkLst>
            <pc:docMk/>
            <pc:sldMk cId="387616033" sldId="396"/>
            <ac:spMk id="968" creationId="{75272418-8318-1866-521D-CB39565ECFEF}"/>
          </ac:spMkLst>
        </pc:spChg>
        <pc:spChg chg="mod">
          <ac:chgData name="Mayu Ninagawa (蜷川 真優 GE)" userId="15d22be4-2d84-414d-ac66-ca09a50eae87" providerId="ADAL" clId="{2A43D1C7-C612-4547-BA11-3049DC01C97C}" dt="2026-01-29T07:16:43.283" v="6446"/>
          <ac:spMkLst>
            <pc:docMk/>
            <pc:sldMk cId="387616033" sldId="396"/>
            <ac:spMk id="969" creationId="{7955770B-E352-0BDC-9843-B9BE27F4BDB6}"/>
          </ac:spMkLst>
        </pc:spChg>
        <pc:spChg chg="mod">
          <ac:chgData name="Mayu Ninagawa (蜷川 真優 GE)" userId="15d22be4-2d84-414d-ac66-ca09a50eae87" providerId="ADAL" clId="{2A43D1C7-C612-4547-BA11-3049DC01C97C}" dt="2026-01-29T07:16:43.283" v="6446"/>
          <ac:spMkLst>
            <pc:docMk/>
            <pc:sldMk cId="387616033" sldId="396"/>
            <ac:spMk id="970" creationId="{1067989C-EF8A-6DC2-AE49-A6BC0DDE1DC6}"/>
          </ac:spMkLst>
        </pc:spChg>
        <pc:spChg chg="mod">
          <ac:chgData name="Mayu Ninagawa (蜷川 真優 GE)" userId="15d22be4-2d84-414d-ac66-ca09a50eae87" providerId="ADAL" clId="{2A43D1C7-C612-4547-BA11-3049DC01C97C}" dt="2026-01-29T07:16:43.283" v="6446"/>
          <ac:spMkLst>
            <pc:docMk/>
            <pc:sldMk cId="387616033" sldId="396"/>
            <ac:spMk id="971" creationId="{2EFB6084-DAD9-C584-FD6D-DEC3A5BE437A}"/>
          </ac:spMkLst>
        </pc:spChg>
        <pc:spChg chg="mod">
          <ac:chgData name="Mayu Ninagawa (蜷川 真優 GE)" userId="15d22be4-2d84-414d-ac66-ca09a50eae87" providerId="ADAL" clId="{2A43D1C7-C612-4547-BA11-3049DC01C97C}" dt="2026-01-29T07:16:43.283" v="6446"/>
          <ac:spMkLst>
            <pc:docMk/>
            <pc:sldMk cId="387616033" sldId="396"/>
            <ac:spMk id="972" creationId="{86F22FA1-73D2-C34B-4F4B-CC83FEAA7F27}"/>
          </ac:spMkLst>
        </pc:spChg>
        <pc:spChg chg="mod">
          <ac:chgData name="Mayu Ninagawa (蜷川 真優 GE)" userId="15d22be4-2d84-414d-ac66-ca09a50eae87" providerId="ADAL" clId="{2A43D1C7-C612-4547-BA11-3049DC01C97C}" dt="2026-01-29T07:16:43.283" v="6446"/>
          <ac:spMkLst>
            <pc:docMk/>
            <pc:sldMk cId="387616033" sldId="396"/>
            <ac:spMk id="973" creationId="{8EB81480-C48C-A642-BE7B-32C9BE3EC79F}"/>
          </ac:spMkLst>
        </pc:spChg>
        <pc:spChg chg="mod">
          <ac:chgData name="Mayu Ninagawa (蜷川 真優 GE)" userId="15d22be4-2d84-414d-ac66-ca09a50eae87" providerId="ADAL" clId="{2A43D1C7-C612-4547-BA11-3049DC01C97C}" dt="2026-01-29T07:16:43.283" v="6446"/>
          <ac:spMkLst>
            <pc:docMk/>
            <pc:sldMk cId="387616033" sldId="396"/>
            <ac:spMk id="974" creationId="{2FE6ACF0-F0E7-7934-5686-D0B2151D2757}"/>
          </ac:spMkLst>
        </pc:spChg>
        <pc:spChg chg="mod">
          <ac:chgData name="Mayu Ninagawa (蜷川 真優 GE)" userId="15d22be4-2d84-414d-ac66-ca09a50eae87" providerId="ADAL" clId="{2A43D1C7-C612-4547-BA11-3049DC01C97C}" dt="2026-01-29T07:16:43.283" v="6446"/>
          <ac:spMkLst>
            <pc:docMk/>
            <pc:sldMk cId="387616033" sldId="396"/>
            <ac:spMk id="975" creationId="{F6B27D9E-7397-6838-7351-2893CB46B61E}"/>
          </ac:spMkLst>
        </pc:spChg>
        <pc:spChg chg="mod">
          <ac:chgData name="Mayu Ninagawa (蜷川 真優 GE)" userId="15d22be4-2d84-414d-ac66-ca09a50eae87" providerId="ADAL" clId="{2A43D1C7-C612-4547-BA11-3049DC01C97C}" dt="2026-01-29T07:16:43.283" v="6446"/>
          <ac:spMkLst>
            <pc:docMk/>
            <pc:sldMk cId="387616033" sldId="396"/>
            <ac:spMk id="976" creationId="{DF7C2D9F-8522-62F6-6AD5-427A3B92D07D}"/>
          </ac:spMkLst>
        </pc:spChg>
        <pc:spChg chg="mod">
          <ac:chgData name="Mayu Ninagawa (蜷川 真優 GE)" userId="15d22be4-2d84-414d-ac66-ca09a50eae87" providerId="ADAL" clId="{2A43D1C7-C612-4547-BA11-3049DC01C97C}" dt="2026-01-29T07:16:43.283" v="6446"/>
          <ac:spMkLst>
            <pc:docMk/>
            <pc:sldMk cId="387616033" sldId="396"/>
            <ac:spMk id="977" creationId="{0781C6BE-E007-AB33-E4DC-2496D926E2C6}"/>
          </ac:spMkLst>
        </pc:spChg>
        <pc:spChg chg="mod">
          <ac:chgData name="Mayu Ninagawa (蜷川 真優 GE)" userId="15d22be4-2d84-414d-ac66-ca09a50eae87" providerId="ADAL" clId="{2A43D1C7-C612-4547-BA11-3049DC01C97C}" dt="2026-01-29T07:16:43.283" v="6446"/>
          <ac:spMkLst>
            <pc:docMk/>
            <pc:sldMk cId="387616033" sldId="396"/>
            <ac:spMk id="978" creationId="{20B04553-3F49-D8AD-DBED-6ADD676B52FE}"/>
          </ac:spMkLst>
        </pc:spChg>
        <pc:spChg chg="mod">
          <ac:chgData name="Mayu Ninagawa (蜷川 真優 GE)" userId="15d22be4-2d84-414d-ac66-ca09a50eae87" providerId="ADAL" clId="{2A43D1C7-C612-4547-BA11-3049DC01C97C}" dt="2026-01-29T07:16:43.283" v="6446"/>
          <ac:spMkLst>
            <pc:docMk/>
            <pc:sldMk cId="387616033" sldId="396"/>
            <ac:spMk id="979" creationId="{E8FE9AAC-60C6-233C-99AB-3EB75965C12E}"/>
          </ac:spMkLst>
        </pc:spChg>
        <pc:spChg chg="mod">
          <ac:chgData name="Mayu Ninagawa (蜷川 真優 GE)" userId="15d22be4-2d84-414d-ac66-ca09a50eae87" providerId="ADAL" clId="{2A43D1C7-C612-4547-BA11-3049DC01C97C}" dt="2026-01-29T07:16:43.283" v="6446"/>
          <ac:spMkLst>
            <pc:docMk/>
            <pc:sldMk cId="387616033" sldId="396"/>
            <ac:spMk id="980" creationId="{65FE6735-B0C6-FC79-38BF-ED9F37DD7978}"/>
          </ac:spMkLst>
        </pc:spChg>
        <pc:spChg chg="add del mod">
          <ac:chgData name="Mayu Ninagawa (蜷川 真優 GE)" userId="15d22be4-2d84-414d-ac66-ca09a50eae87" providerId="ADAL" clId="{2A43D1C7-C612-4547-BA11-3049DC01C97C}" dt="2026-01-29T07:16:45.173" v="6447"/>
          <ac:spMkLst>
            <pc:docMk/>
            <pc:sldMk cId="387616033" sldId="396"/>
            <ac:spMk id="981" creationId="{D6E775EE-B4DF-6532-0FE9-9078EBD8EC2C}"/>
          </ac:spMkLst>
        </pc:spChg>
        <pc:spChg chg="add del mod">
          <ac:chgData name="Mayu Ninagawa (蜷川 真優 GE)" userId="15d22be4-2d84-414d-ac66-ca09a50eae87" providerId="ADAL" clId="{2A43D1C7-C612-4547-BA11-3049DC01C97C}" dt="2026-01-29T07:16:45.173" v="6447"/>
          <ac:spMkLst>
            <pc:docMk/>
            <pc:sldMk cId="387616033" sldId="396"/>
            <ac:spMk id="982" creationId="{304E48B4-8037-9FFC-78DA-E93C5943AD80}"/>
          </ac:spMkLst>
        </pc:spChg>
        <pc:spChg chg="add mod">
          <ac:chgData name="Mayu Ninagawa (蜷川 真優 GE)" userId="15d22be4-2d84-414d-ac66-ca09a50eae87" providerId="ADAL" clId="{2A43D1C7-C612-4547-BA11-3049DC01C97C}" dt="2026-01-29T09:01:32.951" v="7076" actId="1076"/>
          <ac:spMkLst>
            <pc:docMk/>
            <pc:sldMk cId="387616033" sldId="396"/>
            <ac:spMk id="984" creationId="{7C3606E9-3AE1-75A6-2676-63E65C58E07E}"/>
          </ac:spMkLst>
        </pc:spChg>
        <pc:grpChg chg="add del mod ord">
          <ac:chgData name="Mayu Ninagawa (蜷川 真優 GE)" userId="15d22be4-2d84-414d-ac66-ca09a50eae87" providerId="ADAL" clId="{2A43D1C7-C612-4547-BA11-3049DC01C97C}" dt="2026-01-29T06:50:28.998" v="6217" actId="478"/>
          <ac:grpSpMkLst>
            <pc:docMk/>
            <pc:sldMk cId="387616033" sldId="396"/>
            <ac:grpSpMk id="2" creationId="{26FFB6CB-D2CD-E304-1C3F-F97DFF1D7C23}"/>
          </ac:grpSpMkLst>
        </pc:grpChg>
        <pc:grpChg chg="add del mod ord">
          <ac:chgData name="Mayu Ninagawa (蜷川 真優 GE)" userId="15d22be4-2d84-414d-ac66-ca09a50eae87" providerId="ADAL" clId="{2A43D1C7-C612-4547-BA11-3049DC01C97C}" dt="2026-01-20T10:49:35.121" v="2774" actId="478"/>
          <ac:grpSpMkLst>
            <pc:docMk/>
            <pc:sldMk cId="387616033" sldId="396"/>
            <ac:grpSpMk id="2" creationId="{4EE1EF92-4983-6A19-E4F9-AFBA2F557763}"/>
          </ac:grpSpMkLst>
        </pc:grpChg>
        <pc:grpChg chg="add del mod">
          <ac:chgData name="Mayu Ninagawa (蜷川 真優 GE)" userId="15d22be4-2d84-414d-ac66-ca09a50eae87" providerId="ADAL" clId="{2A43D1C7-C612-4547-BA11-3049DC01C97C}" dt="2026-01-29T03:26:33.873" v="5595"/>
          <ac:grpSpMkLst>
            <pc:docMk/>
            <pc:sldMk cId="387616033" sldId="396"/>
            <ac:grpSpMk id="10" creationId="{24BACE2A-8E2C-1F65-4F61-2F87F1AD81BA}"/>
          </ac:grpSpMkLst>
        </pc:grpChg>
        <pc:grpChg chg="del mod">
          <ac:chgData name="Mayu Ninagawa (蜷川 真優 GE)" userId="15d22be4-2d84-414d-ac66-ca09a50eae87" providerId="ADAL" clId="{2A43D1C7-C612-4547-BA11-3049DC01C97C}" dt="2026-01-20T10:48:17.449" v="2754" actId="478"/>
          <ac:grpSpMkLst>
            <pc:docMk/>
            <pc:sldMk cId="387616033" sldId="396"/>
            <ac:grpSpMk id="16" creationId="{288D86E5-FF23-5C8C-37C9-0E7A96C83869}"/>
          </ac:grpSpMkLst>
        </pc:grpChg>
        <pc:grpChg chg="del mod">
          <ac:chgData name="Mayu Ninagawa (蜷川 真優 GE)" userId="15d22be4-2d84-414d-ac66-ca09a50eae87" providerId="ADAL" clId="{2A43D1C7-C612-4547-BA11-3049DC01C97C}" dt="2026-01-20T10:50:23.989" v="2784" actId="165"/>
          <ac:grpSpMkLst>
            <pc:docMk/>
            <pc:sldMk cId="387616033" sldId="396"/>
            <ac:grpSpMk id="22" creationId="{3EBDAD55-55AD-7FDA-E3C1-734531CA355A}"/>
          </ac:grpSpMkLst>
        </pc:grpChg>
        <pc:grpChg chg="add del mod ord">
          <ac:chgData name="Mayu Ninagawa (蜷川 真優 GE)" userId="15d22be4-2d84-414d-ac66-ca09a50eae87" providerId="ADAL" clId="{2A43D1C7-C612-4547-BA11-3049DC01C97C}" dt="2026-01-20T10:59:38.949" v="2852" actId="478"/>
          <ac:grpSpMkLst>
            <pc:docMk/>
            <pc:sldMk cId="387616033" sldId="396"/>
            <ac:grpSpMk id="349" creationId="{10ECCDFC-59A2-4A3F-34DA-5ECD7ACD5310}"/>
          </ac:grpSpMkLst>
        </pc:grpChg>
        <pc:grpChg chg="add del mod">
          <ac:chgData name="Mayu Ninagawa (蜷川 真優 GE)" userId="15d22be4-2d84-414d-ac66-ca09a50eae87" providerId="ADAL" clId="{2A43D1C7-C612-4547-BA11-3049DC01C97C}" dt="2026-01-29T06:46:07.114" v="6212" actId="478"/>
          <ac:grpSpMkLst>
            <pc:docMk/>
            <pc:sldMk cId="387616033" sldId="396"/>
            <ac:grpSpMk id="461" creationId="{D8F671DB-D0F3-9786-EC6C-6D3FA99E9BDF}"/>
          </ac:grpSpMkLst>
        </pc:grpChg>
        <pc:grpChg chg="add del mod">
          <ac:chgData name="Mayu Ninagawa (蜷川 真優 GE)" userId="15d22be4-2d84-414d-ac66-ca09a50eae87" providerId="ADAL" clId="{2A43D1C7-C612-4547-BA11-3049DC01C97C}" dt="2026-01-22T03:15:30.170" v="4382"/>
          <ac:grpSpMkLst>
            <pc:docMk/>
            <pc:sldMk cId="387616033" sldId="396"/>
            <ac:grpSpMk id="462" creationId="{3908E094-33A5-4D2E-9A32-BB19A644EBCC}"/>
          </ac:grpSpMkLst>
        </pc:grpChg>
        <pc:grpChg chg="add mod">
          <ac:chgData name="Mayu Ninagawa (蜷川 真優 GE)" userId="15d22be4-2d84-414d-ac66-ca09a50eae87" providerId="ADAL" clId="{2A43D1C7-C612-4547-BA11-3049DC01C97C}" dt="2026-01-29T06:58:42.034" v="6377" actId="1076"/>
          <ac:grpSpMkLst>
            <pc:docMk/>
            <pc:sldMk cId="387616033" sldId="396"/>
            <ac:grpSpMk id="462" creationId="{8668ACA7-96B1-5933-1527-761807EDE555}"/>
          </ac:grpSpMkLst>
        </pc:grpChg>
        <pc:grpChg chg="add del mod ord">
          <ac:chgData name="Mayu Ninagawa (蜷川 真優 GE)" userId="15d22be4-2d84-414d-ac66-ca09a50eae87" providerId="ADAL" clId="{2A43D1C7-C612-4547-BA11-3049DC01C97C}" dt="2026-01-29T06:51:00.986" v="6225" actId="21"/>
          <ac:grpSpMkLst>
            <pc:docMk/>
            <pc:sldMk cId="387616033" sldId="396"/>
            <ac:grpSpMk id="463" creationId="{4912921F-5892-C0E9-570F-D87DF1E61E6B}"/>
          </ac:grpSpMkLst>
        </pc:grpChg>
        <pc:grpChg chg="add del mod ord">
          <ac:chgData name="Mayu Ninagawa (蜷川 真優 GE)" userId="15d22be4-2d84-414d-ac66-ca09a50eae87" providerId="ADAL" clId="{2A43D1C7-C612-4547-BA11-3049DC01C97C}" dt="2026-01-20T10:57:16.690" v="2826" actId="478"/>
          <ac:grpSpMkLst>
            <pc:docMk/>
            <pc:sldMk cId="387616033" sldId="396"/>
            <ac:grpSpMk id="467" creationId="{3B3A9120-285F-C992-81F2-69789EAA1A5F}"/>
          </ac:grpSpMkLst>
        </pc:grpChg>
        <pc:grpChg chg="add del mod">
          <ac:chgData name="Mayu Ninagawa (蜷川 真優 GE)" userId="15d22be4-2d84-414d-ac66-ca09a50eae87" providerId="ADAL" clId="{2A43D1C7-C612-4547-BA11-3049DC01C97C}" dt="2026-01-22T03:15:30.170" v="4382"/>
          <ac:grpSpMkLst>
            <pc:docMk/>
            <pc:sldMk cId="387616033" sldId="396"/>
            <ac:grpSpMk id="522" creationId="{7A19FFD7-5E4C-3CC7-326E-CD1BCB8224B5}"/>
          </ac:grpSpMkLst>
        </pc:grpChg>
        <pc:grpChg chg="add del mod">
          <ac:chgData name="Mayu Ninagawa (蜷川 真優 GE)" userId="15d22be4-2d84-414d-ac66-ca09a50eae87" providerId="ADAL" clId="{2A43D1C7-C612-4547-BA11-3049DC01C97C}" dt="2026-01-29T03:26:33.873" v="5595"/>
          <ac:grpSpMkLst>
            <pc:docMk/>
            <pc:sldMk cId="387616033" sldId="396"/>
            <ac:grpSpMk id="532" creationId="{F591E336-AD22-E00C-C337-B6E84AC4D7FB}"/>
          </ac:grpSpMkLst>
        </pc:grpChg>
        <pc:grpChg chg="add del mod">
          <ac:chgData name="Mayu Ninagawa (蜷川 真優 GE)" userId="15d22be4-2d84-414d-ac66-ca09a50eae87" providerId="ADAL" clId="{2A43D1C7-C612-4547-BA11-3049DC01C97C}" dt="2026-01-29T06:51:03.192" v="6227"/>
          <ac:grpSpMkLst>
            <pc:docMk/>
            <pc:sldMk cId="387616033" sldId="396"/>
            <ac:grpSpMk id="538" creationId="{FFB40FDB-A639-46BF-5EB5-992C3F445A55}"/>
          </ac:grpSpMkLst>
        </pc:grpChg>
        <pc:grpChg chg="add del mod ord">
          <ac:chgData name="Mayu Ninagawa (蜷川 真優 GE)" userId="15d22be4-2d84-414d-ac66-ca09a50eae87" providerId="ADAL" clId="{2A43D1C7-C612-4547-BA11-3049DC01C97C}" dt="2026-01-20T10:58:14.170" v="2838" actId="478"/>
          <ac:grpSpMkLst>
            <pc:docMk/>
            <pc:sldMk cId="387616033" sldId="396"/>
            <ac:grpSpMk id="545" creationId="{474AE6EB-D1A5-31E0-0732-E79F412DBAFD}"/>
          </ac:grpSpMkLst>
        </pc:grpChg>
        <pc:grpChg chg="add del mod">
          <ac:chgData name="Mayu Ninagawa (蜷川 真優 GE)" userId="15d22be4-2d84-414d-ac66-ca09a50eae87" providerId="ADAL" clId="{2A43D1C7-C612-4547-BA11-3049DC01C97C}" dt="2026-01-29T06:40:33.658" v="6173" actId="165"/>
          <ac:grpSpMkLst>
            <pc:docMk/>
            <pc:sldMk cId="387616033" sldId="396"/>
            <ac:grpSpMk id="564" creationId="{44DEA8E5-5907-7614-8456-7CA8DDE167DF}"/>
          </ac:grpSpMkLst>
        </pc:grpChg>
        <pc:grpChg chg="add del mod ord">
          <ac:chgData name="Mayu Ninagawa (蜷川 真優 GE)" userId="15d22be4-2d84-414d-ac66-ca09a50eae87" providerId="ADAL" clId="{2A43D1C7-C612-4547-BA11-3049DC01C97C}" dt="2026-01-20T11:00:27.698" v="2862" actId="478"/>
          <ac:grpSpMkLst>
            <pc:docMk/>
            <pc:sldMk cId="387616033" sldId="396"/>
            <ac:grpSpMk id="634" creationId="{F0C456C6-A17E-A1B8-7DD4-877F52ACD6C0}"/>
          </ac:grpSpMkLst>
        </pc:grpChg>
        <pc:grpChg chg="add del mod ord">
          <ac:chgData name="Mayu Ninagawa (蜷川 真優 GE)" userId="15d22be4-2d84-414d-ac66-ca09a50eae87" providerId="ADAL" clId="{2A43D1C7-C612-4547-BA11-3049DC01C97C}" dt="2026-01-20T11:11:43.669" v="2985" actId="165"/>
          <ac:grpSpMkLst>
            <pc:docMk/>
            <pc:sldMk cId="387616033" sldId="396"/>
            <ac:grpSpMk id="704" creationId="{5CD57875-3D4C-5B86-4084-88DBE9899EF6}"/>
          </ac:grpSpMkLst>
        </pc:grpChg>
        <pc:grpChg chg="add del mod">
          <ac:chgData name="Mayu Ninagawa (蜷川 真優 GE)" userId="15d22be4-2d84-414d-ac66-ca09a50eae87" providerId="ADAL" clId="{2A43D1C7-C612-4547-BA11-3049DC01C97C}" dt="2026-01-20T11:19:10.523" v="3100" actId="165"/>
          <ac:grpSpMkLst>
            <pc:docMk/>
            <pc:sldMk cId="387616033" sldId="396"/>
            <ac:grpSpMk id="778" creationId="{0DA6470C-D5FD-7ED7-D834-646405A42B7F}"/>
          </ac:grpSpMkLst>
        </pc:grpChg>
        <pc:grpChg chg="add del mod ord">
          <ac:chgData name="Mayu Ninagawa (蜷川 真優 GE)" userId="15d22be4-2d84-414d-ac66-ca09a50eae87" providerId="ADAL" clId="{2A43D1C7-C612-4547-BA11-3049DC01C97C}" dt="2026-01-20T11:14:27.206" v="3040" actId="165"/>
          <ac:grpSpMkLst>
            <pc:docMk/>
            <pc:sldMk cId="387616033" sldId="396"/>
            <ac:grpSpMk id="780" creationId="{350A7B2C-0E45-388C-4A40-5ED5619863DB}"/>
          </ac:grpSpMkLst>
        </pc:grpChg>
        <pc:grpChg chg="add del mod ord">
          <ac:chgData name="Mayu Ninagawa (蜷川 真優 GE)" userId="15d22be4-2d84-414d-ac66-ca09a50eae87" providerId="ADAL" clId="{2A43D1C7-C612-4547-BA11-3049DC01C97C}" dt="2026-01-20T11:21:48.791" v="3118" actId="165"/>
          <ac:grpSpMkLst>
            <pc:docMk/>
            <pc:sldMk cId="387616033" sldId="396"/>
            <ac:grpSpMk id="790" creationId="{82B55D58-32A7-428A-C94B-C124F0EB6117}"/>
          </ac:grpSpMkLst>
        </pc:grpChg>
        <pc:grpChg chg="add del mod">
          <ac:chgData name="Mayu Ninagawa (蜷川 真優 GE)" userId="15d22be4-2d84-414d-ac66-ca09a50eae87" providerId="ADAL" clId="{2A43D1C7-C612-4547-BA11-3049DC01C97C}" dt="2026-01-20T11:16:54.707" v="3067"/>
          <ac:grpSpMkLst>
            <pc:docMk/>
            <pc:sldMk cId="387616033" sldId="396"/>
            <ac:grpSpMk id="793" creationId="{E24C3BD0-8183-D494-D256-87DDB5A6F25D}"/>
          </ac:grpSpMkLst>
        </pc:grpChg>
        <pc:grpChg chg="add del mod">
          <ac:chgData name="Mayu Ninagawa (蜷川 真優 GE)" userId="15d22be4-2d84-414d-ac66-ca09a50eae87" providerId="ADAL" clId="{2A43D1C7-C612-4547-BA11-3049DC01C97C}" dt="2026-01-29T06:52:20.805" v="6246" actId="165"/>
          <ac:grpSpMkLst>
            <pc:docMk/>
            <pc:sldMk cId="387616033" sldId="396"/>
            <ac:grpSpMk id="817" creationId="{5F82E23D-63AD-FAC3-2066-E0F9388C6882}"/>
          </ac:grpSpMkLst>
        </pc:grpChg>
        <pc:grpChg chg="add del mod">
          <ac:chgData name="Mayu Ninagawa (蜷川 真優 GE)" userId="15d22be4-2d84-414d-ac66-ca09a50eae87" providerId="ADAL" clId="{2A43D1C7-C612-4547-BA11-3049DC01C97C}" dt="2026-01-20T11:22:50.694" v="3132" actId="165"/>
          <ac:grpSpMkLst>
            <pc:docMk/>
            <pc:sldMk cId="387616033" sldId="396"/>
            <ac:grpSpMk id="820" creationId="{8FDD9E09-1F86-7E73-4DEA-2B694F93C81A}"/>
          </ac:grpSpMkLst>
        </pc:grpChg>
        <pc:grpChg chg="add del mod">
          <ac:chgData name="Mayu Ninagawa (蜷川 真優 GE)" userId="15d22be4-2d84-414d-ac66-ca09a50eae87" providerId="ADAL" clId="{2A43D1C7-C612-4547-BA11-3049DC01C97C}" dt="2026-01-29T06:53:41.153" v="6286"/>
          <ac:grpSpMkLst>
            <pc:docMk/>
            <pc:sldMk cId="387616033" sldId="396"/>
            <ac:grpSpMk id="846" creationId="{31ECA88E-CF6E-981A-2732-1464C2E16A5A}"/>
          </ac:grpSpMkLst>
        </pc:grpChg>
        <pc:grpChg chg="add mod">
          <ac:chgData name="Mayu Ninagawa (蜷川 真優 GE)" userId="15d22be4-2d84-414d-ac66-ca09a50eae87" providerId="ADAL" clId="{2A43D1C7-C612-4547-BA11-3049DC01C97C}" dt="2026-01-29T06:57:06.102" v="6345" actId="164"/>
          <ac:grpSpMkLst>
            <pc:docMk/>
            <pc:sldMk cId="387616033" sldId="396"/>
            <ac:grpSpMk id="923" creationId="{B5D3EAE9-7335-56D1-19B2-DE1AB6C058D0}"/>
          </ac:grpSpMkLst>
        </pc:grpChg>
        <pc:grpChg chg="add del mod">
          <ac:chgData name="Mayu Ninagawa (蜷川 真優 GE)" userId="15d22be4-2d84-414d-ac66-ca09a50eae87" providerId="ADAL" clId="{2A43D1C7-C612-4547-BA11-3049DC01C97C}" dt="2026-01-29T06:57:12.187" v="6348"/>
          <ac:grpSpMkLst>
            <pc:docMk/>
            <pc:sldMk cId="387616033" sldId="396"/>
            <ac:grpSpMk id="925" creationId="{A2CC74CF-3098-A48E-4F16-4D4284D2152B}"/>
          </ac:grpSpMkLst>
        </pc:grpChg>
        <pc:grpChg chg="add del mod">
          <ac:chgData name="Mayu Ninagawa (蜷川 真優 GE)" userId="15d22be4-2d84-414d-ac66-ca09a50eae87" providerId="ADAL" clId="{2A43D1C7-C612-4547-BA11-3049DC01C97C}" dt="2026-01-29T07:16:45.173" v="6447"/>
          <ac:grpSpMkLst>
            <pc:docMk/>
            <pc:sldMk cId="387616033" sldId="396"/>
            <ac:grpSpMk id="959" creationId="{D67BC6F7-DCAD-A06D-A687-0DBFC7AF6111}"/>
          </ac:grpSpMkLst>
        </pc:grpChg>
        <pc:picChg chg="del mod">
          <ac:chgData name="Mayu Ninagawa (蜷川 真優 GE)" userId="15d22be4-2d84-414d-ac66-ca09a50eae87" providerId="ADAL" clId="{2A43D1C7-C612-4547-BA11-3049DC01C97C}" dt="2026-01-22T03:15:27.880" v="4380" actId="478"/>
          <ac:picMkLst>
            <pc:docMk/>
            <pc:sldMk cId="387616033" sldId="396"/>
            <ac:picMk id="471" creationId="{DAADB1E7-CB07-820E-67C6-51FBFA1F17D3}"/>
          </ac:picMkLst>
        </pc:picChg>
        <pc:picChg chg="add mod">
          <ac:chgData name="Mayu Ninagawa (蜷川 真優 GE)" userId="15d22be4-2d84-414d-ac66-ca09a50eae87" providerId="ADAL" clId="{2A43D1C7-C612-4547-BA11-3049DC01C97C}" dt="2026-01-29T09:01:17.873" v="7071" actId="1076"/>
          <ac:picMkLst>
            <pc:docMk/>
            <pc:sldMk cId="387616033" sldId="396"/>
            <ac:picMk id="555" creationId="{BF04CF7B-B33A-5A02-C40C-27E38CDE57E1}"/>
          </ac:picMkLst>
        </pc:picChg>
        <pc:picChg chg="add del mod">
          <ac:chgData name="Mayu Ninagawa (蜷川 真優 GE)" userId="15d22be4-2d84-414d-ac66-ca09a50eae87" providerId="ADAL" clId="{2A43D1C7-C612-4547-BA11-3049DC01C97C}" dt="2026-01-29T06:57:10.193" v="6346" actId="478"/>
          <ac:picMkLst>
            <pc:docMk/>
            <pc:sldMk cId="387616033" sldId="396"/>
            <ac:picMk id="561" creationId="{0B1CA00C-A23B-8238-1611-D2D24C7C7808}"/>
          </ac:picMkLst>
        </pc:picChg>
        <pc:picChg chg="add del mod ord">
          <ac:chgData name="Mayu Ninagawa (蜷川 真優 GE)" userId="15d22be4-2d84-414d-ac66-ca09a50eae87" providerId="ADAL" clId="{2A43D1C7-C612-4547-BA11-3049DC01C97C}" dt="2026-01-29T06:53:46.195" v="6289" actId="478"/>
          <ac:picMkLst>
            <pc:docMk/>
            <pc:sldMk cId="387616033" sldId="396"/>
            <ac:picMk id="844" creationId="{D4EA820D-017A-809A-9E28-92DBC3B8389E}"/>
          </ac:picMkLst>
        </pc:picChg>
        <pc:picChg chg="add mod ord modCrop">
          <ac:chgData name="Mayu Ninagawa (蜷川 真優 GE)" userId="15d22be4-2d84-414d-ac66-ca09a50eae87" providerId="ADAL" clId="{2A43D1C7-C612-4547-BA11-3049DC01C97C}" dt="2026-01-29T06:56:38.274" v="6343" actId="732"/>
          <ac:picMkLst>
            <pc:docMk/>
            <pc:sldMk cId="387616033" sldId="396"/>
            <ac:picMk id="920" creationId="{A26DB228-782A-166E-6D4A-C6985B4D35AB}"/>
          </ac:picMkLst>
        </pc:picChg>
        <pc:picChg chg="add del mod">
          <ac:chgData name="Mayu Ninagawa (蜷川 真優 GE)" userId="15d22be4-2d84-414d-ac66-ca09a50eae87" providerId="ADAL" clId="{2A43D1C7-C612-4547-BA11-3049DC01C97C}" dt="2026-01-29T06:57:12.187" v="6348"/>
          <ac:picMkLst>
            <pc:docMk/>
            <pc:sldMk cId="387616033" sldId="396"/>
            <ac:picMk id="924" creationId="{F9395AE4-A179-569F-1BFB-B7B46EF658BA}"/>
          </ac:picMkLst>
        </pc:picChg>
        <pc:picChg chg="add del mod">
          <ac:chgData name="Mayu Ninagawa (蜷川 真優 GE)" userId="15d22be4-2d84-414d-ac66-ca09a50eae87" providerId="ADAL" clId="{2A43D1C7-C612-4547-BA11-3049DC01C97C}" dt="2026-01-29T07:16:49.477" v="6449" actId="478"/>
          <ac:picMkLst>
            <pc:docMk/>
            <pc:sldMk cId="387616033" sldId="396"/>
            <ac:picMk id="947" creationId="{C2694727-E434-E075-B272-FDE260A9FC32}"/>
          </ac:picMkLst>
        </pc:picChg>
        <pc:picChg chg="add mod">
          <ac:chgData name="Mayu Ninagawa (蜷川 真優 GE)" userId="15d22be4-2d84-414d-ac66-ca09a50eae87" providerId="ADAL" clId="{2A43D1C7-C612-4547-BA11-3049DC01C97C}" dt="2026-01-29T09:01:27.931" v="7074" actId="1076"/>
          <ac:picMkLst>
            <pc:docMk/>
            <pc:sldMk cId="387616033" sldId="396"/>
            <ac:picMk id="954" creationId="{9FE90087-2917-F232-4DF5-3E1FF4D19121}"/>
          </ac:picMkLst>
        </pc:picChg>
        <pc:picChg chg="add del mod">
          <ac:chgData name="Mayu Ninagawa (蜷川 真優 GE)" userId="15d22be4-2d84-414d-ac66-ca09a50eae87" providerId="ADAL" clId="{2A43D1C7-C612-4547-BA11-3049DC01C97C}" dt="2026-01-29T07:16:45.173" v="6447"/>
          <ac:picMkLst>
            <pc:docMk/>
            <pc:sldMk cId="387616033" sldId="396"/>
            <ac:picMk id="958" creationId="{8CA60417-6C3D-57BC-1FE1-B4A419C9C3DE}"/>
          </ac:picMkLst>
        </pc:picChg>
        <pc:picChg chg="add mod ord">
          <ac:chgData name="Mayu Ninagawa (蜷川 真優 GE)" userId="15d22be4-2d84-414d-ac66-ca09a50eae87" providerId="ADAL" clId="{2A43D1C7-C612-4547-BA11-3049DC01C97C}" dt="2026-01-29T09:01:23.562" v="7073" actId="1076"/>
          <ac:picMkLst>
            <pc:docMk/>
            <pc:sldMk cId="387616033" sldId="396"/>
            <ac:picMk id="983" creationId="{AAB56C6B-1DEC-C334-1982-11FE425E7166}"/>
          </ac:picMkLst>
        </pc:picChg>
        <pc:cxnChg chg="mod">
          <ac:chgData name="Mayu Ninagawa (蜷川 真優 GE)" userId="15d22be4-2d84-414d-ac66-ca09a50eae87" providerId="ADAL" clId="{2A43D1C7-C612-4547-BA11-3049DC01C97C}" dt="2026-01-20T10:57:17.052" v="2827"/>
          <ac:cxnSpMkLst>
            <pc:docMk/>
            <pc:sldMk cId="387616033" sldId="396"/>
            <ac:cxnSpMk id="339" creationId="{50538F59-C605-72F7-BE05-A9E4CD7E7B79}"/>
          </ac:cxnSpMkLst>
        </pc:cxnChg>
        <pc:cxnChg chg="mod">
          <ac:chgData name="Mayu Ninagawa (蜷川 真優 GE)" userId="15d22be4-2d84-414d-ac66-ca09a50eae87" providerId="ADAL" clId="{2A43D1C7-C612-4547-BA11-3049DC01C97C}" dt="2026-01-20T10:57:17.052" v="2827"/>
          <ac:cxnSpMkLst>
            <pc:docMk/>
            <pc:sldMk cId="387616033" sldId="396"/>
            <ac:cxnSpMk id="340" creationId="{C5D06A0B-35A0-B955-9760-BACB1BB0014B}"/>
          </ac:cxnSpMkLst>
        </pc:cxnChg>
        <pc:cxnChg chg="mod">
          <ac:chgData name="Mayu Ninagawa (蜷川 真優 GE)" userId="15d22be4-2d84-414d-ac66-ca09a50eae87" providerId="ADAL" clId="{2A43D1C7-C612-4547-BA11-3049DC01C97C}" dt="2026-01-20T10:57:17.052" v="2827"/>
          <ac:cxnSpMkLst>
            <pc:docMk/>
            <pc:sldMk cId="387616033" sldId="396"/>
            <ac:cxnSpMk id="341" creationId="{164AC41D-C4A5-9921-420E-863448C25145}"/>
          </ac:cxnSpMkLst>
        </pc:cxnChg>
        <pc:cxnChg chg="mod">
          <ac:chgData name="Mayu Ninagawa (蜷川 真優 GE)" userId="15d22be4-2d84-414d-ac66-ca09a50eae87" providerId="ADAL" clId="{2A43D1C7-C612-4547-BA11-3049DC01C97C}" dt="2026-01-20T11:48:27.439" v="3271"/>
          <ac:cxnSpMkLst>
            <pc:docMk/>
            <pc:sldMk cId="387616033" sldId="396"/>
            <ac:cxnSpMk id="450" creationId="{83EC816B-9647-8B91-AA78-BDEB010F3CF9}"/>
          </ac:cxnSpMkLst>
        </pc:cxnChg>
        <pc:cxnChg chg="mod">
          <ac:chgData name="Mayu Ninagawa (蜷川 真優 GE)" userId="15d22be4-2d84-414d-ac66-ca09a50eae87" providerId="ADAL" clId="{2A43D1C7-C612-4547-BA11-3049DC01C97C}" dt="2026-01-20T11:48:27.439" v="3271"/>
          <ac:cxnSpMkLst>
            <pc:docMk/>
            <pc:sldMk cId="387616033" sldId="396"/>
            <ac:cxnSpMk id="451" creationId="{A157E1AB-AF18-0AF7-52D9-9461E5467263}"/>
          </ac:cxnSpMkLst>
        </pc:cxnChg>
        <pc:cxnChg chg="mod">
          <ac:chgData name="Mayu Ninagawa (蜷川 真優 GE)" userId="15d22be4-2d84-414d-ac66-ca09a50eae87" providerId="ADAL" clId="{2A43D1C7-C612-4547-BA11-3049DC01C97C}" dt="2026-01-20T11:48:27.439" v="3271"/>
          <ac:cxnSpMkLst>
            <pc:docMk/>
            <pc:sldMk cId="387616033" sldId="396"/>
            <ac:cxnSpMk id="452" creationId="{A33AA672-B4EB-3DA9-B4D2-409B197ED7C2}"/>
          </ac:cxnSpMkLst>
        </pc:cxnChg>
        <pc:cxnChg chg="mod">
          <ac:chgData name="Mayu Ninagawa (蜷川 真優 GE)" userId="15d22be4-2d84-414d-ac66-ca09a50eae87" providerId="ADAL" clId="{2A43D1C7-C612-4547-BA11-3049DC01C97C}" dt="2026-01-20T10:48:17.663" v="2755"/>
          <ac:cxnSpMkLst>
            <pc:docMk/>
            <pc:sldMk cId="387616033" sldId="396"/>
            <ac:cxnSpMk id="457" creationId="{EDCA65ED-795D-7445-941F-2520587246D2}"/>
          </ac:cxnSpMkLst>
        </pc:cxnChg>
        <pc:cxnChg chg="mod">
          <ac:chgData name="Mayu Ninagawa (蜷川 真優 GE)" userId="15d22be4-2d84-414d-ac66-ca09a50eae87" providerId="ADAL" clId="{2A43D1C7-C612-4547-BA11-3049DC01C97C}" dt="2026-01-20T10:48:17.663" v="2755"/>
          <ac:cxnSpMkLst>
            <pc:docMk/>
            <pc:sldMk cId="387616033" sldId="396"/>
            <ac:cxnSpMk id="458" creationId="{013BCD9C-B007-81FD-A17D-7A0E7A553172}"/>
          </ac:cxnSpMkLst>
        </pc:cxnChg>
        <pc:cxnChg chg="mod">
          <ac:chgData name="Mayu Ninagawa (蜷川 真優 GE)" userId="15d22be4-2d84-414d-ac66-ca09a50eae87" providerId="ADAL" clId="{2A43D1C7-C612-4547-BA11-3049DC01C97C}" dt="2026-01-20T10:48:17.663" v="2755"/>
          <ac:cxnSpMkLst>
            <pc:docMk/>
            <pc:sldMk cId="387616033" sldId="396"/>
            <ac:cxnSpMk id="459" creationId="{01CAA462-DE32-093C-22B9-EE48FFB22AEB}"/>
          </ac:cxnSpMkLst>
        </pc:cxnChg>
        <pc:cxnChg chg="mod">
          <ac:chgData name="Mayu Ninagawa (蜷川 真優 GE)" userId="15d22be4-2d84-414d-ac66-ca09a50eae87" providerId="ADAL" clId="{2A43D1C7-C612-4547-BA11-3049DC01C97C}" dt="2026-01-29T03:26:31.649" v="5594"/>
          <ac:cxnSpMkLst>
            <pc:docMk/>
            <pc:sldMk cId="387616033" sldId="396"/>
            <ac:cxnSpMk id="521" creationId="{2DF348AE-7DF6-0AF6-601A-A8EB8C8BE576}"/>
          </ac:cxnSpMkLst>
        </pc:cxnChg>
        <pc:cxnChg chg="mod">
          <ac:chgData name="Mayu Ninagawa (蜷川 真優 GE)" userId="15d22be4-2d84-414d-ac66-ca09a50eae87" providerId="ADAL" clId="{2A43D1C7-C612-4547-BA11-3049DC01C97C}" dt="2026-01-29T03:26:31.649" v="5594"/>
          <ac:cxnSpMkLst>
            <pc:docMk/>
            <pc:sldMk cId="387616033" sldId="396"/>
            <ac:cxnSpMk id="522" creationId="{093FF6C0-E46F-CA9E-9256-4C641B49D4C3}"/>
          </ac:cxnSpMkLst>
        </pc:cxnChg>
        <pc:cxnChg chg="mod">
          <ac:chgData name="Mayu Ninagawa (蜷川 真優 GE)" userId="15d22be4-2d84-414d-ac66-ca09a50eae87" providerId="ADAL" clId="{2A43D1C7-C612-4547-BA11-3049DC01C97C}" dt="2026-01-29T03:26:31.649" v="5594"/>
          <ac:cxnSpMkLst>
            <pc:docMk/>
            <pc:sldMk cId="387616033" sldId="396"/>
            <ac:cxnSpMk id="523" creationId="{4126CCA7-7A46-B6C5-1478-F2A740CBD92C}"/>
          </ac:cxnSpMkLst>
        </pc:cxnChg>
        <pc:cxnChg chg="mod">
          <ac:chgData name="Mayu Ninagawa (蜷川 真優 GE)" userId="15d22be4-2d84-414d-ac66-ca09a50eae87" providerId="ADAL" clId="{2A43D1C7-C612-4547-BA11-3049DC01C97C}" dt="2026-01-29T06:50:29.550" v="6218"/>
          <ac:cxnSpMkLst>
            <pc:docMk/>
            <pc:sldMk cId="387616033" sldId="396"/>
            <ac:cxnSpMk id="525" creationId="{FB8BC9D4-4A84-619E-110B-3FC43E5A13C9}"/>
          </ac:cxnSpMkLst>
        </pc:cxnChg>
        <pc:cxnChg chg="mod">
          <ac:chgData name="Mayu Ninagawa (蜷川 真優 GE)" userId="15d22be4-2d84-414d-ac66-ca09a50eae87" providerId="ADAL" clId="{2A43D1C7-C612-4547-BA11-3049DC01C97C}" dt="2026-01-29T06:50:29.550" v="6218"/>
          <ac:cxnSpMkLst>
            <pc:docMk/>
            <pc:sldMk cId="387616033" sldId="396"/>
            <ac:cxnSpMk id="526" creationId="{9D1D0249-F3B6-2B1B-D86D-64ADDDCCB690}"/>
          </ac:cxnSpMkLst>
        </pc:cxnChg>
        <pc:cxnChg chg="mod">
          <ac:chgData name="Mayu Ninagawa (蜷川 真優 GE)" userId="15d22be4-2d84-414d-ac66-ca09a50eae87" providerId="ADAL" clId="{2A43D1C7-C612-4547-BA11-3049DC01C97C}" dt="2026-01-29T06:50:29.550" v="6218"/>
          <ac:cxnSpMkLst>
            <pc:docMk/>
            <pc:sldMk cId="387616033" sldId="396"/>
            <ac:cxnSpMk id="527" creationId="{0EE77C20-1968-AFEA-FCC8-BB3939FB338D}"/>
          </ac:cxnSpMkLst>
        </pc:cxnChg>
        <pc:cxnChg chg="mod">
          <ac:chgData name="Mayu Ninagawa (蜷川 真優 GE)" userId="15d22be4-2d84-414d-ac66-ca09a50eae87" providerId="ADAL" clId="{2A43D1C7-C612-4547-BA11-3049DC01C97C}" dt="2026-01-20T10:49:39.354" v="2776"/>
          <ac:cxnSpMkLst>
            <pc:docMk/>
            <pc:sldMk cId="387616033" sldId="396"/>
            <ac:cxnSpMk id="535" creationId="{F5AE49B4-62D6-C1DF-1201-2539C205A3F4}"/>
          </ac:cxnSpMkLst>
        </pc:cxnChg>
        <pc:cxnChg chg="mod">
          <ac:chgData name="Mayu Ninagawa (蜷川 真優 GE)" userId="15d22be4-2d84-414d-ac66-ca09a50eae87" providerId="ADAL" clId="{2A43D1C7-C612-4547-BA11-3049DC01C97C}" dt="2026-01-20T10:49:39.354" v="2776"/>
          <ac:cxnSpMkLst>
            <pc:docMk/>
            <pc:sldMk cId="387616033" sldId="396"/>
            <ac:cxnSpMk id="536" creationId="{435E65D0-206F-460D-A2DC-BF76EBE8DF37}"/>
          </ac:cxnSpMkLst>
        </pc:cxnChg>
        <pc:cxnChg chg="mod">
          <ac:chgData name="Mayu Ninagawa (蜷川 真優 GE)" userId="15d22be4-2d84-414d-ac66-ca09a50eae87" providerId="ADAL" clId="{2A43D1C7-C612-4547-BA11-3049DC01C97C}" dt="2026-01-20T10:49:39.354" v="2776"/>
          <ac:cxnSpMkLst>
            <pc:docMk/>
            <pc:sldMk cId="387616033" sldId="396"/>
            <ac:cxnSpMk id="537" creationId="{F928AB1B-1C53-A56D-EC9E-04EF88D1E477}"/>
          </ac:cxnSpMkLst>
        </pc:cxnChg>
        <pc:cxnChg chg="mod">
          <ac:chgData name="Mayu Ninagawa (蜷川 真優 GE)" userId="15d22be4-2d84-414d-ac66-ca09a50eae87" providerId="ADAL" clId="{2A43D1C7-C612-4547-BA11-3049DC01C97C}" dt="2026-01-20T10:58:14.415" v="2839"/>
          <ac:cxnSpMkLst>
            <pc:docMk/>
            <pc:sldMk cId="387616033" sldId="396"/>
            <ac:cxnSpMk id="627" creationId="{84FE591A-32D0-E21E-43F5-448DE0C3F86D}"/>
          </ac:cxnSpMkLst>
        </pc:cxnChg>
        <pc:cxnChg chg="mod">
          <ac:chgData name="Mayu Ninagawa (蜷川 真優 GE)" userId="15d22be4-2d84-414d-ac66-ca09a50eae87" providerId="ADAL" clId="{2A43D1C7-C612-4547-BA11-3049DC01C97C}" dt="2026-01-20T10:58:14.415" v="2839"/>
          <ac:cxnSpMkLst>
            <pc:docMk/>
            <pc:sldMk cId="387616033" sldId="396"/>
            <ac:cxnSpMk id="628" creationId="{E54FB039-37B3-858A-DC84-B5349F33BF82}"/>
          </ac:cxnSpMkLst>
        </pc:cxnChg>
        <pc:cxnChg chg="mod">
          <ac:chgData name="Mayu Ninagawa (蜷川 真優 GE)" userId="15d22be4-2d84-414d-ac66-ca09a50eae87" providerId="ADAL" clId="{2A43D1C7-C612-4547-BA11-3049DC01C97C}" dt="2026-01-20T10:58:14.415" v="2839"/>
          <ac:cxnSpMkLst>
            <pc:docMk/>
            <pc:sldMk cId="387616033" sldId="396"/>
            <ac:cxnSpMk id="629" creationId="{52100FA7-0E62-B75E-86DC-8DC8963D67DA}"/>
          </ac:cxnSpMkLst>
        </pc:cxnChg>
        <pc:cxnChg chg="mod">
          <ac:chgData name="Mayu Ninagawa (蜷川 真優 GE)" userId="15d22be4-2d84-414d-ac66-ca09a50eae87" providerId="ADAL" clId="{2A43D1C7-C612-4547-BA11-3049DC01C97C}" dt="2026-01-20T10:59:39.233" v="2853"/>
          <ac:cxnSpMkLst>
            <pc:docMk/>
            <pc:sldMk cId="387616033" sldId="396"/>
            <ac:cxnSpMk id="697" creationId="{1B81565E-019B-5108-8E99-6CCF71A27E11}"/>
          </ac:cxnSpMkLst>
        </pc:cxnChg>
        <pc:cxnChg chg="mod">
          <ac:chgData name="Mayu Ninagawa (蜷川 真優 GE)" userId="15d22be4-2d84-414d-ac66-ca09a50eae87" providerId="ADAL" clId="{2A43D1C7-C612-4547-BA11-3049DC01C97C}" dt="2026-01-20T10:59:39.233" v="2853"/>
          <ac:cxnSpMkLst>
            <pc:docMk/>
            <pc:sldMk cId="387616033" sldId="396"/>
            <ac:cxnSpMk id="698" creationId="{4A0F97C7-BF66-8902-3149-E1B6CFD6D4F5}"/>
          </ac:cxnSpMkLst>
        </pc:cxnChg>
        <pc:cxnChg chg="mod">
          <ac:chgData name="Mayu Ninagawa (蜷川 真優 GE)" userId="15d22be4-2d84-414d-ac66-ca09a50eae87" providerId="ADAL" clId="{2A43D1C7-C612-4547-BA11-3049DC01C97C}" dt="2026-01-20T10:59:39.233" v="2853"/>
          <ac:cxnSpMkLst>
            <pc:docMk/>
            <pc:sldMk cId="387616033" sldId="396"/>
            <ac:cxnSpMk id="699" creationId="{92ABE3F9-3B0A-74F5-B0FA-9D646D92BE3C}"/>
          </ac:cxnSpMkLst>
        </pc:cxnChg>
        <pc:cxnChg chg="del mod topLvl">
          <ac:chgData name="Mayu Ninagawa (蜷川 真優 GE)" userId="15d22be4-2d84-414d-ac66-ca09a50eae87" providerId="ADAL" clId="{2A43D1C7-C612-4547-BA11-3049DC01C97C}" dt="2026-01-20T11:48:26.559" v="3270" actId="478"/>
          <ac:cxnSpMkLst>
            <pc:docMk/>
            <pc:sldMk cId="387616033" sldId="396"/>
            <ac:cxnSpMk id="767" creationId="{A1DE4570-BB88-BC79-DDC6-26ADD38F6508}"/>
          </ac:cxnSpMkLst>
        </pc:cxnChg>
        <pc:cxnChg chg="del mod topLvl">
          <ac:chgData name="Mayu Ninagawa (蜷川 真優 GE)" userId="15d22be4-2d84-414d-ac66-ca09a50eae87" providerId="ADAL" clId="{2A43D1C7-C612-4547-BA11-3049DC01C97C}" dt="2026-01-20T11:48:26.559" v="3270" actId="478"/>
          <ac:cxnSpMkLst>
            <pc:docMk/>
            <pc:sldMk cId="387616033" sldId="396"/>
            <ac:cxnSpMk id="768" creationId="{8BFCA6C5-B0D6-2349-F9D5-578D404014FB}"/>
          </ac:cxnSpMkLst>
        </pc:cxnChg>
        <pc:cxnChg chg="mod topLvl">
          <ac:chgData name="Mayu Ninagawa (蜷川 真優 GE)" userId="15d22be4-2d84-414d-ac66-ca09a50eae87" providerId="ADAL" clId="{2A43D1C7-C612-4547-BA11-3049DC01C97C}" dt="2026-01-29T06:56:04.842" v="6335" actId="14100"/>
          <ac:cxnSpMkLst>
            <pc:docMk/>
            <pc:sldMk cId="387616033" sldId="396"/>
            <ac:cxnSpMk id="768" creationId="{9FA482CB-8C84-45D0-266A-8BEA9300FD90}"/>
          </ac:cxnSpMkLst>
        </pc:cxnChg>
        <pc:cxnChg chg="del mod topLvl">
          <ac:chgData name="Mayu Ninagawa (蜷川 真優 GE)" userId="15d22be4-2d84-414d-ac66-ca09a50eae87" providerId="ADAL" clId="{2A43D1C7-C612-4547-BA11-3049DC01C97C}" dt="2026-01-20T11:48:26.559" v="3270" actId="478"/>
          <ac:cxnSpMkLst>
            <pc:docMk/>
            <pc:sldMk cId="387616033" sldId="396"/>
            <ac:cxnSpMk id="769" creationId="{A128733B-2CD9-F6E3-7B2F-8A3EDBE23FD2}"/>
          </ac:cxnSpMkLst>
        </pc:cxnChg>
        <pc:cxnChg chg="mod topLvl">
          <ac:chgData name="Mayu Ninagawa (蜷川 真優 GE)" userId="15d22be4-2d84-414d-ac66-ca09a50eae87" providerId="ADAL" clId="{2A43D1C7-C612-4547-BA11-3049DC01C97C}" dt="2026-01-29T06:50:07.182" v="6214" actId="164"/>
          <ac:cxnSpMkLst>
            <pc:docMk/>
            <pc:sldMk cId="387616033" sldId="396"/>
            <ac:cxnSpMk id="769" creationId="{C1639518-169D-7D8C-2799-38AECBCBF1B0}"/>
          </ac:cxnSpMkLst>
        </pc:cxnChg>
        <pc:cxnChg chg="mod topLvl">
          <ac:chgData name="Mayu Ninagawa (蜷川 真優 GE)" userId="15d22be4-2d84-414d-ac66-ca09a50eae87" providerId="ADAL" clId="{2A43D1C7-C612-4547-BA11-3049DC01C97C}" dt="2026-01-29T06:56:09.363" v="6338" actId="1076"/>
          <ac:cxnSpMkLst>
            <pc:docMk/>
            <pc:sldMk cId="387616033" sldId="396"/>
            <ac:cxnSpMk id="770" creationId="{9ADB9977-561D-BE8B-107B-D5B8D0DE8CC5}"/>
          </ac:cxnSpMkLst>
        </pc:cxnChg>
        <pc:cxnChg chg="mod">
          <ac:chgData name="Mayu Ninagawa (蜷川 真優 GE)" userId="15d22be4-2d84-414d-ac66-ca09a50eae87" providerId="ADAL" clId="{2A43D1C7-C612-4547-BA11-3049DC01C97C}" dt="2026-01-29T06:51:01.458" v="6226"/>
          <ac:cxnSpMkLst>
            <pc:docMk/>
            <pc:sldMk cId="387616033" sldId="396"/>
            <ac:cxnSpMk id="831" creationId="{57A17299-91CC-D443-43EB-14E029BA1BA8}"/>
          </ac:cxnSpMkLst>
        </pc:cxnChg>
        <pc:cxnChg chg="mod">
          <ac:chgData name="Mayu Ninagawa (蜷川 真優 GE)" userId="15d22be4-2d84-414d-ac66-ca09a50eae87" providerId="ADAL" clId="{2A43D1C7-C612-4547-BA11-3049DC01C97C}" dt="2026-01-29T06:51:01.458" v="6226"/>
          <ac:cxnSpMkLst>
            <pc:docMk/>
            <pc:sldMk cId="387616033" sldId="396"/>
            <ac:cxnSpMk id="832" creationId="{F5711C35-58A8-CBD9-4BE9-72EC84FA3AD7}"/>
          </ac:cxnSpMkLst>
        </pc:cxnChg>
        <pc:cxnChg chg="mod">
          <ac:chgData name="Mayu Ninagawa (蜷川 真優 GE)" userId="15d22be4-2d84-414d-ac66-ca09a50eae87" providerId="ADAL" clId="{2A43D1C7-C612-4547-BA11-3049DC01C97C}" dt="2026-01-29T06:51:01.458" v="6226"/>
          <ac:cxnSpMkLst>
            <pc:docMk/>
            <pc:sldMk cId="387616033" sldId="396"/>
            <ac:cxnSpMk id="833" creationId="{0A04FE41-732C-5117-FE26-D04B52030D77}"/>
          </ac:cxnSpMkLst>
        </pc:cxnChg>
        <pc:cxnChg chg="mod">
          <ac:chgData name="Mayu Ninagawa (蜷川 真優 GE)" userId="15d22be4-2d84-414d-ac66-ca09a50eae87" providerId="ADAL" clId="{2A43D1C7-C612-4547-BA11-3049DC01C97C}" dt="2026-01-29T06:53:38.748" v="6285"/>
          <ac:cxnSpMkLst>
            <pc:docMk/>
            <pc:sldMk cId="387616033" sldId="396"/>
            <ac:cxnSpMk id="907" creationId="{878B5532-DBEA-CCBA-B673-120DCF7E0E4F}"/>
          </ac:cxnSpMkLst>
        </pc:cxnChg>
        <pc:cxnChg chg="mod">
          <ac:chgData name="Mayu Ninagawa (蜷川 真優 GE)" userId="15d22be4-2d84-414d-ac66-ca09a50eae87" providerId="ADAL" clId="{2A43D1C7-C612-4547-BA11-3049DC01C97C}" dt="2026-01-29T06:53:38.748" v="6285"/>
          <ac:cxnSpMkLst>
            <pc:docMk/>
            <pc:sldMk cId="387616033" sldId="396"/>
            <ac:cxnSpMk id="908" creationId="{EC1AA11F-F98C-5E15-BDAA-A71E3165FA72}"/>
          </ac:cxnSpMkLst>
        </pc:cxnChg>
        <pc:cxnChg chg="mod">
          <ac:chgData name="Mayu Ninagawa (蜷川 真優 GE)" userId="15d22be4-2d84-414d-ac66-ca09a50eae87" providerId="ADAL" clId="{2A43D1C7-C612-4547-BA11-3049DC01C97C}" dt="2026-01-29T06:53:38.748" v="6285"/>
          <ac:cxnSpMkLst>
            <pc:docMk/>
            <pc:sldMk cId="387616033" sldId="396"/>
            <ac:cxnSpMk id="909" creationId="{D06A2087-9893-1845-14D3-18CA0E03D9F4}"/>
          </ac:cxnSpMkLst>
        </pc:cxnChg>
      </pc:sldChg>
      <pc:sldChg chg="modSp mod">
        <pc:chgData name="Mayu Ninagawa (蜷川 真優 GE)" userId="15d22be4-2d84-414d-ac66-ca09a50eae87" providerId="ADAL" clId="{2A43D1C7-C612-4547-BA11-3049DC01C97C}" dt="2026-01-30T07:45:16.299" v="9953" actId="20577"/>
        <pc:sldMkLst>
          <pc:docMk/>
          <pc:sldMk cId="2038409218" sldId="397"/>
        </pc:sldMkLst>
        <pc:spChg chg="mod">
          <ac:chgData name="Mayu Ninagawa (蜷川 真優 GE)" userId="15d22be4-2d84-414d-ac66-ca09a50eae87" providerId="ADAL" clId="{2A43D1C7-C612-4547-BA11-3049DC01C97C}" dt="2026-01-29T03:21:47.537" v="5493" actId="313"/>
          <ac:spMkLst>
            <pc:docMk/>
            <pc:sldMk cId="2038409218" sldId="397"/>
            <ac:spMk id="10" creationId="{6A336432-68A8-AAEA-050A-83568189D4BE}"/>
          </ac:spMkLst>
        </pc:spChg>
        <pc:graphicFrameChg chg="modGraphic">
          <ac:chgData name="Mayu Ninagawa (蜷川 真優 GE)" userId="15d22be4-2d84-414d-ac66-ca09a50eae87" providerId="ADAL" clId="{2A43D1C7-C612-4547-BA11-3049DC01C97C}" dt="2026-01-30T07:45:12.262" v="9952" actId="313"/>
          <ac:graphicFrameMkLst>
            <pc:docMk/>
            <pc:sldMk cId="2038409218" sldId="397"/>
            <ac:graphicFrameMk id="2" creationId="{7F616884-9D1C-2BB2-DB33-9C83BD5AB0AA}"/>
          </ac:graphicFrameMkLst>
        </pc:graphicFrameChg>
        <pc:graphicFrameChg chg="modGraphic">
          <ac:chgData name="Mayu Ninagawa (蜷川 真優 GE)" userId="15d22be4-2d84-414d-ac66-ca09a50eae87" providerId="ADAL" clId="{2A43D1C7-C612-4547-BA11-3049DC01C97C}" dt="2026-01-30T07:45:16.299" v="9953" actId="20577"/>
          <ac:graphicFrameMkLst>
            <pc:docMk/>
            <pc:sldMk cId="2038409218" sldId="397"/>
            <ac:graphicFrameMk id="6" creationId="{DFA46D1C-3C58-A61B-396E-C3DE9EBF78E8}"/>
          </ac:graphicFrameMkLst>
        </pc:graphicFrameChg>
      </pc:sldChg>
      <pc:sldChg chg="modSp mod">
        <pc:chgData name="Mayu Ninagawa (蜷川 真優 GE)" userId="15d22be4-2d84-414d-ac66-ca09a50eae87" providerId="ADAL" clId="{2A43D1C7-C612-4547-BA11-3049DC01C97C}" dt="2026-01-30T06:33:10.070" v="9552"/>
        <pc:sldMkLst>
          <pc:docMk/>
          <pc:sldMk cId="2106537461" sldId="398"/>
        </pc:sldMkLst>
        <pc:spChg chg="mod">
          <ac:chgData name="Mayu Ninagawa (蜷川 真優 GE)" userId="15d22be4-2d84-414d-ac66-ca09a50eae87" providerId="ADAL" clId="{2A43D1C7-C612-4547-BA11-3049DC01C97C}" dt="2026-01-29T03:21:49.381" v="5496" actId="313"/>
          <ac:spMkLst>
            <pc:docMk/>
            <pc:sldMk cId="2106537461" sldId="398"/>
            <ac:spMk id="5" creationId="{ADE37CA6-4A99-AE2D-34D5-CD6EA3082B47}"/>
          </ac:spMkLst>
        </pc:spChg>
        <pc:graphicFrameChg chg="mod">
          <ac:chgData name="Mayu Ninagawa (蜷川 真優 GE)" userId="15d22be4-2d84-414d-ac66-ca09a50eae87" providerId="ADAL" clId="{2A43D1C7-C612-4547-BA11-3049DC01C97C}" dt="2026-01-30T06:33:10.070" v="9552"/>
          <ac:graphicFrameMkLst>
            <pc:docMk/>
            <pc:sldMk cId="2106537461" sldId="398"/>
            <ac:graphicFrameMk id="114" creationId="{0D502737-4EA4-5885-1864-712C9893961E}"/>
          </ac:graphicFrameMkLst>
        </pc:graphicFrameChg>
      </pc:sldChg>
      <pc:sldChg chg="modSp mod">
        <pc:chgData name="Mayu Ninagawa (蜷川 真優 GE)" userId="15d22be4-2d84-414d-ac66-ca09a50eae87" providerId="ADAL" clId="{2A43D1C7-C612-4547-BA11-3049DC01C97C}" dt="2026-01-30T06:33:10.070" v="9552"/>
        <pc:sldMkLst>
          <pc:docMk/>
          <pc:sldMk cId="4150426439" sldId="399"/>
        </pc:sldMkLst>
        <pc:spChg chg="mod">
          <ac:chgData name="Mayu Ninagawa (蜷川 真優 GE)" userId="15d22be4-2d84-414d-ac66-ca09a50eae87" providerId="ADAL" clId="{2A43D1C7-C612-4547-BA11-3049DC01C97C}" dt="2026-01-29T03:21:50.465" v="5497" actId="313"/>
          <ac:spMkLst>
            <pc:docMk/>
            <pc:sldMk cId="4150426439" sldId="399"/>
            <ac:spMk id="5" creationId="{DEAC450F-D99B-EC26-5BA5-C1776E95D6B0}"/>
          </ac:spMkLst>
        </pc:spChg>
        <pc:graphicFrameChg chg="mod">
          <ac:chgData name="Mayu Ninagawa (蜷川 真優 GE)" userId="15d22be4-2d84-414d-ac66-ca09a50eae87" providerId="ADAL" clId="{2A43D1C7-C612-4547-BA11-3049DC01C97C}" dt="2026-01-30T06:33:10.070" v="9552"/>
          <ac:graphicFrameMkLst>
            <pc:docMk/>
            <pc:sldMk cId="4150426439" sldId="399"/>
            <ac:graphicFrameMk id="2" creationId="{55987AC2-056F-9C5A-5E0E-7FB4AAAEE811}"/>
          </ac:graphicFrameMkLst>
        </pc:graphicFrameChg>
        <pc:graphicFrameChg chg="mod">
          <ac:chgData name="Mayu Ninagawa (蜷川 真優 GE)" userId="15d22be4-2d84-414d-ac66-ca09a50eae87" providerId="ADAL" clId="{2A43D1C7-C612-4547-BA11-3049DC01C97C}" dt="2026-01-30T06:33:10.070" v="9552"/>
          <ac:graphicFrameMkLst>
            <pc:docMk/>
            <pc:sldMk cId="4150426439" sldId="399"/>
            <ac:graphicFrameMk id="114" creationId="{0D502737-4EA4-5885-1864-712C9893961E}"/>
          </ac:graphicFrameMkLst>
        </pc:graphicFrameChg>
      </pc:sldChg>
      <pc:sldChg chg="modSp mod">
        <pc:chgData name="Mayu Ninagawa (蜷川 真優 GE)" userId="15d22be4-2d84-414d-ac66-ca09a50eae87" providerId="ADAL" clId="{2A43D1C7-C612-4547-BA11-3049DC01C97C}" dt="2026-01-30T06:33:10.070" v="9552"/>
        <pc:sldMkLst>
          <pc:docMk/>
          <pc:sldMk cId="1195677608" sldId="400"/>
        </pc:sldMkLst>
        <pc:spChg chg="mod">
          <ac:chgData name="Mayu Ninagawa (蜷川 真優 GE)" userId="15d22be4-2d84-414d-ac66-ca09a50eae87" providerId="ADAL" clId="{2A43D1C7-C612-4547-BA11-3049DC01C97C}" dt="2026-01-29T03:21:51.054" v="5498" actId="313"/>
          <ac:spMkLst>
            <pc:docMk/>
            <pc:sldMk cId="1195677608" sldId="400"/>
            <ac:spMk id="5" creationId="{6B686B48-1521-6F41-AF43-8DD0AC3186B1}"/>
          </ac:spMkLst>
        </pc:spChg>
        <pc:graphicFrameChg chg="mod">
          <ac:chgData name="Mayu Ninagawa (蜷川 真優 GE)" userId="15d22be4-2d84-414d-ac66-ca09a50eae87" providerId="ADAL" clId="{2A43D1C7-C612-4547-BA11-3049DC01C97C}" dt="2026-01-30T06:33:10.070" v="9552"/>
          <ac:graphicFrameMkLst>
            <pc:docMk/>
            <pc:sldMk cId="1195677608" sldId="400"/>
            <ac:graphicFrameMk id="2" creationId="{55987AC2-056F-9C5A-5E0E-7FB4AAAEE811}"/>
          </ac:graphicFrameMkLst>
        </pc:graphicFrameChg>
        <pc:graphicFrameChg chg="mod">
          <ac:chgData name="Mayu Ninagawa (蜷川 真優 GE)" userId="15d22be4-2d84-414d-ac66-ca09a50eae87" providerId="ADAL" clId="{2A43D1C7-C612-4547-BA11-3049DC01C97C}" dt="2026-01-30T06:33:10.070" v="9552"/>
          <ac:graphicFrameMkLst>
            <pc:docMk/>
            <pc:sldMk cId="1195677608" sldId="400"/>
            <ac:graphicFrameMk id="114" creationId="{0D502737-4EA4-5885-1864-712C9893961E}"/>
          </ac:graphicFrameMkLst>
        </pc:graphicFrameChg>
      </pc:sldChg>
      <pc:sldChg chg="addSp delSp modSp mod">
        <pc:chgData name="Mayu Ninagawa (蜷川 真優 GE)" userId="15d22be4-2d84-414d-ac66-ca09a50eae87" providerId="ADAL" clId="{2A43D1C7-C612-4547-BA11-3049DC01C97C}" dt="2026-01-30T07:45:08.859" v="9949" actId="313"/>
        <pc:sldMkLst>
          <pc:docMk/>
          <pc:sldMk cId="1529473104" sldId="401"/>
        </pc:sldMkLst>
        <pc:spChg chg="mod">
          <ac:chgData name="Mayu Ninagawa (蜷川 真優 GE)" userId="15d22be4-2d84-414d-ac66-ca09a50eae87" providerId="ADAL" clId="{2A43D1C7-C612-4547-BA11-3049DC01C97C}" dt="2026-01-22T03:41:31.619" v="4668" actId="20577"/>
          <ac:spMkLst>
            <pc:docMk/>
            <pc:sldMk cId="1529473104" sldId="401"/>
            <ac:spMk id="2" creationId="{BF5032FB-CAF0-0CB9-B38B-1EBCFD137204}"/>
          </ac:spMkLst>
        </pc:spChg>
        <pc:spChg chg="del mod">
          <ac:chgData name="Mayu Ninagawa (蜷川 真優 GE)" userId="15d22be4-2d84-414d-ac66-ca09a50eae87" providerId="ADAL" clId="{2A43D1C7-C612-4547-BA11-3049DC01C97C}" dt="2026-01-22T03:41:42.539" v="4670" actId="478"/>
          <ac:spMkLst>
            <pc:docMk/>
            <pc:sldMk cId="1529473104" sldId="401"/>
            <ac:spMk id="3" creationId="{1A9890B5-4F1A-E8FE-73D4-6B22D984764B}"/>
          </ac:spMkLst>
        </pc:spChg>
        <pc:spChg chg="add mod">
          <ac:chgData name="Mayu Ninagawa (蜷川 真優 GE)" userId="15d22be4-2d84-414d-ac66-ca09a50eae87" providerId="ADAL" clId="{2A43D1C7-C612-4547-BA11-3049DC01C97C}" dt="2026-01-22T03:41:54.130" v="4677" actId="1076"/>
          <ac:spMkLst>
            <pc:docMk/>
            <pc:sldMk cId="1529473104" sldId="401"/>
            <ac:spMk id="7" creationId="{6B751A89-C07A-7850-3AB9-9C01D9567394}"/>
          </ac:spMkLst>
        </pc:spChg>
        <pc:spChg chg="mod">
          <ac:chgData name="Mayu Ninagawa (蜷川 真優 GE)" userId="15d22be4-2d84-414d-ac66-ca09a50eae87" providerId="ADAL" clId="{2A43D1C7-C612-4547-BA11-3049DC01C97C}" dt="2026-01-30T06:33:10.070" v="9552"/>
          <ac:spMkLst>
            <pc:docMk/>
            <pc:sldMk cId="1529473104" sldId="401"/>
            <ac:spMk id="46" creationId="{1CF40FA3-0569-6329-F472-F65257B3C2CD}"/>
          </ac:spMkLst>
        </pc:spChg>
        <pc:spChg chg="mod">
          <ac:chgData name="Mayu Ninagawa (蜷川 真優 GE)" userId="15d22be4-2d84-414d-ac66-ca09a50eae87" providerId="ADAL" clId="{2A43D1C7-C612-4547-BA11-3049DC01C97C}" dt="2026-01-30T06:33:10.070" v="9552"/>
          <ac:spMkLst>
            <pc:docMk/>
            <pc:sldMk cId="1529473104" sldId="401"/>
            <ac:spMk id="53" creationId="{E620F8F9-A68C-8D53-1738-F923A252A0F0}"/>
          </ac:spMkLst>
        </pc:spChg>
        <pc:spChg chg="add mod">
          <ac:chgData name="Mayu Ninagawa (蜷川 真優 GE)" userId="15d22be4-2d84-414d-ac66-ca09a50eae87" providerId="ADAL" clId="{2A43D1C7-C612-4547-BA11-3049DC01C97C}" dt="2026-01-22T03:44:37.048" v="4687" actId="20577"/>
          <ac:spMkLst>
            <pc:docMk/>
            <pc:sldMk cId="1529473104" sldId="401"/>
            <ac:spMk id="55" creationId="{06006220-B43F-A50B-E151-2967BC219885}"/>
          </ac:spMkLst>
        </pc:spChg>
        <pc:graphicFrameChg chg="mod modGraphic">
          <ac:chgData name="Mayu Ninagawa (蜷川 真優 GE)" userId="15d22be4-2d84-414d-ac66-ca09a50eae87" providerId="ADAL" clId="{2A43D1C7-C612-4547-BA11-3049DC01C97C}" dt="2026-01-30T07:45:07.909" v="9947" actId="313"/>
          <ac:graphicFrameMkLst>
            <pc:docMk/>
            <pc:sldMk cId="1529473104" sldId="401"/>
            <ac:graphicFrameMk id="6" creationId="{673AD947-B2E6-3947-C6A4-91A729A01C91}"/>
          </ac:graphicFrameMkLst>
        </pc:graphicFrameChg>
        <pc:graphicFrameChg chg="mod modGraphic">
          <ac:chgData name="Mayu Ninagawa (蜷川 真優 GE)" userId="15d22be4-2d84-414d-ac66-ca09a50eae87" providerId="ADAL" clId="{2A43D1C7-C612-4547-BA11-3049DC01C97C}" dt="2026-01-30T07:45:08.264" v="9948" actId="313"/>
          <ac:graphicFrameMkLst>
            <pc:docMk/>
            <pc:sldMk cId="1529473104" sldId="401"/>
            <ac:graphicFrameMk id="10" creationId="{DD979A1D-917B-55D0-9C5D-859EBFE1EF95}"/>
          </ac:graphicFrameMkLst>
        </pc:graphicFrameChg>
        <pc:graphicFrameChg chg="mod modGraphic">
          <ac:chgData name="Mayu Ninagawa (蜷川 真優 GE)" userId="15d22be4-2d84-414d-ac66-ca09a50eae87" providerId="ADAL" clId="{2A43D1C7-C612-4547-BA11-3049DC01C97C}" dt="2026-01-30T07:45:08.859" v="9949" actId="313"/>
          <ac:graphicFrameMkLst>
            <pc:docMk/>
            <pc:sldMk cId="1529473104" sldId="401"/>
            <ac:graphicFrameMk id="54" creationId="{89861019-49B8-9154-548A-52D6D7E5B6AD}"/>
          </ac:graphicFrameMkLst>
        </pc:graphicFrameChg>
      </pc:sldChg>
      <pc:sldChg chg="addSp delSp modSp new mod">
        <pc:chgData name="Mayu Ninagawa (蜷川 真優 GE)" userId="15d22be4-2d84-414d-ac66-ca09a50eae87" providerId="ADAL" clId="{2A43D1C7-C612-4547-BA11-3049DC01C97C}" dt="2026-01-30T06:33:10.070" v="9552"/>
        <pc:sldMkLst>
          <pc:docMk/>
          <pc:sldMk cId="678269934" sldId="402"/>
        </pc:sldMkLst>
        <pc:spChg chg="add mod">
          <ac:chgData name="Mayu Ninagawa (蜷川 真優 GE)" userId="15d22be4-2d84-414d-ac66-ca09a50eae87" providerId="ADAL" clId="{2A43D1C7-C612-4547-BA11-3049DC01C97C}" dt="2026-01-20T07:54:43.376" v="237" actId="20577"/>
          <ac:spMkLst>
            <pc:docMk/>
            <pc:sldMk cId="678269934" sldId="402"/>
            <ac:spMk id="5" creationId="{D0CF86DD-3A1D-55A9-60F8-0E0D8D223D54}"/>
          </ac:spMkLst>
        </pc:spChg>
        <pc:spChg chg="add">
          <ac:chgData name="Mayu Ninagawa (蜷川 真優 GE)" userId="15d22be4-2d84-414d-ac66-ca09a50eae87" providerId="ADAL" clId="{2A43D1C7-C612-4547-BA11-3049DC01C97C}" dt="2026-01-20T07:59:19.421" v="263" actId="11529"/>
          <ac:spMkLst>
            <pc:docMk/>
            <pc:sldMk cId="678269934" sldId="402"/>
            <ac:spMk id="8" creationId="{2F1CC746-61A3-C156-EA04-1C72BB37B686}"/>
          </ac:spMkLst>
        </pc:spChg>
        <pc:spChg chg="add mod">
          <ac:chgData name="Mayu Ninagawa (蜷川 真優 GE)" userId="15d22be4-2d84-414d-ac66-ca09a50eae87" providerId="ADAL" clId="{2A43D1C7-C612-4547-BA11-3049DC01C97C}" dt="2026-01-20T07:59:42.533" v="270" actId="14100"/>
          <ac:spMkLst>
            <pc:docMk/>
            <pc:sldMk cId="678269934" sldId="402"/>
            <ac:spMk id="13" creationId="{B7363A2B-6195-9D08-D5AC-78DA0AD484E9}"/>
          </ac:spMkLst>
        </pc:spChg>
        <pc:spChg chg="add mod">
          <ac:chgData name="Mayu Ninagawa (蜷川 真優 GE)" userId="15d22be4-2d84-414d-ac66-ca09a50eae87" providerId="ADAL" clId="{2A43D1C7-C612-4547-BA11-3049DC01C97C}" dt="2026-01-20T08:01:04.109" v="290" actId="1076"/>
          <ac:spMkLst>
            <pc:docMk/>
            <pc:sldMk cId="678269934" sldId="402"/>
            <ac:spMk id="31" creationId="{A4DE930D-131B-D9DE-A5F7-53DEFC9221CD}"/>
          </ac:spMkLst>
        </pc:spChg>
        <pc:graphicFrameChg chg="add del mod modGraphic">
          <ac:chgData name="Mayu Ninagawa (蜷川 真優 GE)" userId="15d22be4-2d84-414d-ac66-ca09a50eae87" providerId="ADAL" clId="{2A43D1C7-C612-4547-BA11-3049DC01C97C}" dt="2026-01-20T07:48:02.367" v="5" actId="478"/>
          <ac:graphicFrameMkLst>
            <pc:docMk/>
            <pc:sldMk cId="678269934" sldId="402"/>
            <ac:graphicFrameMk id="2" creationId="{129AACBC-B82F-0B86-FDCF-586752D647FF}"/>
          </ac:graphicFrameMkLst>
        </pc:graphicFrameChg>
        <pc:graphicFrameChg chg="add mod modGraphic">
          <ac:chgData name="Mayu Ninagawa (蜷川 真優 GE)" userId="15d22be4-2d84-414d-ac66-ca09a50eae87" providerId="ADAL" clId="{2A43D1C7-C612-4547-BA11-3049DC01C97C}" dt="2026-01-30T06:33:10.070" v="9552"/>
          <ac:graphicFrameMkLst>
            <pc:docMk/>
            <pc:sldMk cId="678269934" sldId="402"/>
            <ac:graphicFrameMk id="3" creationId="{7CFD5228-51BA-05B8-75F1-EAB338D705C8}"/>
          </ac:graphicFrameMkLst>
        </pc:graphicFrameChg>
        <pc:cxnChg chg="add del mod">
          <ac:chgData name="Mayu Ninagawa (蜷川 真優 GE)" userId="15d22be4-2d84-414d-ac66-ca09a50eae87" providerId="ADAL" clId="{2A43D1C7-C612-4547-BA11-3049DC01C97C}" dt="2026-01-20T08:00:12.750" v="275" actId="478"/>
          <ac:cxnSpMkLst>
            <pc:docMk/>
            <pc:sldMk cId="678269934" sldId="402"/>
            <ac:cxnSpMk id="7" creationId="{D441E58D-4C77-7CD8-7ED6-2BD81D7E6E92}"/>
          </ac:cxnSpMkLst>
        </pc:cxnChg>
        <pc:cxnChg chg="add del mod">
          <ac:chgData name="Mayu Ninagawa (蜷川 真優 GE)" userId="15d22be4-2d84-414d-ac66-ca09a50eae87" providerId="ADAL" clId="{2A43D1C7-C612-4547-BA11-3049DC01C97C}" dt="2026-01-20T08:00:12.750" v="275" actId="478"/>
          <ac:cxnSpMkLst>
            <pc:docMk/>
            <pc:sldMk cId="678269934" sldId="402"/>
            <ac:cxnSpMk id="10" creationId="{2830660B-D98E-87AB-D292-3F9706E00646}"/>
          </ac:cxnSpMkLst>
        </pc:cxnChg>
        <pc:cxnChg chg="add del mod">
          <ac:chgData name="Mayu Ninagawa (蜷川 真優 GE)" userId="15d22be4-2d84-414d-ac66-ca09a50eae87" providerId="ADAL" clId="{2A43D1C7-C612-4547-BA11-3049DC01C97C}" dt="2026-01-20T08:00:12.750" v="275" actId="478"/>
          <ac:cxnSpMkLst>
            <pc:docMk/>
            <pc:sldMk cId="678269934" sldId="402"/>
            <ac:cxnSpMk id="15" creationId="{7CE5E3FF-4CD9-87A8-2843-9778959C1D82}"/>
          </ac:cxnSpMkLst>
        </pc:cxnChg>
        <pc:cxnChg chg="add">
          <ac:chgData name="Mayu Ninagawa (蜷川 真優 GE)" userId="15d22be4-2d84-414d-ac66-ca09a50eae87" providerId="ADAL" clId="{2A43D1C7-C612-4547-BA11-3049DC01C97C}" dt="2026-01-20T08:00:18.297" v="276" actId="11529"/>
          <ac:cxnSpMkLst>
            <pc:docMk/>
            <pc:sldMk cId="678269934" sldId="402"/>
            <ac:cxnSpMk id="19" creationId="{B97574A7-1DA3-867C-5D96-562594C8D2B7}"/>
          </ac:cxnSpMkLst>
        </pc:cxnChg>
        <pc:cxnChg chg="add mod">
          <ac:chgData name="Mayu Ninagawa (蜷川 真優 GE)" userId="15d22be4-2d84-414d-ac66-ca09a50eae87" providerId="ADAL" clId="{2A43D1C7-C612-4547-BA11-3049DC01C97C}" dt="2026-01-20T08:00:24.364" v="279" actId="14100"/>
          <ac:cxnSpMkLst>
            <pc:docMk/>
            <pc:sldMk cId="678269934" sldId="402"/>
            <ac:cxnSpMk id="20" creationId="{0F5492C2-9E8F-CE32-778F-9C9DD8CA32AE}"/>
          </ac:cxnSpMkLst>
        </pc:cxnChg>
        <pc:cxnChg chg="add mod">
          <ac:chgData name="Mayu Ninagawa (蜷川 真優 GE)" userId="15d22be4-2d84-414d-ac66-ca09a50eae87" providerId="ADAL" clId="{2A43D1C7-C612-4547-BA11-3049DC01C97C}" dt="2026-01-20T08:00:32.748" v="282" actId="14100"/>
          <ac:cxnSpMkLst>
            <pc:docMk/>
            <pc:sldMk cId="678269934" sldId="402"/>
            <ac:cxnSpMk id="23" creationId="{8717C3CC-ACD8-E754-27BB-762E0D01F5D3}"/>
          </ac:cxnSpMkLst>
        </pc:cxnChg>
        <pc:cxnChg chg="add mod">
          <ac:chgData name="Mayu Ninagawa (蜷川 真優 GE)" userId="15d22be4-2d84-414d-ac66-ca09a50eae87" providerId="ADAL" clId="{2A43D1C7-C612-4547-BA11-3049DC01C97C}" dt="2026-01-20T08:01:06.183" v="291" actId="14100"/>
          <ac:cxnSpMkLst>
            <pc:docMk/>
            <pc:sldMk cId="678269934" sldId="402"/>
            <ac:cxnSpMk id="26" creationId="{0E5D70C9-48EB-9A1C-F668-0277889DD174}"/>
          </ac:cxnSpMkLst>
        </pc:cxnChg>
      </pc:sldChg>
      <pc:sldChg chg="new del">
        <pc:chgData name="Mayu Ninagawa (蜷川 真優 GE)" userId="15d22be4-2d84-414d-ac66-ca09a50eae87" providerId="ADAL" clId="{2A43D1C7-C612-4547-BA11-3049DC01C97C}" dt="2026-01-20T08:03:56.878" v="294" actId="47"/>
        <pc:sldMkLst>
          <pc:docMk/>
          <pc:sldMk cId="3512014223" sldId="403"/>
        </pc:sldMkLst>
      </pc:sldChg>
      <pc:sldChg chg="modSp add mod">
        <pc:chgData name="Mayu Ninagawa (蜷川 真優 GE)" userId="15d22be4-2d84-414d-ac66-ca09a50eae87" providerId="ADAL" clId="{2A43D1C7-C612-4547-BA11-3049DC01C97C}" dt="2026-01-20T08:13:15.831" v="925" actId="20577"/>
        <pc:sldMkLst>
          <pc:docMk/>
          <pc:sldMk cId="2204545882" sldId="404"/>
        </pc:sldMkLst>
        <pc:graphicFrameChg chg="mod modGraphic">
          <ac:chgData name="Mayu Ninagawa (蜷川 真優 GE)" userId="15d22be4-2d84-414d-ac66-ca09a50eae87" providerId="ADAL" clId="{2A43D1C7-C612-4547-BA11-3049DC01C97C}" dt="2026-01-20T08:13:15.831" v="925" actId="20577"/>
          <ac:graphicFrameMkLst>
            <pc:docMk/>
            <pc:sldMk cId="2204545882" sldId="404"/>
            <ac:graphicFrameMk id="2" creationId="{EAB3E40B-DE48-CCE3-9452-E945183513A7}"/>
          </ac:graphicFrameMkLst>
        </pc:graphicFrameChg>
      </pc:sldChg>
      <pc:sldChg chg="modSp">
        <pc:chgData name="Mayu Ninagawa (蜷川 真優 GE)" userId="15d22be4-2d84-414d-ac66-ca09a50eae87" providerId="ADAL" clId="{2A43D1C7-C612-4547-BA11-3049DC01C97C}" dt="2026-01-29T03:21:01.776" v="5488"/>
        <pc:sldMkLst>
          <pc:docMk/>
          <pc:sldMk cId="2985821282" sldId="2147483642"/>
        </pc:sldMkLst>
        <pc:spChg chg="mod">
          <ac:chgData name="Mayu Ninagawa (蜷川 真優 GE)" userId="15d22be4-2d84-414d-ac66-ca09a50eae87" providerId="ADAL" clId="{2A43D1C7-C612-4547-BA11-3049DC01C97C}" dt="2026-01-29T03:21:01.776" v="5488"/>
          <ac:spMkLst>
            <pc:docMk/>
            <pc:sldMk cId="2985821282" sldId="2147483642"/>
            <ac:spMk id="3" creationId="{892C020B-6C03-CC74-0CD1-A661AAE18E20}"/>
          </ac:spMkLst>
        </pc:spChg>
        <pc:spChg chg="mod">
          <ac:chgData name="Mayu Ninagawa (蜷川 真優 GE)" userId="15d22be4-2d84-414d-ac66-ca09a50eae87" providerId="ADAL" clId="{2A43D1C7-C612-4547-BA11-3049DC01C97C}" dt="2026-01-29T03:21:01.776" v="5488"/>
          <ac:spMkLst>
            <pc:docMk/>
            <pc:sldMk cId="2985821282" sldId="2147483642"/>
            <ac:spMk id="13" creationId="{4BE11FB2-8695-0490-7368-15E5C8F002DB}"/>
          </ac:spMkLst>
        </pc:spChg>
        <pc:spChg chg="mod">
          <ac:chgData name="Mayu Ninagawa (蜷川 真優 GE)" userId="15d22be4-2d84-414d-ac66-ca09a50eae87" providerId="ADAL" clId="{2A43D1C7-C612-4547-BA11-3049DC01C97C}" dt="2026-01-29T03:21:01.776" v="5488"/>
          <ac:spMkLst>
            <pc:docMk/>
            <pc:sldMk cId="2985821282" sldId="2147483642"/>
            <ac:spMk id="16" creationId="{1FBB5B79-A188-358A-45F5-EF2AC93B900D}"/>
          </ac:spMkLst>
        </pc:spChg>
        <pc:spChg chg="mod">
          <ac:chgData name="Mayu Ninagawa (蜷川 真優 GE)" userId="15d22be4-2d84-414d-ac66-ca09a50eae87" providerId="ADAL" clId="{2A43D1C7-C612-4547-BA11-3049DC01C97C}" dt="2026-01-29T03:21:01.776" v="5488"/>
          <ac:spMkLst>
            <pc:docMk/>
            <pc:sldMk cId="2985821282" sldId="2147483642"/>
            <ac:spMk id="46" creationId="{EA969A20-3125-6DF8-EAD5-E2AA34F6F513}"/>
          </ac:spMkLst>
        </pc:spChg>
        <pc:spChg chg="mod">
          <ac:chgData name="Mayu Ninagawa (蜷川 真優 GE)" userId="15d22be4-2d84-414d-ac66-ca09a50eae87" providerId="ADAL" clId="{2A43D1C7-C612-4547-BA11-3049DC01C97C}" dt="2026-01-29T03:21:01.776" v="5488"/>
          <ac:spMkLst>
            <pc:docMk/>
            <pc:sldMk cId="2985821282" sldId="2147483642"/>
            <ac:spMk id="107" creationId="{4FDCA654-2EB1-3120-94C6-91FBBB934EE0}"/>
          </ac:spMkLst>
        </pc:spChg>
        <pc:graphicFrameChg chg="mod">
          <ac:chgData name="Mayu Ninagawa (蜷川 真優 GE)" userId="15d22be4-2d84-414d-ac66-ca09a50eae87" providerId="ADAL" clId="{2A43D1C7-C612-4547-BA11-3049DC01C97C}" dt="2026-01-29T03:21:01.776" v="5488"/>
          <ac:graphicFrameMkLst>
            <pc:docMk/>
            <pc:sldMk cId="2985821282" sldId="2147483642"/>
            <ac:graphicFrameMk id="58" creationId="{CA7606E5-4342-83E8-2834-84105270683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F091CD-8465-354C-ABEA-AD1499905E46}" type="datetimeFigureOut">
              <a:rPr kumimoji="1" lang="ja-JP" altLang="en-US" smtClean="0"/>
              <a:t>2026/3/1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1A1BBA-52CA-5643-A011-E72F48AD8288}" type="slidenum">
              <a:rPr kumimoji="1" lang="ja-JP" altLang="en-US" smtClean="0"/>
              <a:t>‹#›</a:t>
            </a:fld>
            <a:endParaRPr kumimoji="1" lang="ja-JP" altLang="en-US"/>
          </a:p>
        </p:txBody>
      </p:sp>
    </p:spTree>
    <p:extLst>
      <p:ext uri="{BB962C8B-B14F-4D97-AF65-F5344CB8AC3E}">
        <p14:creationId xmlns:p14="http://schemas.microsoft.com/office/powerpoint/2010/main" val="202731906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AC51F2-4F13-2FFD-B406-D0AB939E2B8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20C9095-8D4D-00B3-7E2F-FC7E969F99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2DF9EF-68CB-231A-737E-81DCC837B261}"/>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353618EA-5EDD-414A-4877-DB1ABC4248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892B238-F9AB-EAA6-6FFD-4F3F252DBF57}"/>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147006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857988-6CF3-D541-189F-50A9FE8CE08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ADC086-639A-4F3F-8219-62D07C2EC65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F119F4-4DE3-6412-66A0-99710DA22864}"/>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57A1A98A-C752-E37D-A374-03EF8F20CC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F6E664-9F68-E346-36C3-2F8A3FB508F6}"/>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575020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1AE214-7F0F-5AE6-E3BF-C570BEAB1B1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FA8EDD-8D59-AE32-6A5E-6BB9C9BD33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69779DC-1137-2F3F-28D6-545BD59880FB}"/>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7108A0A6-162B-3663-0497-93CDAB1A151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97D105-703A-71B2-7BAA-FFC38138D76E}"/>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174375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D5D666-BB64-8D4F-6679-653ED368C4C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46AB980-BD36-E43D-DC6F-B02D3D20B6D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DF8E8D1-C63A-4D37-8194-83C7CC24826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61AD86F-EEFA-2F8F-2880-A147BBE2DE32}"/>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6" name="フッター プレースホルダー 5">
            <a:extLst>
              <a:ext uri="{FF2B5EF4-FFF2-40B4-BE49-F238E27FC236}">
                <a16:creationId xmlns:a16="http://schemas.microsoft.com/office/drawing/2014/main" id="{5600EAD9-ADA7-CBD0-4365-8EBAA6F81FD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E6A4EC-D330-239C-FAB4-5EBC027066CD}"/>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174823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6D78F4-B2C7-4290-961C-EECFF3D96AD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E57E769-6849-1797-93CC-7862DB97D4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CFF6819-DBDA-75C5-7457-A7F8396538D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6A0214E-3EC9-2E13-5DC0-C1778FBEA9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75AF940-B169-2DCD-F3D2-82E5330C680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3F88EDD-9098-FF28-E55B-E25FDBD03E5F}"/>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8" name="フッター プレースホルダー 7">
            <a:extLst>
              <a:ext uri="{FF2B5EF4-FFF2-40B4-BE49-F238E27FC236}">
                <a16:creationId xmlns:a16="http://schemas.microsoft.com/office/drawing/2014/main" id="{918E3E12-5D92-E231-081F-61C826782FD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92BDAF8-243C-BA9A-37E1-1303DE4582AA}"/>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952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B69B75-3DFF-5FD7-CB71-BCD53F25B34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EE9002-EBAD-CB24-E46A-DFDFA4394E46}"/>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4" name="フッター プレースホルダー 3">
            <a:extLst>
              <a:ext uri="{FF2B5EF4-FFF2-40B4-BE49-F238E27FC236}">
                <a16:creationId xmlns:a16="http://schemas.microsoft.com/office/drawing/2014/main" id="{3B80209D-B6B1-FFA8-A169-F342840B6EA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6BAE0CA-2AC4-1A94-5356-68DDD02FAB0E}"/>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27426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4D173D-A681-3FDF-9583-1D2A8CCAA08A}"/>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3" name="フッター プレースホルダー 2">
            <a:extLst>
              <a:ext uri="{FF2B5EF4-FFF2-40B4-BE49-F238E27FC236}">
                <a16:creationId xmlns:a16="http://schemas.microsoft.com/office/drawing/2014/main" id="{CBA2A33C-2A87-F1A2-439E-521A8153B76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0352B4-A47A-E2CC-4634-789B1653C46D}"/>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
        <p:nvSpPr>
          <p:cNvPr id="5" name="正方形/長方形 4">
            <a:extLst>
              <a:ext uri="{FF2B5EF4-FFF2-40B4-BE49-F238E27FC236}">
                <a16:creationId xmlns:a16="http://schemas.microsoft.com/office/drawing/2014/main" id="{182CC2FA-A2E0-9597-7682-A98CD12FDABD}"/>
              </a:ext>
            </a:extLst>
          </p:cNvPr>
          <p:cNvSpPr/>
          <p:nvPr userDrawn="1"/>
        </p:nvSpPr>
        <p:spPr>
          <a:xfrm>
            <a:off x="0" y="0"/>
            <a:ext cx="12192000" cy="437322"/>
          </a:xfrm>
          <a:prstGeom prst="rect">
            <a:avLst/>
          </a:prstGeom>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054D90CE-6D3D-FF96-B7EC-E066A2236F93}"/>
              </a:ext>
            </a:extLst>
          </p:cNvPr>
          <p:cNvSpPr/>
          <p:nvPr userDrawn="1"/>
        </p:nvSpPr>
        <p:spPr>
          <a:xfrm>
            <a:off x="0" y="6420679"/>
            <a:ext cx="12192000" cy="437321"/>
          </a:xfrm>
          <a:prstGeom prst="rect">
            <a:avLst/>
          </a:prstGeom>
          <a:gradFill flip="none" rotWithShape="1">
            <a:gsLst>
              <a:gs pos="0">
                <a:schemeClr val="bg2">
                  <a:lumMod val="25000"/>
                  <a:tint val="66000"/>
                  <a:satMod val="160000"/>
                </a:schemeClr>
              </a:gs>
              <a:gs pos="50000">
                <a:schemeClr val="bg2">
                  <a:lumMod val="25000"/>
                  <a:tint val="44500"/>
                  <a:satMod val="160000"/>
                </a:schemeClr>
              </a:gs>
              <a:gs pos="100000">
                <a:schemeClr val="bg2">
                  <a:lumMod val="25000"/>
                  <a:tint val="23500"/>
                  <a:satMod val="160000"/>
                </a:schemeClr>
              </a:gs>
            </a:gsLst>
            <a:lin ang="10800000" scaled="1"/>
            <a:tileRect/>
          </a:gradFill>
          <a:ln>
            <a:noFill/>
          </a:ln>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29031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4D173D-A681-3FDF-9583-1D2A8CCAA08A}"/>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3" name="フッター プレースホルダー 2">
            <a:extLst>
              <a:ext uri="{FF2B5EF4-FFF2-40B4-BE49-F238E27FC236}">
                <a16:creationId xmlns:a16="http://schemas.microsoft.com/office/drawing/2014/main" id="{CBA2A33C-2A87-F1A2-439E-521A8153B76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0352B4-A47A-E2CC-4634-789B1653C46D}"/>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
        <p:nvSpPr>
          <p:cNvPr id="5" name="正方形/長方形 4">
            <a:extLst>
              <a:ext uri="{FF2B5EF4-FFF2-40B4-BE49-F238E27FC236}">
                <a16:creationId xmlns:a16="http://schemas.microsoft.com/office/drawing/2014/main" id="{182CC2FA-A2E0-9597-7682-A98CD12FDABD}"/>
              </a:ext>
            </a:extLst>
          </p:cNvPr>
          <p:cNvSpPr/>
          <p:nvPr userDrawn="1"/>
        </p:nvSpPr>
        <p:spPr>
          <a:xfrm>
            <a:off x="0" y="0"/>
            <a:ext cx="12192000" cy="437322"/>
          </a:xfrm>
          <a:prstGeom prst="rect">
            <a:avLst/>
          </a:prstGeom>
          <a:effectLst/>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68514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A78D8B-71EE-BF66-D7AA-3427A7FD13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D9F643F-E8AA-9933-42C5-311E588E74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6C785AE-03F4-5FC5-E27B-6D2AB2AC2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DFA9488-9C3E-CDEB-0DA8-1AD09A484496}"/>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6" name="フッター プレースホルダー 5">
            <a:extLst>
              <a:ext uri="{FF2B5EF4-FFF2-40B4-BE49-F238E27FC236}">
                <a16:creationId xmlns:a16="http://schemas.microsoft.com/office/drawing/2014/main" id="{D3AAD571-B0D9-E7C3-E91A-76C349DB12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9055177-84B3-2AD2-29D6-733286B13937}"/>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4244951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F28489-A0EA-C5AE-8562-2A8F876C5F4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4DD04A6-3053-71A3-9193-6A460F02F9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9B5B815-3B66-C263-058B-9C4DED4B6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545918-5E8C-AEA9-AC94-22E1111B97DB}"/>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6" name="フッター プレースホルダー 5">
            <a:extLst>
              <a:ext uri="{FF2B5EF4-FFF2-40B4-BE49-F238E27FC236}">
                <a16:creationId xmlns:a16="http://schemas.microsoft.com/office/drawing/2014/main" id="{10B1EE3B-3378-A309-AA95-71679583C63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8A9B1F9-5ED4-BC42-3F2E-203E29BF37DB}"/>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2432608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6CDE9A-3B12-06BA-14B4-68C8288F43D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2118651-ED10-4F2A-EFDF-FCD0D2E0989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9A8348-3864-25A9-E900-462EA4F38C73}"/>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5E8A842C-6FCD-653B-70B1-7F3D040293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0BD913-81B8-F138-A759-8E9B8288834B}"/>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3102598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5C6771C-220B-721C-C1D8-EE08CCBD025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42AEF2B-4282-DB9F-761E-3861C2834C8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8AD3E42-0E83-7884-93D9-70FFE1F73190}"/>
              </a:ext>
            </a:extLst>
          </p:cNvPr>
          <p:cNvSpPr>
            <a:spLocks noGrp="1"/>
          </p:cNvSpPr>
          <p:nvPr>
            <p:ph type="dt" sz="half" idx="10"/>
          </p:nvPr>
        </p:nvSpPr>
        <p:spPr/>
        <p:txBody>
          <a:body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EFDF40C6-5598-6D1B-B8E5-52DA949C4ED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03280B-44E2-2B0E-58D8-AA697A115EF4}"/>
              </a:ext>
            </a:extLst>
          </p:cNvPr>
          <p:cNvSpPr>
            <a:spLocks noGrp="1"/>
          </p:cNvSpPr>
          <p:nvPr>
            <p:ph type="sldNum" sz="quarter" idx="12"/>
          </p:nvPr>
        </p:nvSpPr>
        <p:spPr/>
        <p:txBody>
          <a:body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2696766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2A96049-BD50-E478-55D8-A8AE12A05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967E1C-CD64-9B8B-9248-7CF6D5E514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58627C-DAFA-31C4-59E0-9E10E0F3D6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C6E085-954B-7F41-A056-8A6168313553}" type="datetimeFigureOut">
              <a:rPr kumimoji="1" lang="ja-JP" altLang="en-US" smtClean="0"/>
              <a:t>2026/3/1</a:t>
            </a:fld>
            <a:endParaRPr kumimoji="1" lang="ja-JP" altLang="en-US"/>
          </a:p>
        </p:txBody>
      </p:sp>
      <p:sp>
        <p:nvSpPr>
          <p:cNvPr id="5" name="フッター プレースホルダー 4">
            <a:extLst>
              <a:ext uri="{FF2B5EF4-FFF2-40B4-BE49-F238E27FC236}">
                <a16:creationId xmlns:a16="http://schemas.microsoft.com/office/drawing/2014/main" id="{B15D0ACB-E7BF-C951-5A5D-3EBDB7BBC2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C12DB8C-5AEA-3185-1FCA-93C7370BF4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1B73D9-098A-0F4F-8D0E-777128FE5106}" type="slidenum">
              <a:rPr kumimoji="1" lang="ja-JP" altLang="en-US" smtClean="0"/>
              <a:t>‹#›</a:t>
            </a:fld>
            <a:endParaRPr kumimoji="1" lang="ja-JP" altLang="en-US"/>
          </a:p>
        </p:txBody>
      </p:sp>
    </p:spTree>
    <p:extLst>
      <p:ext uri="{BB962C8B-B14F-4D97-AF65-F5344CB8AC3E}">
        <p14:creationId xmlns:p14="http://schemas.microsoft.com/office/powerpoint/2010/main" val="496158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テキスト ボックス 13">
            <a:extLst>
              <a:ext uri="{FF2B5EF4-FFF2-40B4-BE49-F238E27FC236}">
                <a16:creationId xmlns:a16="http://schemas.microsoft.com/office/drawing/2014/main" id="{B675EF4C-FC17-A52B-B704-F9299985481C}"/>
              </a:ext>
            </a:extLst>
          </p:cNvPr>
          <p:cNvSpPr txBox="1"/>
          <p:nvPr/>
        </p:nvSpPr>
        <p:spPr>
          <a:xfrm>
            <a:off x="385774" y="0"/>
            <a:ext cx="11528188"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dirty="0">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ガイドラインの安全性評価のプロセスについて</a:t>
            </a:r>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26B698E3-2790-8874-E1C0-19D400F2CA46}"/>
              </a:ext>
            </a:extLst>
          </p:cNvPr>
          <p:cNvSpPr txBox="1"/>
          <p:nvPr/>
        </p:nvSpPr>
        <p:spPr>
          <a:xfrm>
            <a:off x="-1" y="425084"/>
            <a:ext cx="5541405" cy="369332"/>
          </a:xfrm>
          <a:prstGeom prst="rect">
            <a:avLst/>
          </a:prstGeom>
          <a:noFill/>
        </p:spPr>
        <p:txBody>
          <a:bodyPr wrap="square" rtlCol="0">
            <a:spAutoFit/>
          </a:bodyPr>
          <a:lstStyle/>
          <a:p>
            <a:r>
              <a:rPr lang="en-US" altLang="ja-JP">
                <a:latin typeface="Meiryo UI" panose="020B0604030504040204" pitchFamily="50" charset="-128"/>
                <a:ea typeface="Meiryo UI" panose="020B0604030504040204" pitchFamily="50" charset="-128"/>
              </a:rPr>
              <a:t>1.</a:t>
            </a:r>
            <a:r>
              <a:rPr lang="ja-JP" altLang="en-US">
                <a:latin typeface="Meiryo UI" panose="020B0604030504040204" pitchFamily="50" charset="-128"/>
                <a:ea typeface="Meiryo UI" panose="020B0604030504040204" pitchFamily="50" charset="-128"/>
              </a:rPr>
              <a:t> </a:t>
            </a:r>
            <a:r>
              <a:rPr kumimoji="1" lang="en-US" altLang="ja-JP">
                <a:latin typeface="Meiryo UI" panose="020B0604030504040204" pitchFamily="50" charset="-128"/>
                <a:ea typeface="Meiryo UI" panose="020B0604030504040204" pitchFamily="50" charset="-128"/>
              </a:rPr>
              <a:t>A-SPICE</a:t>
            </a:r>
            <a:r>
              <a:rPr kumimoji="1" lang="ja-JP" altLang="en-US">
                <a:latin typeface="Meiryo UI" panose="020B0604030504040204" pitchFamily="50" charset="-128"/>
                <a:ea typeface="Meiryo UI" panose="020B0604030504040204" pitchFamily="50" charset="-128"/>
              </a:rPr>
              <a:t>とは</a:t>
            </a:r>
            <a:endParaRPr kumimoji="1" lang="en-US" altLang="ja-JP"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392FD586-DAED-CE45-1630-B7A9E5F1AFFE}"/>
              </a:ext>
            </a:extLst>
          </p:cNvPr>
          <p:cNvSpPr txBox="1"/>
          <p:nvPr/>
        </p:nvSpPr>
        <p:spPr>
          <a:xfrm>
            <a:off x="302985" y="761599"/>
            <a:ext cx="6587989"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200" b="1" dirty="0">
                <a:latin typeface="Meiryo UI" panose="020B0604030504040204" pitchFamily="50" charset="-128"/>
                <a:ea typeface="Meiryo UI" panose="020B0604030504040204" pitchFamily="50" charset="-128"/>
              </a:rPr>
              <a:t>A-SPICE</a:t>
            </a:r>
            <a:r>
              <a:rPr lang="ja-JP" altLang="en-US" sz="1200" b="1" dirty="0">
                <a:latin typeface="Meiryo UI" panose="020B0604030504040204" pitchFamily="50" charset="-128"/>
                <a:ea typeface="Meiryo UI" panose="020B0604030504040204" pitchFamily="50" charset="-128"/>
              </a:rPr>
              <a:t>のプロセスモデルは</a:t>
            </a:r>
            <a:r>
              <a:rPr lang="ja-JP" altLang="en-US" sz="1200" b="1" i="0" dirty="0">
                <a:solidFill>
                  <a:srgbClr val="000000"/>
                </a:solidFill>
                <a:effectLst/>
                <a:latin typeface="Meiryo UI" panose="020B0604030504040204" pitchFamily="50" charset="-128"/>
                <a:ea typeface="Meiryo UI" panose="020B0604030504040204" pitchFamily="50" charset="-128"/>
              </a:rPr>
              <a:t>３つのサイクルプロセスカテゴリーと８つのプロセス群で構成される</a:t>
            </a:r>
            <a:endParaRPr lang="en-US" altLang="ja-JP" sz="1200" b="1" dirty="0">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36C57BAF-3CE9-B13E-2944-7CC4EB9C1FAF}"/>
              </a:ext>
            </a:extLst>
          </p:cNvPr>
          <p:cNvSpPr/>
          <p:nvPr/>
        </p:nvSpPr>
        <p:spPr>
          <a:xfrm>
            <a:off x="136240" y="-29450"/>
            <a:ext cx="1234800" cy="4723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Meiryo UI" panose="020B0604030504040204" pitchFamily="50" charset="-128"/>
                <a:ea typeface="Meiryo UI" panose="020B0604030504040204" pitchFamily="50" charset="-128"/>
              </a:rPr>
              <a:t>4.0</a:t>
            </a:r>
            <a:r>
              <a:rPr kumimoji="1" lang="ja-JP" altLang="en-US" sz="1100" b="1">
                <a:solidFill>
                  <a:schemeClr val="tx1"/>
                </a:solidFill>
                <a:latin typeface="Meiryo UI" panose="020B0604030504040204" pitchFamily="50" charset="-128"/>
                <a:ea typeface="Meiryo UI" panose="020B0604030504040204" pitchFamily="50" charset="-128"/>
              </a:rPr>
              <a:t>規格を</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a:solidFill>
                  <a:schemeClr val="tx1"/>
                </a:solidFill>
                <a:latin typeface="Meiryo UI" panose="020B0604030504040204" pitchFamily="50" charset="-128"/>
                <a:ea typeface="Meiryo UI" panose="020B0604030504040204" pitchFamily="50" charset="-128"/>
              </a:rPr>
              <a:t>基に記載</a:t>
            </a:r>
            <a:endParaRPr kumimoji="1" lang="ja-JP" altLang="en-US" sz="1100" b="1" dirty="0">
              <a:solidFill>
                <a:schemeClr val="tx1"/>
              </a:solidFill>
              <a:latin typeface="Meiryo UI" panose="020B0604030504040204" pitchFamily="50" charset="-128"/>
              <a:ea typeface="Meiryo UI" panose="020B0604030504040204" pitchFamily="50" charset="-128"/>
            </a:endParaRPr>
          </a:p>
        </p:txBody>
      </p:sp>
      <p:pic>
        <p:nvPicPr>
          <p:cNvPr id="10" name="図 9">
            <a:extLst>
              <a:ext uri="{FF2B5EF4-FFF2-40B4-BE49-F238E27FC236}">
                <a16:creationId xmlns:a16="http://schemas.microsoft.com/office/drawing/2014/main" id="{185E7084-5DBB-3A05-CC07-E035B518FC94}"/>
              </a:ext>
            </a:extLst>
          </p:cNvPr>
          <p:cNvPicPr>
            <a:picLocks noChangeAspect="1"/>
          </p:cNvPicPr>
          <p:nvPr/>
        </p:nvPicPr>
        <p:blipFill>
          <a:blip r:embed="rId2"/>
          <a:stretch>
            <a:fillRect/>
          </a:stretch>
        </p:blipFill>
        <p:spPr>
          <a:xfrm>
            <a:off x="12322627" y="1796309"/>
            <a:ext cx="6380497" cy="3265381"/>
          </a:xfrm>
          <a:prstGeom prst="rect">
            <a:avLst/>
          </a:prstGeom>
        </p:spPr>
      </p:pic>
      <p:grpSp>
        <p:nvGrpSpPr>
          <p:cNvPr id="15" name="グループ化 14">
            <a:extLst>
              <a:ext uri="{FF2B5EF4-FFF2-40B4-BE49-F238E27FC236}">
                <a16:creationId xmlns:a16="http://schemas.microsoft.com/office/drawing/2014/main" id="{866AB9BD-D6A4-30FD-E194-705972F465D0}"/>
              </a:ext>
            </a:extLst>
          </p:cNvPr>
          <p:cNvGrpSpPr/>
          <p:nvPr/>
        </p:nvGrpSpPr>
        <p:grpSpPr>
          <a:xfrm>
            <a:off x="646777" y="1001243"/>
            <a:ext cx="6085249" cy="5011239"/>
            <a:chOff x="646777" y="1001243"/>
            <a:chExt cx="6085249" cy="5011239"/>
          </a:xfrm>
        </p:grpSpPr>
        <p:sp>
          <p:nvSpPr>
            <p:cNvPr id="14" name="正方形/長方形 13">
              <a:extLst>
                <a:ext uri="{FF2B5EF4-FFF2-40B4-BE49-F238E27FC236}">
                  <a16:creationId xmlns:a16="http://schemas.microsoft.com/office/drawing/2014/main" id="{9792C2E6-8F21-2523-F3C1-EA4EEAF3F935}"/>
                </a:ext>
              </a:extLst>
            </p:cNvPr>
            <p:cNvSpPr/>
            <p:nvPr/>
          </p:nvSpPr>
          <p:spPr>
            <a:xfrm>
              <a:off x="646777" y="1001243"/>
              <a:ext cx="6081099" cy="5011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BCF8F5F6-1C89-7E4C-0CCA-53F4DDF2660E}"/>
                </a:ext>
              </a:extLst>
            </p:cNvPr>
            <p:cNvGrpSpPr/>
            <p:nvPr/>
          </p:nvGrpSpPr>
          <p:grpSpPr>
            <a:xfrm>
              <a:off x="646778" y="1001243"/>
              <a:ext cx="6085248" cy="5011239"/>
              <a:chOff x="646778" y="1001243"/>
              <a:chExt cx="6085248" cy="5011239"/>
            </a:xfrm>
          </p:grpSpPr>
          <p:sp>
            <p:nvSpPr>
              <p:cNvPr id="275" name="正方形/長方形 274">
                <a:extLst>
                  <a:ext uri="{FF2B5EF4-FFF2-40B4-BE49-F238E27FC236}">
                    <a16:creationId xmlns:a16="http://schemas.microsoft.com/office/drawing/2014/main" id="{1111E598-49DF-2C5A-0F8F-6CB0690B74D7}"/>
                  </a:ext>
                </a:extLst>
              </p:cNvPr>
              <p:cNvSpPr/>
              <p:nvPr/>
            </p:nvSpPr>
            <p:spPr>
              <a:xfrm>
                <a:off x="646778" y="2620377"/>
                <a:ext cx="1020210" cy="852257"/>
              </a:xfrm>
              <a:prstGeom prst="rect">
                <a:avLst/>
              </a:prstGeom>
              <a:solidFill>
                <a:srgbClr val="FFE6D3">
                  <a:alpha val="30980"/>
                </a:srgbClr>
              </a:solidFill>
              <a:ln>
                <a:solidFill>
                  <a:schemeClr val="accent5"/>
                </a:solidFill>
                <a:prstDash val="solid"/>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供給プロセス群</a:t>
                </a:r>
                <a:endPar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a:p>
                <a:pPr algn="ct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(SPL)</a:t>
                </a:r>
              </a:p>
            </p:txBody>
          </p:sp>
          <p:sp>
            <p:nvSpPr>
              <p:cNvPr id="276" name="正方形/長方形 275">
                <a:extLst>
                  <a:ext uri="{FF2B5EF4-FFF2-40B4-BE49-F238E27FC236}">
                    <a16:creationId xmlns:a16="http://schemas.microsoft.com/office/drawing/2014/main" id="{3C24FE01-B845-010B-45C1-5C4915ECE5E6}"/>
                  </a:ext>
                </a:extLst>
              </p:cNvPr>
              <p:cNvSpPr/>
              <p:nvPr/>
            </p:nvSpPr>
            <p:spPr>
              <a:xfrm>
                <a:off x="1715125" y="2622637"/>
                <a:ext cx="3424450" cy="1371498"/>
              </a:xfrm>
              <a:prstGeom prst="rect">
                <a:avLst/>
              </a:prstGeom>
              <a:solidFill>
                <a:srgbClr val="FFE6D3">
                  <a:alpha val="27059"/>
                </a:srgbClr>
              </a:solidFill>
              <a:ln>
                <a:solidFill>
                  <a:schemeClr val="accent5"/>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システムエンジニアリングプロセス群</a:t>
                </a: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(SYS</a:t>
                </a:r>
                <a:r>
                  <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277" name="正方形/長方形 276">
                <a:extLst>
                  <a:ext uri="{FF2B5EF4-FFF2-40B4-BE49-F238E27FC236}">
                    <a16:creationId xmlns:a16="http://schemas.microsoft.com/office/drawing/2014/main" id="{91D82368-6D00-081B-FA97-12C227E42359}"/>
                  </a:ext>
                </a:extLst>
              </p:cNvPr>
              <p:cNvSpPr/>
              <p:nvPr/>
            </p:nvSpPr>
            <p:spPr>
              <a:xfrm>
                <a:off x="1715126" y="4030878"/>
                <a:ext cx="2656244" cy="1655346"/>
              </a:xfrm>
              <a:prstGeom prst="rect">
                <a:avLst/>
              </a:prstGeom>
              <a:solidFill>
                <a:srgbClr val="FFE6D3">
                  <a:alpha val="27059"/>
                </a:srgbClr>
              </a:solidFill>
              <a:ln>
                <a:solidFill>
                  <a:schemeClr val="accent5"/>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lang="en"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SW</a:t>
                </a:r>
                <a:r>
                  <a:rPr kumimoji="1" lang="ja-JP" altLang="en-US" sz="105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エンジニアリングプロセス群</a:t>
                </a: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(SWE</a:t>
                </a:r>
                <a:r>
                  <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278" name="正方形/長方形 277">
                <a:extLst>
                  <a:ext uri="{FF2B5EF4-FFF2-40B4-BE49-F238E27FC236}">
                    <a16:creationId xmlns:a16="http://schemas.microsoft.com/office/drawing/2014/main" id="{A882C0F0-44FE-7E23-749B-D2704415F770}"/>
                  </a:ext>
                </a:extLst>
              </p:cNvPr>
              <p:cNvSpPr/>
              <p:nvPr/>
            </p:nvSpPr>
            <p:spPr>
              <a:xfrm>
                <a:off x="4427869" y="4030878"/>
                <a:ext cx="2303754" cy="1655346"/>
              </a:xfrm>
              <a:prstGeom prst="rect">
                <a:avLst/>
              </a:prstGeom>
              <a:solidFill>
                <a:srgbClr val="FFE6D3">
                  <a:alpha val="27059"/>
                </a:srgbClr>
              </a:solidFill>
              <a:ln>
                <a:solidFill>
                  <a:schemeClr val="accent5"/>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lang="en"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HW</a:t>
                </a:r>
                <a:r>
                  <a:rPr kumimoji="1" lang="ja-JP" altLang="en-US" sz="105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エンジニアリングプロセス群</a:t>
                </a: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(HWE)</a:t>
                </a:r>
              </a:p>
            </p:txBody>
          </p:sp>
          <p:sp>
            <p:nvSpPr>
              <p:cNvPr id="279" name="正方形/長方形 278">
                <a:extLst>
                  <a:ext uri="{FF2B5EF4-FFF2-40B4-BE49-F238E27FC236}">
                    <a16:creationId xmlns:a16="http://schemas.microsoft.com/office/drawing/2014/main" id="{F602F031-6BB9-52A3-4940-1CF49FAC3D23}"/>
                  </a:ext>
                </a:extLst>
              </p:cNvPr>
              <p:cNvSpPr/>
              <p:nvPr/>
            </p:nvSpPr>
            <p:spPr>
              <a:xfrm>
                <a:off x="5180812" y="2622637"/>
                <a:ext cx="1550811" cy="1371858"/>
              </a:xfrm>
              <a:prstGeom prst="rect">
                <a:avLst/>
              </a:prstGeom>
              <a:solidFill>
                <a:srgbClr val="FFE6D3">
                  <a:alpha val="27059"/>
                </a:srgbClr>
              </a:solidFill>
              <a:ln>
                <a:solidFill>
                  <a:schemeClr val="accent5"/>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妥当性確認プロセス群</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a:p>
                <a:pPr algn="ctr"/>
                <a:r>
                  <a:rPr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a:t>
                </a:r>
                <a:r>
                  <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VAL</a:t>
                </a:r>
                <a:r>
                  <a:rPr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280" name="正方形/長方形 279">
                <a:extLst>
                  <a:ext uri="{FF2B5EF4-FFF2-40B4-BE49-F238E27FC236}">
                    <a16:creationId xmlns:a16="http://schemas.microsoft.com/office/drawing/2014/main" id="{09D4C79C-56FD-7E47-4519-BFEE24C415D0}"/>
                  </a:ext>
                </a:extLst>
              </p:cNvPr>
              <p:cNvSpPr/>
              <p:nvPr/>
            </p:nvSpPr>
            <p:spPr>
              <a:xfrm>
                <a:off x="646778" y="3523892"/>
                <a:ext cx="1034583" cy="2167334"/>
              </a:xfrm>
              <a:prstGeom prst="rect">
                <a:avLst/>
              </a:prstGeom>
              <a:solidFill>
                <a:srgbClr val="FFE6D3">
                  <a:alpha val="56078"/>
                </a:srgbClr>
              </a:solidFill>
              <a:ln>
                <a:solidFill>
                  <a:schemeClr val="accent5"/>
                </a:solidFill>
                <a:prstDash val="solid"/>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機械学習エンジニア</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リングプロセス群</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a:p>
                <a:pPr algn="ct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(MLE</a:t>
                </a:r>
                <a:r>
                  <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281" name="正方形/長方形 280">
                <a:extLst>
                  <a:ext uri="{FF2B5EF4-FFF2-40B4-BE49-F238E27FC236}">
                    <a16:creationId xmlns:a16="http://schemas.microsoft.com/office/drawing/2014/main" id="{2F360331-7423-1515-9249-16C6685DAA66}"/>
                  </a:ext>
                </a:extLst>
              </p:cNvPr>
              <p:cNvSpPr/>
              <p:nvPr/>
            </p:nvSpPr>
            <p:spPr>
              <a:xfrm>
                <a:off x="650483" y="1611993"/>
                <a:ext cx="1020209" cy="964019"/>
              </a:xfrm>
              <a:prstGeom prst="rect">
                <a:avLst/>
              </a:prstGeom>
              <a:solidFill>
                <a:srgbClr val="FFE6D3">
                  <a:alpha val="30980"/>
                </a:srgbClr>
              </a:solidFill>
              <a:ln>
                <a:solidFill>
                  <a:schemeClr val="accent5"/>
                </a:solidFill>
                <a:prstDash val="solid"/>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取得プロセス群</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a:p>
                <a:pPr algn="ctr"/>
                <a:r>
                  <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(ACQ)</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282" name="正方形/長方形 281">
                <a:extLst>
                  <a:ext uri="{FF2B5EF4-FFF2-40B4-BE49-F238E27FC236}">
                    <a16:creationId xmlns:a16="http://schemas.microsoft.com/office/drawing/2014/main" id="{093209B7-3988-53D4-1E80-F27B35F47183}"/>
                  </a:ext>
                </a:extLst>
              </p:cNvPr>
              <p:cNvSpPr/>
              <p:nvPr/>
            </p:nvSpPr>
            <p:spPr>
              <a:xfrm>
                <a:off x="1712798" y="1611613"/>
                <a:ext cx="5015078" cy="964399"/>
              </a:xfrm>
              <a:prstGeom prst="rect">
                <a:avLst/>
              </a:prstGeom>
              <a:solidFill>
                <a:schemeClr val="accent3">
                  <a:lumMod val="20000"/>
                  <a:lumOff val="80000"/>
                </a:schemeClr>
              </a:solidFill>
              <a:ln>
                <a:solidFill>
                  <a:schemeClr val="accent3"/>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lang="ja-JP" altLang="en-US" sz="105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支援プロセス群</a:t>
                </a:r>
                <a:r>
                  <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(SUP)</a:t>
                </a:r>
              </a:p>
            </p:txBody>
          </p:sp>
          <p:sp>
            <p:nvSpPr>
              <p:cNvPr id="283" name="正方形/長方形 282">
                <a:extLst>
                  <a:ext uri="{FF2B5EF4-FFF2-40B4-BE49-F238E27FC236}">
                    <a16:creationId xmlns:a16="http://schemas.microsoft.com/office/drawing/2014/main" id="{B3F91808-AFEC-E688-4D2F-C0A7C118E913}"/>
                  </a:ext>
                </a:extLst>
              </p:cNvPr>
              <p:cNvSpPr/>
              <p:nvPr/>
            </p:nvSpPr>
            <p:spPr>
              <a:xfrm>
                <a:off x="1758627" y="1848183"/>
                <a:ext cx="904008"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SUP.1</a:t>
                </a:r>
              </a:p>
              <a:p>
                <a:pPr algn="ctr"/>
                <a:r>
                  <a:rPr kumimoji="1" lang="ja-JP" altLang="en-US" sz="800" dirty="0">
                    <a:solidFill>
                      <a:schemeClr val="bg1"/>
                    </a:solidFill>
                    <a:latin typeface="Meiryo UI" panose="020B0604030504040204" pitchFamily="50" charset="-128"/>
                    <a:ea typeface="Meiryo UI" panose="020B0604030504040204" pitchFamily="50" charset="-128"/>
                  </a:rPr>
                  <a:t>品質保証</a:t>
                </a:r>
              </a:p>
            </p:txBody>
          </p:sp>
          <p:sp>
            <p:nvSpPr>
              <p:cNvPr id="284" name="正方形/長方形 283">
                <a:extLst>
                  <a:ext uri="{FF2B5EF4-FFF2-40B4-BE49-F238E27FC236}">
                    <a16:creationId xmlns:a16="http://schemas.microsoft.com/office/drawing/2014/main" id="{F452ECA3-B384-78A5-94DF-78F49C05DB6D}"/>
                  </a:ext>
                </a:extLst>
              </p:cNvPr>
              <p:cNvSpPr/>
              <p:nvPr/>
            </p:nvSpPr>
            <p:spPr>
              <a:xfrm>
                <a:off x="2763235" y="1848183"/>
                <a:ext cx="904008"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SUP.8</a:t>
                </a:r>
              </a:p>
              <a:p>
                <a:pPr algn="ctr"/>
                <a:r>
                  <a:rPr kumimoji="1" lang="ja-JP" altLang="en-US" sz="800" dirty="0">
                    <a:solidFill>
                      <a:schemeClr val="bg1"/>
                    </a:solidFill>
                    <a:latin typeface="Meiryo UI" panose="020B0604030504040204" pitchFamily="50" charset="-128"/>
                    <a:ea typeface="Meiryo UI" panose="020B0604030504040204" pitchFamily="50" charset="-128"/>
                  </a:rPr>
                  <a:t>構成管理</a:t>
                </a:r>
              </a:p>
            </p:txBody>
          </p:sp>
          <p:sp>
            <p:nvSpPr>
              <p:cNvPr id="285" name="正方形/長方形 284">
                <a:extLst>
                  <a:ext uri="{FF2B5EF4-FFF2-40B4-BE49-F238E27FC236}">
                    <a16:creationId xmlns:a16="http://schemas.microsoft.com/office/drawing/2014/main" id="{9345D24E-0E64-21AE-6DB5-B9AFB926EE1D}"/>
                  </a:ext>
                </a:extLst>
              </p:cNvPr>
              <p:cNvSpPr/>
              <p:nvPr/>
            </p:nvSpPr>
            <p:spPr>
              <a:xfrm>
                <a:off x="3767843" y="1839237"/>
                <a:ext cx="904008"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SUP.9</a:t>
                </a:r>
              </a:p>
              <a:p>
                <a:pPr algn="ctr"/>
                <a:r>
                  <a:rPr kumimoji="1" lang="ja-JP" altLang="en-US" sz="800" dirty="0">
                    <a:solidFill>
                      <a:schemeClr val="bg1"/>
                    </a:solidFill>
                    <a:latin typeface="Meiryo UI" panose="020B0604030504040204" pitchFamily="50" charset="-128"/>
                    <a:ea typeface="Meiryo UI" panose="020B0604030504040204" pitchFamily="50" charset="-128"/>
                  </a:rPr>
                  <a:t>問題解決管理</a:t>
                </a:r>
              </a:p>
            </p:txBody>
          </p:sp>
          <p:sp>
            <p:nvSpPr>
              <p:cNvPr id="286" name="正方形/長方形 285">
                <a:extLst>
                  <a:ext uri="{FF2B5EF4-FFF2-40B4-BE49-F238E27FC236}">
                    <a16:creationId xmlns:a16="http://schemas.microsoft.com/office/drawing/2014/main" id="{113FC298-8B68-974E-8F0D-9B297323FF1D}"/>
                  </a:ext>
                </a:extLst>
              </p:cNvPr>
              <p:cNvSpPr/>
              <p:nvPr/>
            </p:nvSpPr>
            <p:spPr>
              <a:xfrm>
                <a:off x="4772451" y="1847447"/>
                <a:ext cx="904008"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SUP.10</a:t>
                </a:r>
              </a:p>
              <a:p>
                <a:pPr algn="ctr"/>
                <a:r>
                  <a:rPr kumimoji="1" lang="ja-JP" altLang="en-US" sz="800" dirty="0">
                    <a:solidFill>
                      <a:schemeClr val="bg1"/>
                    </a:solidFill>
                    <a:latin typeface="Meiryo UI" panose="020B0604030504040204" pitchFamily="50" charset="-128"/>
                    <a:ea typeface="Meiryo UI" panose="020B0604030504040204" pitchFamily="50" charset="-128"/>
                  </a:rPr>
                  <a:t>変更依頼管理</a:t>
                </a:r>
              </a:p>
            </p:txBody>
          </p:sp>
          <p:sp>
            <p:nvSpPr>
              <p:cNvPr id="287" name="正方形/長方形 286">
                <a:extLst>
                  <a:ext uri="{FF2B5EF4-FFF2-40B4-BE49-F238E27FC236}">
                    <a16:creationId xmlns:a16="http://schemas.microsoft.com/office/drawing/2014/main" id="{AD8D2CC2-FC3A-8397-5A6F-0B3B545A436A}"/>
                  </a:ext>
                </a:extLst>
              </p:cNvPr>
              <p:cNvSpPr/>
              <p:nvPr/>
            </p:nvSpPr>
            <p:spPr>
              <a:xfrm>
                <a:off x="5777061" y="1836820"/>
                <a:ext cx="904008"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SUP.11</a:t>
                </a:r>
              </a:p>
              <a:p>
                <a:pPr algn="ctr"/>
                <a:r>
                  <a:rPr lang="ja-JP" altLang="en-US" sz="800" dirty="0">
                    <a:solidFill>
                      <a:schemeClr val="bg1"/>
                    </a:solidFill>
                    <a:latin typeface="Meiryo UI" panose="020B0604030504040204" pitchFamily="50" charset="-128"/>
                    <a:ea typeface="Meiryo UI" panose="020B0604030504040204" pitchFamily="50" charset="-128"/>
                  </a:rPr>
                  <a:t>機械学習データ管理</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288" name="正方形/長方形 287">
                <a:extLst>
                  <a:ext uri="{FF2B5EF4-FFF2-40B4-BE49-F238E27FC236}">
                    <a16:creationId xmlns:a16="http://schemas.microsoft.com/office/drawing/2014/main" id="{404BB832-8223-4829-4FED-0B1F2732A503}"/>
                  </a:ext>
                </a:extLst>
              </p:cNvPr>
              <p:cNvSpPr/>
              <p:nvPr/>
            </p:nvSpPr>
            <p:spPr>
              <a:xfrm>
                <a:off x="5333775" y="1001243"/>
                <a:ext cx="1398251" cy="568800"/>
              </a:xfrm>
              <a:prstGeom prst="rect">
                <a:avLst/>
              </a:prstGeom>
              <a:solidFill>
                <a:schemeClr val="accent1">
                  <a:lumMod val="20000"/>
                  <a:lumOff val="80000"/>
                </a:schemeClr>
              </a:solidFill>
              <a:ln>
                <a:solidFill>
                  <a:schemeClr val="accent1"/>
                </a:solidFill>
                <a:prstDash val="solid"/>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再利用プロセス群</a:t>
                </a: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(REU)</a:t>
                </a:r>
              </a:p>
            </p:txBody>
          </p:sp>
          <p:sp>
            <p:nvSpPr>
              <p:cNvPr id="289" name="正方形/長方形 288">
                <a:extLst>
                  <a:ext uri="{FF2B5EF4-FFF2-40B4-BE49-F238E27FC236}">
                    <a16:creationId xmlns:a16="http://schemas.microsoft.com/office/drawing/2014/main" id="{1D8F6C05-4252-6329-CF40-16A7DF3C0786}"/>
                  </a:ext>
                </a:extLst>
              </p:cNvPr>
              <p:cNvSpPr/>
              <p:nvPr/>
            </p:nvSpPr>
            <p:spPr>
              <a:xfrm>
                <a:off x="5644984" y="1223943"/>
                <a:ext cx="834793"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REU.2</a:t>
                </a:r>
              </a:p>
              <a:p>
                <a:pPr algn="ctr"/>
                <a:r>
                  <a:rPr kumimoji="1" lang="ja-JP" altLang="en-US" sz="800" dirty="0">
                    <a:solidFill>
                      <a:schemeClr val="bg1"/>
                    </a:solidFill>
                    <a:latin typeface="Meiryo UI" panose="020B0604030504040204" pitchFamily="50" charset="-128"/>
                    <a:ea typeface="Meiryo UI" panose="020B0604030504040204" pitchFamily="50" charset="-128"/>
                  </a:rPr>
                  <a:t>製品の再利用管理</a:t>
                </a:r>
              </a:p>
            </p:txBody>
          </p:sp>
          <p:sp>
            <p:nvSpPr>
              <p:cNvPr id="290" name="正方形/長方形 289">
                <a:extLst>
                  <a:ext uri="{FF2B5EF4-FFF2-40B4-BE49-F238E27FC236}">
                    <a16:creationId xmlns:a16="http://schemas.microsoft.com/office/drawing/2014/main" id="{F955CBF7-C722-0025-CC21-43CDD64F2847}"/>
                  </a:ext>
                </a:extLst>
              </p:cNvPr>
              <p:cNvSpPr/>
              <p:nvPr/>
            </p:nvSpPr>
            <p:spPr>
              <a:xfrm>
                <a:off x="2445534" y="1001243"/>
                <a:ext cx="2855494" cy="568654"/>
              </a:xfrm>
              <a:prstGeom prst="rect">
                <a:avLst/>
              </a:prstGeom>
              <a:solidFill>
                <a:schemeClr val="accent1">
                  <a:lumMod val="20000"/>
                  <a:lumOff val="80000"/>
                </a:schemeClr>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管理プロセス群</a:t>
                </a: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(MAN)</a:t>
                </a:r>
              </a:p>
            </p:txBody>
          </p:sp>
          <p:sp>
            <p:nvSpPr>
              <p:cNvPr id="291" name="正方形/長方形 290">
                <a:extLst>
                  <a:ext uri="{FF2B5EF4-FFF2-40B4-BE49-F238E27FC236}">
                    <a16:creationId xmlns:a16="http://schemas.microsoft.com/office/drawing/2014/main" id="{E5E76E52-5A69-DE6C-99BA-C097A924E09D}"/>
                  </a:ext>
                </a:extLst>
              </p:cNvPr>
              <p:cNvSpPr/>
              <p:nvPr/>
            </p:nvSpPr>
            <p:spPr>
              <a:xfrm>
                <a:off x="2539328" y="1223943"/>
                <a:ext cx="735330"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MAN.3</a:t>
                </a:r>
              </a:p>
              <a:p>
                <a:pPr algn="ctr"/>
                <a:r>
                  <a:rPr lang="ja-JP" altLang="en-US" sz="800" dirty="0">
                    <a:solidFill>
                      <a:schemeClr val="bg1"/>
                    </a:solidFill>
                    <a:latin typeface="Meiryo UI" panose="020B0604030504040204" pitchFamily="50" charset="-128"/>
                    <a:ea typeface="Meiryo UI" panose="020B0604030504040204" pitchFamily="50" charset="-128"/>
                  </a:rPr>
                  <a:t>プロジェクト管理</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292" name="正方形/長方形 291">
                <a:extLst>
                  <a:ext uri="{FF2B5EF4-FFF2-40B4-BE49-F238E27FC236}">
                    <a16:creationId xmlns:a16="http://schemas.microsoft.com/office/drawing/2014/main" id="{027F28BD-12B9-AA3F-1964-7D83693F2E5A}"/>
                  </a:ext>
                </a:extLst>
              </p:cNvPr>
              <p:cNvSpPr/>
              <p:nvPr/>
            </p:nvSpPr>
            <p:spPr>
              <a:xfrm>
                <a:off x="3512136" y="1223943"/>
                <a:ext cx="735330"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MAN.5</a:t>
                </a:r>
              </a:p>
              <a:p>
                <a:pPr algn="ctr"/>
                <a:r>
                  <a:rPr kumimoji="1" lang="ja-JP" altLang="en-US" sz="800" dirty="0">
                    <a:solidFill>
                      <a:schemeClr val="bg1"/>
                    </a:solidFill>
                    <a:latin typeface="Meiryo UI" panose="020B0604030504040204" pitchFamily="50" charset="-128"/>
                    <a:ea typeface="Meiryo UI" panose="020B0604030504040204" pitchFamily="50" charset="-128"/>
                  </a:rPr>
                  <a:t>リスク管理</a:t>
                </a:r>
              </a:p>
            </p:txBody>
          </p:sp>
          <p:sp>
            <p:nvSpPr>
              <p:cNvPr id="293" name="正方形/長方形 292">
                <a:extLst>
                  <a:ext uri="{FF2B5EF4-FFF2-40B4-BE49-F238E27FC236}">
                    <a16:creationId xmlns:a16="http://schemas.microsoft.com/office/drawing/2014/main" id="{E86273B3-9FB9-5EA2-A85F-DFA40CCAD9D5}"/>
                  </a:ext>
                </a:extLst>
              </p:cNvPr>
              <p:cNvSpPr/>
              <p:nvPr/>
            </p:nvSpPr>
            <p:spPr>
              <a:xfrm>
                <a:off x="4484944" y="1223943"/>
                <a:ext cx="735330"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MAN.6</a:t>
                </a:r>
              </a:p>
              <a:p>
                <a:pPr algn="ctr"/>
                <a:r>
                  <a:rPr lang="ja-JP" altLang="en-US" sz="800" dirty="0">
                    <a:solidFill>
                      <a:schemeClr val="bg1"/>
                    </a:solidFill>
                    <a:latin typeface="Meiryo UI" panose="020B0604030504040204" pitchFamily="50" charset="-128"/>
                    <a:ea typeface="Meiryo UI" panose="020B0604030504040204" pitchFamily="50" charset="-128"/>
                  </a:rPr>
                  <a:t>測定</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294" name="正方形/長方形 293">
                <a:extLst>
                  <a:ext uri="{FF2B5EF4-FFF2-40B4-BE49-F238E27FC236}">
                    <a16:creationId xmlns:a16="http://schemas.microsoft.com/office/drawing/2014/main" id="{83C0E6B6-8CA6-9111-38E4-ED6004487FE6}"/>
                  </a:ext>
                </a:extLst>
              </p:cNvPr>
              <p:cNvSpPr/>
              <p:nvPr/>
            </p:nvSpPr>
            <p:spPr>
              <a:xfrm>
                <a:off x="5432657" y="3019620"/>
                <a:ext cx="1047120"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VAL.1</a:t>
                </a:r>
              </a:p>
              <a:p>
                <a:pPr algn="ctr"/>
                <a:r>
                  <a:rPr lang="ja-JP" altLang="en-US" sz="800" kern="100" dirty="0">
                    <a:solidFill>
                      <a:schemeClr val="bg1"/>
                    </a:solidFill>
                    <a:latin typeface="Meiryo UI" panose="020B0604030504040204" pitchFamily="50" charset="-128"/>
                    <a:ea typeface="Meiryo UI" panose="020B0604030504040204" pitchFamily="50" charset="-128"/>
                    <a:cs typeface="Times New Roman" panose="02020603050405020304" pitchFamily="18" charset="0"/>
                  </a:rPr>
                  <a:t>妥当性確認</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295" name="正方形/長方形 294">
                <a:extLst>
                  <a:ext uri="{FF2B5EF4-FFF2-40B4-BE49-F238E27FC236}">
                    <a16:creationId xmlns:a16="http://schemas.microsoft.com/office/drawing/2014/main" id="{A96CA1C1-51F1-764D-9D07-CCB5B6251E4F}"/>
                  </a:ext>
                </a:extLst>
              </p:cNvPr>
              <p:cNvSpPr/>
              <p:nvPr/>
            </p:nvSpPr>
            <p:spPr>
              <a:xfrm>
                <a:off x="683922" y="4211459"/>
                <a:ext cx="93763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MLE.1</a:t>
                </a:r>
              </a:p>
              <a:p>
                <a:pPr algn="ctr"/>
                <a:r>
                  <a:rPr kumimoji="1" lang="ja-JP" altLang="en-US" sz="800" dirty="0">
                    <a:solidFill>
                      <a:schemeClr val="bg1"/>
                    </a:solidFill>
                    <a:latin typeface="Meiryo UI" panose="020B0604030504040204" pitchFamily="50" charset="-128"/>
                    <a:ea typeface="Meiryo UI" panose="020B0604030504040204" pitchFamily="50" charset="-128"/>
                  </a:rPr>
                  <a:t>機械学習要求分析</a:t>
                </a:r>
              </a:p>
            </p:txBody>
          </p:sp>
          <p:sp>
            <p:nvSpPr>
              <p:cNvPr id="296" name="正方形/長方形 295">
                <a:extLst>
                  <a:ext uri="{FF2B5EF4-FFF2-40B4-BE49-F238E27FC236}">
                    <a16:creationId xmlns:a16="http://schemas.microsoft.com/office/drawing/2014/main" id="{9AC42A1D-B228-C300-FC11-49AE4E27BB17}"/>
                  </a:ext>
                </a:extLst>
              </p:cNvPr>
              <p:cNvSpPr/>
              <p:nvPr/>
            </p:nvSpPr>
            <p:spPr>
              <a:xfrm>
                <a:off x="683922" y="4517363"/>
                <a:ext cx="93763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MLE.2</a:t>
                </a:r>
              </a:p>
              <a:p>
                <a:pPr algn="ctr"/>
                <a:r>
                  <a:rPr kumimoji="1" lang="ja-JP" altLang="en-US" sz="800" dirty="0">
                    <a:solidFill>
                      <a:schemeClr val="bg1"/>
                    </a:solidFill>
                    <a:latin typeface="Meiryo UI" panose="020B0604030504040204" pitchFamily="50" charset="-128"/>
                    <a:ea typeface="Meiryo UI" panose="020B0604030504040204" pitchFamily="50" charset="-128"/>
                  </a:rPr>
                  <a:t>機械学習アーキテクチャ</a:t>
                </a:r>
              </a:p>
            </p:txBody>
          </p:sp>
          <p:sp>
            <p:nvSpPr>
              <p:cNvPr id="297" name="正方形/長方形 296">
                <a:extLst>
                  <a:ext uri="{FF2B5EF4-FFF2-40B4-BE49-F238E27FC236}">
                    <a16:creationId xmlns:a16="http://schemas.microsoft.com/office/drawing/2014/main" id="{4309494A-D30A-2E34-B11A-DDA01C7A71EC}"/>
                  </a:ext>
                </a:extLst>
              </p:cNvPr>
              <p:cNvSpPr/>
              <p:nvPr/>
            </p:nvSpPr>
            <p:spPr>
              <a:xfrm>
                <a:off x="683922" y="4823267"/>
                <a:ext cx="93763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MLE.3</a:t>
                </a:r>
              </a:p>
              <a:p>
                <a:pPr algn="ctr"/>
                <a:r>
                  <a:rPr kumimoji="1" lang="ja-JP" altLang="en-US" sz="800" dirty="0">
                    <a:solidFill>
                      <a:schemeClr val="bg1"/>
                    </a:solidFill>
                    <a:latin typeface="Meiryo UI" panose="020B0604030504040204" pitchFamily="50" charset="-128"/>
                    <a:ea typeface="Meiryo UI" panose="020B0604030504040204" pitchFamily="50" charset="-128"/>
                  </a:rPr>
                  <a:t>機械学習トレーニング</a:t>
                </a:r>
              </a:p>
            </p:txBody>
          </p:sp>
          <p:sp>
            <p:nvSpPr>
              <p:cNvPr id="298" name="正方形/長方形 297">
                <a:extLst>
                  <a:ext uri="{FF2B5EF4-FFF2-40B4-BE49-F238E27FC236}">
                    <a16:creationId xmlns:a16="http://schemas.microsoft.com/office/drawing/2014/main" id="{5E73E94A-763D-7F00-7F9B-A0AC4409FA9B}"/>
                  </a:ext>
                </a:extLst>
              </p:cNvPr>
              <p:cNvSpPr/>
              <p:nvPr/>
            </p:nvSpPr>
            <p:spPr>
              <a:xfrm>
                <a:off x="683922" y="5129171"/>
                <a:ext cx="93763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MLE.4</a:t>
                </a:r>
              </a:p>
              <a:p>
                <a:pPr algn="ctr"/>
                <a:r>
                  <a:rPr kumimoji="1" lang="ja-JP" altLang="en-US" sz="800" dirty="0">
                    <a:solidFill>
                      <a:schemeClr val="bg1"/>
                    </a:solidFill>
                    <a:latin typeface="Meiryo UI" panose="020B0604030504040204" pitchFamily="50" charset="-128"/>
                    <a:ea typeface="Meiryo UI" panose="020B0604030504040204" pitchFamily="50" charset="-128"/>
                  </a:rPr>
                  <a:t>機械学習</a:t>
                </a:r>
                <a:r>
                  <a:rPr lang="ja-JP" altLang="en-US" sz="800" dirty="0">
                    <a:solidFill>
                      <a:schemeClr val="bg1"/>
                    </a:solidFill>
                    <a:latin typeface="Meiryo UI" panose="020B0604030504040204" pitchFamily="50" charset="-128"/>
                    <a:ea typeface="Meiryo UI" panose="020B0604030504040204" pitchFamily="50" charset="-128"/>
                  </a:rPr>
                  <a:t>モデルテスト</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299" name="正方形/長方形 298">
                <a:extLst>
                  <a:ext uri="{FF2B5EF4-FFF2-40B4-BE49-F238E27FC236}">
                    <a16:creationId xmlns:a16="http://schemas.microsoft.com/office/drawing/2014/main" id="{571DF0B4-E2D4-D71C-F18C-0FA6EAB64F8D}"/>
                  </a:ext>
                </a:extLst>
              </p:cNvPr>
              <p:cNvSpPr/>
              <p:nvPr/>
            </p:nvSpPr>
            <p:spPr>
              <a:xfrm>
                <a:off x="657246" y="1001243"/>
                <a:ext cx="1743492" cy="568654"/>
              </a:xfrm>
              <a:prstGeom prst="rect">
                <a:avLst/>
              </a:prstGeom>
              <a:solidFill>
                <a:schemeClr val="accent1">
                  <a:lumMod val="20000"/>
                  <a:lumOff val="80000"/>
                </a:schemeClr>
              </a:solidFill>
              <a:ln>
                <a:solidFill>
                  <a:schemeClr val="accent1"/>
                </a:solidFill>
                <a:prstDash val="solid"/>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プロセス改善プロセス群</a:t>
                </a:r>
                <a:r>
                  <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(PIM)</a:t>
                </a:r>
              </a:p>
            </p:txBody>
          </p:sp>
          <p:sp>
            <p:nvSpPr>
              <p:cNvPr id="300" name="正方形/長方形 299">
                <a:extLst>
                  <a:ext uri="{FF2B5EF4-FFF2-40B4-BE49-F238E27FC236}">
                    <a16:creationId xmlns:a16="http://schemas.microsoft.com/office/drawing/2014/main" id="{D1AA2F52-0ED0-69E4-41AF-4BD424FC6801}"/>
                  </a:ext>
                </a:extLst>
              </p:cNvPr>
              <p:cNvSpPr/>
              <p:nvPr/>
            </p:nvSpPr>
            <p:spPr>
              <a:xfrm>
                <a:off x="1110113" y="1222290"/>
                <a:ext cx="834793" cy="277200"/>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PIM.2</a:t>
                </a:r>
              </a:p>
              <a:p>
                <a:pPr algn="ctr"/>
                <a:r>
                  <a:rPr lang="ja-JP" altLang="en-US" sz="800" dirty="0">
                    <a:solidFill>
                      <a:schemeClr val="bg1"/>
                    </a:solidFill>
                    <a:latin typeface="Meiryo UI" panose="020B0604030504040204" pitchFamily="50" charset="-128"/>
                    <a:ea typeface="Meiryo UI" panose="020B0604030504040204" pitchFamily="50" charset="-128"/>
                  </a:rPr>
                  <a:t>プロセス改善</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01" name="正方形/長方形 300">
                <a:extLst>
                  <a:ext uri="{FF2B5EF4-FFF2-40B4-BE49-F238E27FC236}">
                    <a16:creationId xmlns:a16="http://schemas.microsoft.com/office/drawing/2014/main" id="{70122701-72CF-CECA-7BA7-AF588E06573E}"/>
                  </a:ext>
                </a:extLst>
              </p:cNvPr>
              <p:cNvSpPr/>
              <p:nvPr/>
            </p:nvSpPr>
            <p:spPr>
              <a:xfrm>
                <a:off x="784502" y="5761823"/>
                <a:ext cx="1638631" cy="250659"/>
              </a:xfrm>
              <a:prstGeom prst="rect">
                <a:avLst/>
              </a:prstGeom>
              <a:solidFill>
                <a:srgbClr val="FFE6D3"/>
              </a:solidFill>
              <a:ln>
                <a:solidFill>
                  <a:schemeClr val="accent5"/>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主要ライフサイクルプロセスカテゴリ</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302" name="正方形/長方形 301">
                <a:extLst>
                  <a:ext uri="{FF2B5EF4-FFF2-40B4-BE49-F238E27FC236}">
                    <a16:creationId xmlns:a16="http://schemas.microsoft.com/office/drawing/2014/main" id="{F9F10A81-0469-68E2-14A9-E5C293904BB4}"/>
                  </a:ext>
                </a:extLst>
              </p:cNvPr>
              <p:cNvSpPr/>
              <p:nvPr/>
            </p:nvSpPr>
            <p:spPr>
              <a:xfrm>
                <a:off x="5001304" y="5761823"/>
                <a:ext cx="1638631" cy="250659"/>
              </a:xfrm>
              <a:prstGeom prst="rect">
                <a:avLst/>
              </a:prstGeom>
              <a:solidFill>
                <a:schemeClr val="accent3">
                  <a:lumMod val="20000"/>
                  <a:lumOff val="80000"/>
                </a:schemeClr>
              </a:solidFill>
              <a:ln>
                <a:solidFill>
                  <a:schemeClr val="accent3"/>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支援ライフサイクルカテゴリ</a:t>
                </a:r>
                <a:endParaRPr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303" name="正方形/長方形 302">
                <a:extLst>
                  <a:ext uri="{FF2B5EF4-FFF2-40B4-BE49-F238E27FC236}">
                    <a16:creationId xmlns:a16="http://schemas.microsoft.com/office/drawing/2014/main" id="{75ED1F22-B706-C996-B04A-76E1C8FDDE36}"/>
                  </a:ext>
                </a:extLst>
              </p:cNvPr>
              <p:cNvSpPr/>
              <p:nvPr/>
            </p:nvSpPr>
            <p:spPr>
              <a:xfrm>
                <a:off x="2848485" y="5761823"/>
                <a:ext cx="1638631" cy="250659"/>
              </a:xfrm>
              <a:prstGeom prst="rect">
                <a:avLst/>
              </a:prstGeom>
              <a:solidFill>
                <a:schemeClr val="accent1">
                  <a:lumMod val="20000"/>
                  <a:lumOff val="80000"/>
                </a:schemeClr>
              </a:solidFill>
              <a:ln>
                <a:solidFill>
                  <a:schemeClr val="accent1"/>
                </a:solidFill>
              </a:ln>
            </p:spPr>
            <p:style>
              <a:lnRef idx="1">
                <a:schemeClr val="accent1"/>
              </a:lnRef>
              <a:fillRef idx="2">
                <a:schemeClr val="accent1"/>
              </a:fillRef>
              <a:effectRef idx="1">
                <a:schemeClr val="accent1"/>
              </a:effectRef>
              <a:fontRef idx="minor">
                <a:schemeClr val="dk1"/>
              </a:fontRef>
            </p:style>
            <p:txBody>
              <a:bodyPr vert="horz" wrap="none" rtlCol="0" anchor="t"/>
              <a:lstStyle/>
              <a:p>
                <a:pPr algn="ctr"/>
                <a:r>
                  <a:rPr kumimoji="1" lang="ja-JP" altLang="en-US"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rPr>
                  <a:t>組織ライフサイクルカテゴリ</a:t>
                </a:r>
                <a:endParaRPr kumimoji="1" lang="en-US" altLang="ja-JP" sz="1050" dirty="0">
                  <a:solidFill>
                    <a:schemeClr val="tx1"/>
                  </a:solidFill>
                  <a:effectLst>
                    <a:glow rad="101600">
                      <a:schemeClr val="bg1">
                        <a:lumMod val="85000"/>
                        <a:alpha val="60000"/>
                      </a:schemeClr>
                    </a:glow>
                  </a:effectLst>
                  <a:latin typeface="Meiryo UI" panose="020B0604030504040204" pitchFamily="50" charset="-128"/>
                  <a:ea typeface="Meiryo UI" panose="020B0604030504040204" pitchFamily="50" charset="-128"/>
                </a:endParaRPr>
              </a:p>
            </p:txBody>
          </p:sp>
          <p:sp>
            <p:nvSpPr>
              <p:cNvPr id="304" name="正方形/長方形 303">
                <a:extLst>
                  <a:ext uri="{FF2B5EF4-FFF2-40B4-BE49-F238E27FC236}">
                    <a16:creationId xmlns:a16="http://schemas.microsoft.com/office/drawing/2014/main" id="{D79F0CCB-914F-4778-FA35-A213DAF019A1}"/>
                  </a:ext>
                </a:extLst>
              </p:cNvPr>
              <p:cNvSpPr/>
              <p:nvPr/>
            </p:nvSpPr>
            <p:spPr>
              <a:xfrm>
                <a:off x="2028447" y="3286901"/>
                <a:ext cx="1021761"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SYS.2</a:t>
                </a:r>
              </a:p>
              <a:p>
                <a:pPr algn="ctr"/>
                <a:r>
                  <a:rPr lang="ja-JP" altLang="en-US" sz="800" dirty="0">
                    <a:solidFill>
                      <a:schemeClr val="bg1"/>
                    </a:solidFill>
                    <a:latin typeface="Meiryo UI" panose="020B0604030504040204" pitchFamily="50" charset="-128"/>
                    <a:ea typeface="Meiryo UI" panose="020B0604030504040204" pitchFamily="50" charset="-128"/>
                  </a:rPr>
                  <a:t>システム要件分析</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05" name="正方形/長方形 304">
                <a:extLst>
                  <a:ext uri="{FF2B5EF4-FFF2-40B4-BE49-F238E27FC236}">
                    <a16:creationId xmlns:a16="http://schemas.microsoft.com/office/drawing/2014/main" id="{D7142297-B878-0399-3410-81C95929652D}"/>
                  </a:ext>
                </a:extLst>
              </p:cNvPr>
              <p:cNvSpPr/>
              <p:nvPr/>
            </p:nvSpPr>
            <p:spPr>
              <a:xfrm>
                <a:off x="1886822" y="2982976"/>
                <a:ext cx="101555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SYS.1</a:t>
                </a:r>
              </a:p>
              <a:p>
                <a:pPr algn="ctr"/>
                <a:r>
                  <a:rPr lang="ja-JP" altLang="en-US" sz="800" dirty="0">
                    <a:solidFill>
                      <a:schemeClr val="bg1"/>
                    </a:solidFill>
                    <a:latin typeface="Meiryo UI" panose="020B0604030504040204" pitchFamily="50" charset="-128"/>
                    <a:ea typeface="Meiryo UI" panose="020B0604030504040204" pitchFamily="50" charset="-128"/>
                  </a:rPr>
                  <a:t>要求抽出</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06" name="正方形/長方形 305">
                <a:extLst>
                  <a:ext uri="{FF2B5EF4-FFF2-40B4-BE49-F238E27FC236}">
                    <a16:creationId xmlns:a16="http://schemas.microsoft.com/office/drawing/2014/main" id="{14BF69D0-D598-9D97-86E0-9582BFE49B96}"/>
                  </a:ext>
                </a:extLst>
              </p:cNvPr>
              <p:cNvSpPr/>
              <p:nvPr/>
            </p:nvSpPr>
            <p:spPr>
              <a:xfrm>
                <a:off x="2185385" y="3590825"/>
                <a:ext cx="1021762"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SYS.3</a:t>
                </a:r>
              </a:p>
              <a:p>
                <a:pPr algn="ctr"/>
                <a:r>
                  <a:rPr lang="ja-JP" altLang="en-US" sz="800" dirty="0">
                    <a:solidFill>
                      <a:schemeClr val="bg1"/>
                    </a:solidFill>
                    <a:latin typeface="Meiryo UI" panose="020B0604030504040204" pitchFamily="50" charset="-128"/>
                    <a:ea typeface="Meiryo UI" panose="020B0604030504040204" pitchFamily="50" charset="-128"/>
                  </a:rPr>
                  <a:t>システムアーキテクチャ設計</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07" name="正方形/長方形 306">
                <a:extLst>
                  <a:ext uri="{FF2B5EF4-FFF2-40B4-BE49-F238E27FC236}">
                    <a16:creationId xmlns:a16="http://schemas.microsoft.com/office/drawing/2014/main" id="{CE007487-311C-E99E-6C07-46C3AF5902B4}"/>
                  </a:ext>
                </a:extLst>
              </p:cNvPr>
              <p:cNvSpPr/>
              <p:nvPr/>
            </p:nvSpPr>
            <p:spPr>
              <a:xfrm>
                <a:off x="3955803" y="3590825"/>
                <a:ext cx="1136800"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SYS.4</a:t>
                </a:r>
              </a:p>
              <a:p>
                <a:pPr algn="ctr"/>
                <a:r>
                  <a:rPr lang="ja-JP" altLang="en-US" sz="800" kern="100" dirty="0">
                    <a:solidFill>
                      <a:schemeClr val="bg1"/>
                    </a:solidFill>
                    <a:latin typeface="Meiryo UI" panose="020B0604030504040204" pitchFamily="50" charset="-128"/>
                    <a:ea typeface="Meiryo UI" panose="020B0604030504040204" pitchFamily="50" charset="-128"/>
                    <a:cs typeface="Times New Roman" panose="02020603050405020304" pitchFamily="18" charset="0"/>
                  </a:rPr>
                  <a:t>システム統合及び統合テスト</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08" name="正方形/長方形 307">
                <a:extLst>
                  <a:ext uri="{FF2B5EF4-FFF2-40B4-BE49-F238E27FC236}">
                    <a16:creationId xmlns:a16="http://schemas.microsoft.com/office/drawing/2014/main" id="{9B878C74-7093-8153-1F44-8BD50A574C62}"/>
                  </a:ext>
                </a:extLst>
              </p:cNvPr>
              <p:cNvSpPr/>
              <p:nvPr/>
            </p:nvSpPr>
            <p:spPr>
              <a:xfrm>
                <a:off x="4045483" y="3286901"/>
                <a:ext cx="1047120"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SYS.5</a:t>
                </a:r>
              </a:p>
              <a:p>
                <a:pPr algn="ctr"/>
                <a:r>
                  <a:rPr lang="ja-JP" altLang="en-US" sz="800" kern="100" dirty="0">
                    <a:solidFill>
                      <a:schemeClr val="bg1"/>
                    </a:solidFill>
                    <a:latin typeface="Meiryo UI" panose="020B0604030504040204" pitchFamily="50" charset="-128"/>
                    <a:ea typeface="Meiryo UI" panose="020B0604030504040204" pitchFamily="50" charset="-128"/>
                    <a:cs typeface="Times New Roman" panose="02020603050405020304" pitchFamily="18" charset="0"/>
                  </a:rPr>
                  <a:t>システム適合性確認テスト</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09" name="正方形/長方形 308">
                <a:extLst>
                  <a:ext uri="{FF2B5EF4-FFF2-40B4-BE49-F238E27FC236}">
                    <a16:creationId xmlns:a16="http://schemas.microsoft.com/office/drawing/2014/main" id="{38133D5D-5DEB-5FF0-8E21-6B3F79D09438}"/>
                  </a:ext>
                </a:extLst>
              </p:cNvPr>
              <p:cNvSpPr/>
              <p:nvPr/>
            </p:nvSpPr>
            <p:spPr>
              <a:xfrm>
                <a:off x="761097" y="2980262"/>
                <a:ext cx="823195"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SPL.2</a:t>
                </a:r>
              </a:p>
              <a:p>
                <a:pPr algn="ctr"/>
                <a:r>
                  <a:rPr lang="ja-JP" altLang="en-US" sz="800" dirty="0">
                    <a:solidFill>
                      <a:schemeClr val="bg1"/>
                    </a:solidFill>
                    <a:latin typeface="Meiryo UI" panose="020B0604030504040204" pitchFamily="50" charset="-128"/>
                    <a:ea typeface="Meiryo UI" panose="020B0604030504040204" pitchFamily="50" charset="-128"/>
                  </a:rPr>
                  <a:t>製品リリース</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10" name="正方形/長方形 309">
                <a:extLst>
                  <a:ext uri="{FF2B5EF4-FFF2-40B4-BE49-F238E27FC236}">
                    <a16:creationId xmlns:a16="http://schemas.microsoft.com/office/drawing/2014/main" id="{4C239F79-FDE8-6426-4AE4-06F3F01C1A71}"/>
                  </a:ext>
                </a:extLst>
              </p:cNvPr>
              <p:cNvSpPr/>
              <p:nvPr/>
            </p:nvSpPr>
            <p:spPr>
              <a:xfrm>
                <a:off x="726131" y="2108889"/>
                <a:ext cx="85321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ACQ.4</a:t>
                </a:r>
              </a:p>
              <a:p>
                <a:pPr algn="ctr"/>
                <a:r>
                  <a:rPr kumimoji="1" lang="ja-JP" altLang="en-US" sz="800" dirty="0">
                    <a:solidFill>
                      <a:schemeClr val="bg1"/>
                    </a:solidFill>
                    <a:latin typeface="Meiryo UI" panose="020B0604030504040204" pitchFamily="50" charset="-128"/>
                    <a:ea typeface="Meiryo UI" panose="020B0604030504040204" pitchFamily="50" charset="-128"/>
                  </a:rPr>
                  <a:t>サプライヤ監視</a:t>
                </a:r>
              </a:p>
            </p:txBody>
          </p:sp>
          <p:sp>
            <p:nvSpPr>
              <p:cNvPr id="311" name="正方形/長方形 310">
                <a:extLst>
                  <a:ext uri="{FF2B5EF4-FFF2-40B4-BE49-F238E27FC236}">
                    <a16:creationId xmlns:a16="http://schemas.microsoft.com/office/drawing/2014/main" id="{40C247FC-585C-A00A-115A-EF0346FDA56F}"/>
                  </a:ext>
                </a:extLst>
              </p:cNvPr>
              <p:cNvSpPr/>
              <p:nvPr/>
            </p:nvSpPr>
            <p:spPr>
              <a:xfrm>
                <a:off x="1758627" y="4726032"/>
                <a:ext cx="937639"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SWE.1</a:t>
                </a:r>
              </a:p>
              <a:p>
                <a:pPr algn="ctr"/>
                <a:r>
                  <a:rPr kumimoji="1" lang="en" altLang="ja-JP" sz="800" dirty="0">
                    <a:solidFill>
                      <a:schemeClr val="bg1"/>
                    </a:solidFill>
                    <a:latin typeface="Meiryo UI" panose="020B0604030504040204" pitchFamily="50" charset="-128"/>
                    <a:ea typeface="Meiryo UI" panose="020B0604030504040204" pitchFamily="50" charset="-128"/>
                  </a:rPr>
                  <a:t>SW</a:t>
                </a:r>
                <a:r>
                  <a:rPr kumimoji="1" lang="ja-JP" altLang="en-US" sz="800">
                    <a:solidFill>
                      <a:schemeClr val="bg1"/>
                    </a:solidFill>
                    <a:latin typeface="Meiryo UI" panose="020B0604030504040204" pitchFamily="50" charset="-128"/>
                    <a:ea typeface="Meiryo UI" panose="020B0604030504040204" pitchFamily="50" charset="-128"/>
                  </a:rPr>
                  <a:t>要求</a:t>
                </a:r>
                <a:r>
                  <a:rPr kumimoji="1" lang="ja-JP" altLang="en-US" sz="800" dirty="0">
                    <a:solidFill>
                      <a:schemeClr val="bg1"/>
                    </a:solidFill>
                    <a:latin typeface="Meiryo UI" panose="020B0604030504040204" pitchFamily="50" charset="-128"/>
                    <a:ea typeface="Meiryo UI" panose="020B0604030504040204" pitchFamily="50" charset="-128"/>
                  </a:rPr>
                  <a:t>分析</a:t>
                </a:r>
              </a:p>
            </p:txBody>
          </p:sp>
          <p:sp>
            <p:nvSpPr>
              <p:cNvPr id="312" name="正方形/長方形 311">
                <a:extLst>
                  <a:ext uri="{FF2B5EF4-FFF2-40B4-BE49-F238E27FC236}">
                    <a16:creationId xmlns:a16="http://schemas.microsoft.com/office/drawing/2014/main" id="{16190902-F957-FA5A-3016-E31351257E9E}"/>
                  </a:ext>
                </a:extLst>
              </p:cNvPr>
              <p:cNvSpPr/>
              <p:nvPr/>
            </p:nvSpPr>
            <p:spPr>
              <a:xfrm>
                <a:off x="1758627" y="5048204"/>
                <a:ext cx="1118151"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SWE.2</a:t>
                </a:r>
              </a:p>
              <a:p>
                <a:pPr algn="ctr"/>
                <a:r>
                  <a:rPr kumimoji="1" lang="en" altLang="ja-JP" sz="800" dirty="0">
                    <a:solidFill>
                      <a:schemeClr val="bg1"/>
                    </a:solidFill>
                    <a:latin typeface="Meiryo UI" panose="020B0604030504040204" pitchFamily="50" charset="-128"/>
                    <a:ea typeface="Meiryo UI" panose="020B0604030504040204" pitchFamily="50" charset="-128"/>
                  </a:rPr>
                  <a:t>SW</a:t>
                </a:r>
                <a:r>
                  <a:rPr kumimoji="1" lang="ja-JP" altLang="en-US" sz="800">
                    <a:solidFill>
                      <a:schemeClr val="bg1"/>
                    </a:solidFill>
                    <a:latin typeface="Meiryo UI" panose="020B0604030504040204" pitchFamily="50" charset="-128"/>
                    <a:ea typeface="Meiryo UI" panose="020B0604030504040204" pitchFamily="50" charset="-128"/>
                  </a:rPr>
                  <a:t>アーキテクチャ</a:t>
                </a:r>
                <a:r>
                  <a:rPr kumimoji="1" lang="ja-JP" altLang="en-US" sz="800" dirty="0">
                    <a:solidFill>
                      <a:schemeClr val="bg1"/>
                    </a:solidFill>
                    <a:latin typeface="Meiryo UI" panose="020B0604030504040204" pitchFamily="50" charset="-128"/>
                    <a:ea typeface="Meiryo UI" panose="020B0604030504040204" pitchFamily="50" charset="-128"/>
                  </a:rPr>
                  <a:t>設計</a:t>
                </a:r>
              </a:p>
            </p:txBody>
          </p:sp>
          <p:sp>
            <p:nvSpPr>
              <p:cNvPr id="313" name="正方形/長方形 312">
                <a:extLst>
                  <a:ext uri="{FF2B5EF4-FFF2-40B4-BE49-F238E27FC236}">
                    <a16:creationId xmlns:a16="http://schemas.microsoft.com/office/drawing/2014/main" id="{06253BCA-D331-F0DF-D143-9239CC47F985}"/>
                  </a:ext>
                </a:extLst>
              </p:cNvPr>
              <p:cNvSpPr/>
              <p:nvPr/>
            </p:nvSpPr>
            <p:spPr>
              <a:xfrm>
                <a:off x="1758627" y="5370067"/>
                <a:ext cx="1438071"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SWE.3</a:t>
                </a:r>
              </a:p>
              <a:p>
                <a:pPr algn="ctr"/>
                <a:r>
                  <a:rPr kumimoji="1" lang="en" altLang="ja-JP" sz="800" dirty="0">
                    <a:solidFill>
                      <a:schemeClr val="bg1"/>
                    </a:solidFill>
                    <a:latin typeface="Meiryo UI" panose="020B0604030504040204" pitchFamily="50" charset="-128"/>
                    <a:ea typeface="Meiryo UI" panose="020B0604030504040204" pitchFamily="50" charset="-128"/>
                  </a:rPr>
                  <a:t>SW</a:t>
                </a:r>
                <a:r>
                  <a:rPr kumimoji="1" lang="ja-JP" altLang="en-US" sz="800" dirty="0">
                    <a:solidFill>
                      <a:schemeClr val="bg1"/>
                    </a:solidFill>
                    <a:latin typeface="Meiryo UI" panose="020B0604030504040204" pitchFamily="50" charset="-128"/>
                    <a:ea typeface="Meiryo UI" panose="020B0604030504040204" pitchFamily="50" charset="-128"/>
                  </a:rPr>
                  <a:t>詳細設計及びユニット構築</a:t>
                </a:r>
              </a:p>
            </p:txBody>
          </p:sp>
          <p:sp>
            <p:nvSpPr>
              <p:cNvPr id="314" name="正方形/長方形 313">
                <a:extLst>
                  <a:ext uri="{FF2B5EF4-FFF2-40B4-BE49-F238E27FC236}">
                    <a16:creationId xmlns:a16="http://schemas.microsoft.com/office/drawing/2014/main" id="{4ACEF7A8-D558-C2B7-3157-67460FBE2CE3}"/>
                  </a:ext>
                </a:extLst>
              </p:cNvPr>
              <p:cNvSpPr/>
              <p:nvPr/>
            </p:nvSpPr>
            <p:spPr>
              <a:xfrm>
                <a:off x="3521586" y="4726032"/>
                <a:ext cx="802777"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SWE.6</a:t>
                </a:r>
              </a:p>
              <a:p>
                <a:pPr algn="ctr"/>
                <a:r>
                  <a:rPr kumimoji="1" lang="en" altLang="ja-JP" sz="800" dirty="0">
                    <a:solidFill>
                      <a:schemeClr val="bg1"/>
                    </a:solidFill>
                    <a:latin typeface="Meiryo UI" panose="020B0604030504040204" pitchFamily="50" charset="-128"/>
                    <a:ea typeface="Meiryo UI" panose="020B0604030504040204" pitchFamily="50" charset="-128"/>
                  </a:rPr>
                  <a:t>SW</a:t>
                </a:r>
                <a:r>
                  <a:rPr kumimoji="1" lang="ja-JP" altLang="en-US" sz="800">
                    <a:solidFill>
                      <a:schemeClr val="bg1"/>
                    </a:solidFill>
                    <a:latin typeface="Meiryo UI" panose="020B0604030504040204" pitchFamily="50" charset="-128"/>
                    <a:ea typeface="Meiryo UI" panose="020B0604030504040204" pitchFamily="50" charset="-128"/>
                  </a:rPr>
                  <a:t>検証</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15" name="正方形/長方形 314">
                <a:extLst>
                  <a:ext uri="{FF2B5EF4-FFF2-40B4-BE49-F238E27FC236}">
                    <a16:creationId xmlns:a16="http://schemas.microsoft.com/office/drawing/2014/main" id="{E7B0A6B5-545F-7A5D-9CBC-C178382108BC}"/>
                  </a:ext>
                </a:extLst>
              </p:cNvPr>
              <p:cNvSpPr/>
              <p:nvPr/>
            </p:nvSpPr>
            <p:spPr>
              <a:xfrm>
                <a:off x="3343052" y="5048204"/>
                <a:ext cx="982737"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SWE.5</a:t>
                </a:r>
              </a:p>
              <a:p>
                <a:pPr algn="ctr"/>
                <a:r>
                  <a:rPr kumimoji="1" lang="en" altLang="ja-JP" sz="800" dirty="0">
                    <a:solidFill>
                      <a:schemeClr val="bg1"/>
                    </a:solidFill>
                    <a:latin typeface="Meiryo UI" panose="020B0604030504040204" pitchFamily="50" charset="-128"/>
                    <a:ea typeface="Meiryo UI" panose="020B0604030504040204" pitchFamily="50" charset="-128"/>
                  </a:rPr>
                  <a:t>SW</a:t>
                </a:r>
                <a:r>
                  <a:rPr kumimoji="1" lang="ja-JP" altLang="en-US" sz="800" dirty="0">
                    <a:solidFill>
                      <a:schemeClr val="bg1"/>
                    </a:solidFill>
                    <a:latin typeface="Meiryo UI" panose="020B0604030504040204" pitchFamily="50" charset="-128"/>
                    <a:ea typeface="Meiryo UI" panose="020B0604030504040204" pitchFamily="50" charset="-128"/>
                  </a:rPr>
                  <a:t>コンポーネント</a:t>
                </a:r>
                <a:endParaRPr kumimoji="1" lang="en-US" altLang="ja-JP" sz="800" dirty="0">
                  <a:solidFill>
                    <a:schemeClr val="bg1"/>
                  </a:solidFill>
                  <a:latin typeface="Meiryo UI" panose="020B0604030504040204" pitchFamily="50" charset="-128"/>
                  <a:ea typeface="Meiryo UI" panose="020B0604030504040204" pitchFamily="50" charset="-128"/>
                </a:endParaRPr>
              </a:p>
              <a:p>
                <a:pPr algn="ctr"/>
                <a:r>
                  <a:rPr kumimoji="1" lang="ja-JP" altLang="en-US" sz="800" dirty="0">
                    <a:solidFill>
                      <a:schemeClr val="bg1"/>
                    </a:solidFill>
                    <a:latin typeface="Meiryo UI" panose="020B0604030504040204" pitchFamily="50" charset="-128"/>
                    <a:ea typeface="Meiryo UI" panose="020B0604030504040204" pitchFamily="50" charset="-128"/>
                  </a:rPr>
                  <a:t>検証及び統合検証</a:t>
                </a:r>
              </a:p>
            </p:txBody>
          </p:sp>
          <p:sp>
            <p:nvSpPr>
              <p:cNvPr id="316" name="正方形/長方形 315">
                <a:extLst>
                  <a:ext uri="{FF2B5EF4-FFF2-40B4-BE49-F238E27FC236}">
                    <a16:creationId xmlns:a16="http://schemas.microsoft.com/office/drawing/2014/main" id="{6F4719B8-623B-99A6-6283-7C6D60CEA4D0}"/>
                  </a:ext>
                </a:extLst>
              </p:cNvPr>
              <p:cNvSpPr/>
              <p:nvPr/>
            </p:nvSpPr>
            <p:spPr>
              <a:xfrm>
                <a:off x="3255275" y="5370067"/>
                <a:ext cx="1070514"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kumimoji="1" lang="en-US" altLang="ja-JP" sz="1000" dirty="0">
                    <a:solidFill>
                      <a:schemeClr val="bg1"/>
                    </a:solidFill>
                    <a:latin typeface="Meiryo UI" panose="020B0604030504040204" pitchFamily="50" charset="-128"/>
                    <a:ea typeface="Meiryo UI" panose="020B0604030504040204" pitchFamily="50" charset="-128"/>
                  </a:rPr>
                  <a:t>SWE.4</a:t>
                </a:r>
              </a:p>
              <a:p>
                <a:pPr algn="ctr"/>
                <a:r>
                  <a:rPr kumimoji="1" lang="en" altLang="ja-JP" sz="800" dirty="0">
                    <a:solidFill>
                      <a:schemeClr val="bg1"/>
                    </a:solidFill>
                    <a:latin typeface="Meiryo UI" panose="020B0604030504040204" pitchFamily="50" charset="-128"/>
                    <a:ea typeface="Meiryo UI" panose="020B0604030504040204" pitchFamily="50" charset="-128"/>
                  </a:rPr>
                  <a:t>SW</a:t>
                </a:r>
                <a:r>
                  <a:rPr kumimoji="1" lang="ja-JP" altLang="en-US" sz="800">
                    <a:solidFill>
                      <a:schemeClr val="bg1"/>
                    </a:solidFill>
                    <a:latin typeface="Meiryo UI" panose="020B0604030504040204" pitchFamily="50" charset="-128"/>
                    <a:ea typeface="Meiryo UI" panose="020B0604030504040204" pitchFamily="50" charset="-128"/>
                  </a:rPr>
                  <a:t>ユニット</a:t>
                </a:r>
                <a:r>
                  <a:rPr kumimoji="1" lang="ja-JP" altLang="en-US" sz="800" dirty="0">
                    <a:solidFill>
                      <a:schemeClr val="bg1"/>
                    </a:solidFill>
                    <a:latin typeface="Meiryo UI" panose="020B0604030504040204" pitchFamily="50" charset="-128"/>
                    <a:ea typeface="Meiryo UI" panose="020B0604030504040204" pitchFamily="50" charset="-128"/>
                  </a:rPr>
                  <a:t>検証</a:t>
                </a:r>
              </a:p>
            </p:txBody>
          </p:sp>
          <p:sp>
            <p:nvSpPr>
              <p:cNvPr id="317" name="正方形/長方形 316">
                <a:extLst>
                  <a:ext uri="{FF2B5EF4-FFF2-40B4-BE49-F238E27FC236}">
                    <a16:creationId xmlns:a16="http://schemas.microsoft.com/office/drawing/2014/main" id="{16D5DA6A-C3C2-8174-743B-68F4DD120CE8}"/>
                  </a:ext>
                </a:extLst>
              </p:cNvPr>
              <p:cNvSpPr/>
              <p:nvPr/>
            </p:nvSpPr>
            <p:spPr>
              <a:xfrm>
                <a:off x="4474222" y="4727183"/>
                <a:ext cx="859553"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H</a:t>
                </a:r>
                <a:r>
                  <a:rPr kumimoji="1" lang="en-US" altLang="ja-JP" sz="1000" dirty="0">
                    <a:solidFill>
                      <a:schemeClr val="bg1"/>
                    </a:solidFill>
                    <a:latin typeface="Meiryo UI" panose="020B0604030504040204" pitchFamily="50" charset="-128"/>
                    <a:ea typeface="Meiryo UI" panose="020B0604030504040204" pitchFamily="50" charset="-128"/>
                  </a:rPr>
                  <a:t>WE.1</a:t>
                </a:r>
              </a:p>
              <a:p>
                <a:pPr algn="ctr"/>
                <a:r>
                  <a:rPr kumimoji="1" lang="en" altLang="ja-JP" sz="800" dirty="0">
                    <a:solidFill>
                      <a:schemeClr val="bg1"/>
                    </a:solidFill>
                    <a:latin typeface="Meiryo UI" panose="020B0604030504040204" pitchFamily="50" charset="-128"/>
                    <a:ea typeface="Meiryo UI" panose="020B0604030504040204" pitchFamily="50" charset="-128"/>
                  </a:rPr>
                  <a:t>HW</a:t>
                </a:r>
                <a:r>
                  <a:rPr kumimoji="1" lang="ja-JP" altLang="en-US" sz="800">
                    <a:solidFill>
                      <a:schemeClr val="bg1"/>
                    </a:solidFill>
                    <a:latin typeface="Meiryo UI" panose="020B0604030504040204" pitchFamily="50" charset="-128"/>
                    <a:ea typeface="Meiryo UI" panose="020B0604030504040204" pitchFamily="50" charset="-128"/>
                  </a:rPr>
                  <a:t>要求</a:t>
                </a:r>
                <a:r>
                  <a:rPr kumimoji="1" lang="ja-JP" altLang="en-US" sz="800" dirty="0">
                    <a:solidFill>
                      <a:schemeClr val="bg1"/>
                    </a:solidFill>
                    <a:latin typeface="Meiryo UI" panose="020B0604030504040204" pitchFamily="50" charset="-128"/>
                    <a:ea typeface="Meiryo UI" panose="020B0604030504040204" pitchFamily="50" charset="-128"/>
                  </a:rPr>
                  <a:t>分析</a:t>
                </a:r>
              </a:p>
            </p:txBody>
          </p:sp>
          <p:sp>
            <p:nvSpPr>
              <p:cNvPr id="318" name="正方形/長方形 317">
                <a:extLst>
                  <a:ext uri="{FF2B5EF4-FFF2-40B4-BE49-F238E27FC236}">
                    <a16:creationId xmlns:a16="http://schemas.microsoft.com/office/drawing/2014/main" id="{3BC1AD64-4D41-3565-3829-DD6CA88B2254}"/>
                  </a:ext>
                </a:extLst>
              </p:cNvPr>
              <p:cNvSpPr/>
              <p:nvPr/>
            </p:nvSpPr>
            <p:spPr>
              <a:xfrm>
                <a:off x="4474222" y="5048204"/>
                <a:ext cx="1025032" cy="275856"/>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H</a:t>
                </a:r>
                <a:r>
                  <a:rPr kumimoji="1" lang="en-US" altLang="ja-JP" sz="1000" dirty="0">
                    <a:solidFill>
                      <a:schemeClr val="bg1"/>
                    </a:solidFill>
                    <a:latin typeface="Meiryo UI" panose="020B0604030504040204" pitchFamily="50" charset="-128"/>
                    <a:ea typeface="Meiryo UI" panose="020B0604030504040204" pitchFamily="50" charset="-128"/>
                  </a:rPr>
                  <a:t>WE.2</a:t>
                </a:r>
              </a:p>
              <a:p>
                <a:pPr algn="ctr"/>
                <a:r>
                  <a:rPr kumimoji="1" lang="en" altLang="ja-JP" sz="800" dirty="0">
                    <a:solidFill>
                      <a:schemeClr val="bg1"/>
                    </a:solidFill>
                    <a:latin typeface="Meiryo UI" panose="020B0604030504040204" pitchFamily="50" charset="-128"/>
                    <a:ea typeface="Meiryo UI" panose="020B0604030504040204" pitchFamily="50" charset="-128"/>
                  </a:rPr>
                  <a:t>HW</a:t>
                </a:r>
                <a:r>
                  <a:rPr kumimoji="1" lang="ja-JP" altLang="en-US" sz="800">
                    <a:solidFill>
                      <a:schemeClr val="bg1"/>
                    </a:solidFill>
                    <a:latin typeface="Meiryo UI" panose="020B0604030504040204" pitchFamily="50" charset="-128"/>
                    <a:ea typeface="Meiryo UI" panose="020B0604030504040204" pitchFamily="50" charset="-128"/>
                  </a:rPr>
                  <a:t>設計</a:t>
                </a:r>
                <a:endParaRPr kumimoji="1" lang="ja-JP" altLang="en-US" sz="800" dirty="0">
                  <a:solidFill>
                    <a:schemeClr val="bg1"/>
                  </a:solidFill>
                  <a:latin typeface="Meiryo UI" panose="020B0604030504040204" pitchFamily="50" charset="-128"/>
                  <a:ea typeface="Meiryo UI" panose="020B0604030504040204" pitchFamily="50" charset="-128"/>
                </a:endParaRPr>
              </a:p>
            </p:txBody>
          </p:sp>
          <p:sp>
            <p:nvSpPr>
              <p:cNvPr id="319" name="正方形/長方形 318">
                <a:extLst>
                  <a:ext uri="{FF2B5EF4-FFF2-40B4-BE49-F238E27FC236}">
                    <a16:creationId xmlns:a16="http://schemas.microsoft.com/office/drawing/2014/main" id="{E11A183F-8839-F43A-31E6-0A0E9999B312}"/>
                  </a:ext>
                </a:extLst>
              </p:cNvPr>
              <p:cNvSpPr/>
              <p:nvPr/>
            </p:nvSpPr>
            <p:spPr>
              <a:xfrm>
                <a:off x="5562336" y="4727183"/>
                <a:ext cx="1124840"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H</a:t>
                </a:r>
                <a:r>
                  <a:rPr kumimoji="1" lang="en-US" altLang="ja-JP" sz="1000" dirty="0">
                    <a:solidFill>
                      <a:schemeClr val="bg1"/>
                    </a:solidFill>
                    <a:latin typeface="Meiryo UI" panose="020B0604030504040204" pitchFamily="50" charset="-128"/>
                    <a:ea typeface="Meiryo UI" panose="020B0604030504040204" pitchFamily="50" charset="-128"/>
                  </a:rPr>
                  <a:t>WE.4</a:t>
                </a:r>
              </a:p>
              <a:p>
                <a:pPr algn="ctr"/>
                <a:r>
                  <a:rPr kumimoji="1" lang="en" altLang="ja-JP" sz="800" dirty="0">
                    <a:solidFill>
                      <a:schemeClr val="bg1"/>
                    </a:solidFill>
                    <a:latin typeface="Meiryo UI" panose="020B0604030504040204" pitchFamily="50" charset="-128"/>
                    <a:ea typeface="Meiryo UI" panose="020B0604030504040204" pitchFamily="50" charset="-128"/>
                  </a:rPr>
                  <a:t>HW</a:t>
                </a:r>
                <a:r>
                  <a:rPr kumimoji="1" lang="ja-JP" altLang="en-US" sz="800">
                    <a:solidFill>
                      <a:schemeClr val="bg1"/>
                    </a:solidFill>
                    <a:latin typeface="Meiryo UI" panose="020B0604030504040204" pitchFamily="50" charset="-128"/>
                    <a:ea typeface="Meiryo UI" panose="020B0604030504040204" pitchFamily="50" charset="-128"/>
                  </a:rPr>
                  <a:t>要求</a:t>
                </a:r>
                <a:r>
                  <a:rPr kumimoji="1" lang="ja-JP" altLang="en-US" sz="800" dirty="0">
                    <a:solidFill>
                      <a:schemeClr val="bg1"/>
                    </a:solidFill>
                    <a:latin typeface="Meiryo UI" panose="020B0604030504040204" pitchFamily="50" charset="-128"/>
                    <a:ea typeface="Meiryo UI" panose="020B0604030504040204" pitchFamily="50" charset="-128"/>
                  </a:rPr>
                  <a:t>に対する検証</a:t>
                </a:r>
              </a:p>
            </p:txBody>
          </p:sp>
          <p:sp>
            <p:nvSpPr>
              <p:cNvPr id="320" name="正方形/長方形 319">
                <a:extLst>
                  <a:ext uri="{FF2B5EF4-FFF2-40B4-BE49-F238E27FC236}">
                    <a16:creationId xmlns:a16="http://schemas.microsoft.com/office/drawing/2014/main" id="{C03DD2DB-5704-CC6B-9C74-96DB987AD52D}"/>
                  </a:ext>
                </a:extLst>
              </p:cNvPr>
              <p:cNvSpPr/>
              <p:nvPr/>
            </p:nvSpPr>
            <p:spPr>
              <a:xfrm>
                <a:off x="5531178" y="5048204"/>
                <a:ext cx="1156335" cy="275547"/>
              </a:xfrm>
              <a:prstGeom prst="rect">
                <a:avLst/>
              </a:prstGeom>
              <a:ln/>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000" dirty="0">
                    <a:solidFill>
                      <a:schemeClr val="bg1"/>
                    </a:solidFill>
                    <a:latin typeface="Meiryo UI" panose="020B0604030504040204" pitchFamily="50" charset="-128"/>
                    <a:ea typeface="Meiryo UI" panose="020B0604030504040204" pitchFamily="50" charset="-128"/>
                  </a:rPr>
                  <a:t>H</a:t>
                </a:r>
                <a:r>
                  <a:rPr kumimoji="1" lang="en-US" altLang="ja-JP" sz="1000" dirty="0">
                    <a:solidFill>
                      <a:schemeClr val="bg1"/>
                    </a:solidFill>
                    <a:latin typeface="Meiryo UI" panose="020B0604030504040204" pitchFamily="50" charset="-128"/>
                    <a:ea typeface="Meiryo UI" panose="020B0604030504040204" pitchFamily="50" charset="-128"/>
                  </a:rPr>
                  <a:t>WE.3</a:t>
                </a:r>
              </a:p>
              <a:p>
                <a:pPr algn="ctr"/>
                <a:r>
                  <a:rPr kumimoji="1" lang="en" altLang="ja-JP" sz="800" dirty="0">
                    <a:solidFill>
                      <a:schemeClr val="bg1"/>
                    </a:solidFill>
                    <a:latin typeface="Meiryo UI" panose="020B0604030504040204" pitchFamily="50" charset="-128"/>
                    <a:ea typeface="Meiryo UI" panose="020B0604030504040204" pitchFamily="50" charset="-128"/>
                  </a:rPr>
                  <a:t>HW</a:t>
                </a:r>
                <a:r>
                  <a:rPr kumimoji="1" lang="ja-JP" altLang="en-US" sz="800">
                    <a:solidFill>
                      <a:schemeClr val="bg1"/>
                    </a:solidFill>
                    <a:latin typeface="Meiryo UI" panose="020B0604030504040204" pitchFamily="50" charset="-128"/>
                    <a:ea typeface="Meiryo UI" panose="020B0604030504040204" pitchFamily="50" charset="-128"/>
                  </a:rPr>
                  <a:t>設計</a:t>
                </a:r>
                <a:r>
                  <a:rPr kumimoji="1" lang="ja-JP" altLang="en-US" sz="800" dirty="0">
                    <a:solidFill>
                      <a:schemeClr val="bg1"/>
                    </a:solidFill>
                    <a:latin typeface="Meiryo UI" panose="020B0604030504040204" pitchFamily="50" charset="-128"/>
                    <a:ea typeface="Meiryo UI" panose="020B0604030504040204" pitchFamily="50" charset="-128"/>
                  </a:rPr>
                  <a:t>に対する検証</a:t>
                </a:r>
              </a:p>
            </p:txBody>
          </p:sp>
          <p:sp>
            <p:nvSpPr>
              <p:cNvPr id="3" name="フローチャート: データ 2">
                <a:extLst>
                  <a:ext uri="{FF2B5EF4-FFF2-40B4-BE49-F238E27FC236}">
                    <a16:creationId xmlns:a16="http://schemas.microsoft.com/office/drawing/2014/main" id="{FC58CDDB-1529-18D7-C6E5-F5E1C454DCE4}"/>
                  </a:ext>
                </a:extLst>
              </p:cNvPr>
              <p:cNvSpPr/>
              <p:nvPr/>
            </p:nvSpPr>
            <p:spPr>
              <a:xfrm rot="1984898">
                <a:off x="5028951" y="2869935"/>
                <a:ext cx="438398" cy="2947533"/>
              </a:xfrm>
              <a:prstGeom prst="flowChartInputOutput">
                <a:avLst/>
              </a:prstGeom>
              <a:solidFill>
                <a:schemeClr val="accent5">
                  <a:alpha val="50000"/>
                </a:schemeClr>
              </a:solidFill>
              <a:ln>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4" name="フローチャート: データ 3">
                <a:extLst>
                  <a:ext uri="{FF2B5EF4-FFF2-40B4-BE49-F238E27FC236}">
                    <a16:creationId xmlns:a16="http://schemas.microsoft.com/office/drawing/2014/main" id="{3ABE06E7-BA89-55CD-8080-5936AFF0012A}"/>
                  </a:ext>
                </a:extLst>
              </p:cNvPr>
              <p:cNvSpPr/>
              <p:nvPr/>
            </p:nvSpPr>
            <p:spPr>
              <a:xfrm rot="19545116" flipH="1">
                <a:off x="2961081" y="2794757"/>
                <a:ext cx="465643" cy="3060610"/>
              </a:xfrm>
              <a:prstGeom prst="flowChartInputOutput">
                <a:avLst/>
              </a:prstGeom>
              <a:solidFill>
                <a:schemeClr val="accent5">
                  <a:alpha val="50000"/>
                </a:schemeClr>
              </a:solidFill>
              <a:ln>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5" name="フローチャート: データ 4">
                <a:extLst>
                  <a:ext uri="{FF2B5EF4-FFF2-40B4-BE49-F238E27FC236}">
                    <a16:creationId xmlns:a16="http://schemas.microsoft.com/office/drawing/2014/main" id="{ABF49F98-3ACF-8DE9-5535-94EC29F6FEEE}"/>
                  </a:ext>
                </a:extLst>
              </p:cNvPr>
              <p:cNvSpPr/>
              <p:nvPr/>
            </p:nvSpPr>
            <p:spPr>
              <a:xfrm rot="1908907">
                <a:off x="3285505" y="4769287"/>
                <a:ext cx="438398" cy="995828"/>
              </a:xfrm>
              <a:prstGeom prst="flowChartInputOutput">
                <a:avLst/>
              </a:prstGeom>
              <a:solidFill>
                <a:schemeClr val="accent2">
                  <a:alpha val="50000"/>
                </a:schemeClr>
              </a:solidFill>
              <a:ln>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6" name="フローチャート: データ 5">
                <a:extLst>
                  <a:ext uri="{FF2B5EF4-FFF2-40B4-BE49-F238E27FC236}">
                    <a16:creationId xmlns:a16="http://schemas.microsoft.com/office/drawing/2014/main" id="{D3BAEC26-B564-2941-029E-29CFDD887DD6}"/>
                  </a:ext>
                </a:extLst>
              </p:cNvPr>
              <p:cNvSpPr/>
              <p:nvPr/>
            </p:nvSpPr>
            <p:spPr>
              <a:xfrm rot="19910724" flipH="1">
                <a:off x="2395124" y="4693478"/>
                <a:ext cx="465643" cy="1071263"/>
              </a:xfrm>
              <a:prstGeom prst="flowChartInputOutput">
                <a:avLst/>
              </a:prstGeom>
              <a:solidFill>
                <a:schemeClr val="accent2">
                  <a:alpha val="50000"/>
                </a:schemeClr>
              </a:solidFill>
              <a:ln>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sp>
            <p:nvSpPr>
              <p:cNvPr id="11" name="フローチャート: データ 10">
                <a:extLst>
                  <a:ext uri="{FF2B5EF4-FFF2-40B4-BE49-F238E27FC236}">
                    <a16:creationId xmlns:a16="http://schemas.microsoft.com/office/drawing/2014/main" id="{30D3C1D2-F1C0-E821-FFD7-C2C677A7555D}"/>
                  </a:ext>
                </a:extLst>
              </p:cNvPr>
              <p:cNvSpPr/>
              <p:nvPr/>
            </p:nvSpPr>
            <p:spPr>
              <a:xfrm rot="1814733">
                <a:off x="5710289" y="4651342"/>
                <a:ext cx="438398" cy="995828"/>
              </a:xfrm>
              <a:prstGeom prst="flowChartInputOutput">
                <a:avLst/>
              </a:prstGeom>
              <a:solidFill>
                <a:schemeClr val="accent2">
                  <a:alpha val="50000"/>
                </a:schemeClr>
              </a:solidFill>
              <a:ln>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2" name="フローチャート: データ 11">
                <a:extLst>
                  <a:ext uri="{FF2B5EF4-FFF2-40B4-BE49-F238E27FC236}">
                    <a16:creationId xmlns:a16="http://schemas.microsoft.com/office/drawing/2014/main" id="{4F1355F2-D9DE-383D-6F09-79CEE3D7C623}"/>
                  </a:ext>
                </a:extLst>
              </p:cNvPr>
              <p:cNvSpPr/>
              <p:nvPr/>
            </p:nvSpPr>
            <p:spPr>
              <a:xfrm rot="19910724" flipH="1">
                <a:off x="4819908" y="4575533"/>
                <a:ext cx="465643" cy="1071263"/>
              </a:xfrm>
              <a:prstGeom prst="flowChartInputOutput">
                <a:avLst/>
              </a:prstGeom>
              <a:solidFill>
                <a:schemeClr val="accent2">
                  <a:alpha val="50000"/>
                </a:schemeClr>
              </a:solidFill>
              <a:ln>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grpSp>
      </p:grpSp>
      <p:sp>
        <p:nvSpPr>
          <p:cNvPr id="8" name="テキスト ボックス 7">
            <a:extLst>
              <a:ext uri="{FF2B5EF4-FFF2-40B4-BE49-F238E27FC236}">
                <a16:creationId xmlns:a16="http://schemas.microsoft.com/office/drawing/2014/main" id="{9A9142E2-7E03-E4BA-9C01-93C47CB517E3}"/>
              </a:ext>
            </a:extLst>
          </p:cNvPr>
          <p:cNvSpPr txBox="1"/>
          <p:nvPr/>
        </p:nvSpPr>
        <p:spPr>
          <a:xfrm>
            <a:off x="2501293" y="6105876"/>
            <a:ext cx="2331899"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1200" dirty="0">
                <a:latin typeface="Meiryo UI" panose="020B0604030504040204" pitchFamily="50" charset="-128"/>
                <a:ea typeface="Meiryo UI" panose="020B0604030504040204" pitchFamily="50" charset="-128"/>
              </a:rPr>
              <a:t>図：</a:t>
            </a:r>
            <a:r>
              <a:rPr lang="en-US" altLang="ja-JP" sz="1200" dirty="0">
                <a:latin typeface="Meiryo UI" panose="020B0604030504040204" pitchFamily="50" charset="-128"/>
                <a:ea typeface="Meiryo UI" panose="020B0604030504040204" pitchFamily="50" charset="-128"/>
              </a:rPr>
              <a:t>A-SPICE</a:t>
            </a:r>
            <a:r>
              <a:rPr lang="ja-JP" altLang="en-US" sz="1200" dirty="0">
                <a:latin typeface="Meiryo UI" panose="020B0604030504040204" pitchFamily="50" charset="-128"/>
                <a:ea typeface="Meiryo UI" panose="020B0604030504040204" pitchFamily="50" charset="-128"/>
              </a:rPr>
              <a:t>のプロセスモデル</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70444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テキスト ボックス 13">
            <a:extLst>
              <a:ext uri="{FF2B5EF4-FFF2-40B4-BE49-F238E27FC236}">
                <a16:creationId xmlns:a16="http://schemas.microsoft.com/office/drawing/2014/main" id="{B675EF4C-FC17-A52B-B704-F9299985481C}"/>
              </a:ext>
            </a:extLst>
          </p:cNvPr>
          <p:cNvSpPr txBox="1"/>
          <p:nvPr/>
        </p:nvSpPr>
        <p:spPr>
          <a:xfrm>
            <a:off x="385774" y="0"/>
            <a:ext cx="11528188"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dirty="0">
                <a:solidFill>
                  <a:schemeClr val="bg1"/>
                </a:solidFill>
                <a:latin typeface="Meiryo UI" panose="020B0604030504040204" pitchFamily="50" charset="-128"/>
                <a:ea typeface="Meiryo UI" panose="020B0604030504040204" pitchFamily="50" charset="-128"/>
              </a:rPr>
              <a:t>ADS</a:t>
            </a:r>
            <a:r>
              <a:rPr lang="ja-JP" altLang="en-US">
                <a:solidFill>
                  <a:schemeClr val="bg1"/>
                </a:solidFill>
                <a:latin typeface="Meiryo UI" panose="020B0604030504040204" pitchFamily="50" charset="-128"/>
                <a:ea typeface="Meiryo UI" panose="020B0604030504040204" pitchFamily="50" charset="-128"/>
              </a:rPr>
              <a:t>ガイドラインの安全性評価のプロセスについて</a:t>
            </a:r>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26B698E3-2790-8874-E1C0-19D400F2CA46}"/>
              </a:ext>
            </a:extLst>
          </p:cNvPr>
          <p:cNvSpPr txBox="1"/>
          <p:nvPr/>
        </p:nvSpPr>
        <p:spPr>
          <a:xfrm>
            <a:off x="-1" y="425084"/>
            <a:ext cx="5541405"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rPr>
              <a:t>A-SPICE</a:t>
            </a:r>
            <a:r>
              <a:rPr kumimoji="1" lang="ja-JP" altLang="en-US" dirty="0">
                <a:latin typeface="Meiryo UI" panose="020B0604030504040204" pitchFamily="50" charset="-128"/>
                <a:ea typeface="Meiryo UI" panose="020B0604030504040204" pitchFamily="50" charset="-128"/>
              </a:rPr>
              <a:t>とは</a:t>
            </a:r>
            <a:endParaRPr kumimoji="1" lang="en-US" altLang="ja-JP" dirty="0">
              <a:latin typeface="Meiryo UI" panose="020B0604030504040204" pitchFamily="50" charset="-128"/>
              <a:ea typeface="Meiryo UI" panose="020B0604030504040204" pitchFamily="50" charset="-128"/>
            </a:endParaRPr>
          </a:p>
        </p:txBody>
      </p:sp>
      <p:graphicFrame>
        <p:nvGraphicFramePr>
          <p:cNvPr id="3" name="表 183">
            <a:extLst>
              <a:ext uri="{FF2B5EF4-FFF2-40B4-BE49-F238E27FC236}">
                <a16:creationId xmlns:a16="http://schemas.microsoft.com/office/drawing/2014/main" id="{FBE5FB24-E457-A0FB-14F4-5D4BE2B37745}"/>
              </a:ext>
            </a:extLst>
          </p:cNvPr>
          <p:cNvGraphicFramePr>
            <a:graphicFrameLocks noGrp="1"/>
          </p:cNvGraphicFramePr>
          <p:nvPr>
            <p:extLst>
              <p:ext uri="{D42A27DB-BD31-4B8C-83A1-F6EECF244321}">
                <p14:modId xmlns:p14="http://schemas.microsoft.com/office/powerpoint/2010/main" val="2071778244"/>
              </p:ext>
            </p:extLst>
          </p:nvPr>
        </p:nvGraphicFramePr>
        <p:xfrm>
          <a:off x="136240" y="748249"/>
          <a:ext cx="11567744" cy="565968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3844050772"/>
                    </a:ext>
                  </a:extLst>
                </a:gridCol>
                <a:gridCol w="1484732">
                  <a:extLst>
                    <a:ext uri="{9D8B030D-6E8A-4147-A177-3AD203B41FA5}">
                      <a16:colId xmlns:a16="http://schemas.microsoft.com/office/drawing/2014/main" val="2221838303"/>
                    </a:ext>
                  </a:extLst>
                </a:gridCol>
                <a:gridCol w="1863014">
                  <a:extLst>
                    <a:ext uri="{9D8B030D-6E8A-4147-A177-3AD203B41FA5}">
                      <a16:colId xmlns:a16="http://schemas.microsoft.com/office/drawing/2014/main" val="4030122092"/>
                    </a:ext>
                  </a:extLst>
                </a:gridCol>
                <a:gridCol w="7808518">
                  <a:extLst>
                    <a:ext uri="{9D8B030D-6E8A-4147-A177-3AD203B41FA5}">
                      <a16:colId xmlns:a16="http://schemas.microsoft.com/office/drawing/2014/main" val="3675465498"/>
                    </a:ext>
                  </a:extLst>
                </a:gridCol>
              </a:tblGrid>
              <a:tr h="159422">
                <a:tc gridSpan="2">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プロセス</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概要</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159422">
                <a:tc rowSpan="2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主要ライフサイクルプロセスカテゴリ</a:t>
                      </a:r>
                    </a:p>
                  </a:txBody>
                  <a:tcPr marL="0" marR="0" marT="0"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システムエンジニアリング</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プロセス群</a:t>
                      </a:r>
                      <a:r>
                        <a:rPr kumimoji="1" lang="en-US" altLang="ja-JP" sz="900" dirty="0">
                          <a:solidFill>
                            <a:schemeClr val="tx1"/>
                          </a:solidFill>
                          <a:latin typeface="Meiryo UI" panose="020B0604030504040204" pitchFamily="34" charset="-128"/>
                          <a:ea typeface="Meiryo UI" panose="020B0604030504040204" pitchFamily="34" charset="-128"/>
                        </a:rPr>
                        <a:t>(SYS)</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JP" sz="900" dirty="0">
                          <a:solidFill>
                            <a:schemeClr val="tx1"/>
                          </a:solidFill>
                          <a:latin typeface="Meiryo UI" panose="020B0604030504040204" pitchFamily="34" charset="-128"/>
                          <a:ea typeface="Meiryo UI" panose="020B0604030504040204" pitchFamily="34" charset="-128"/>
                        </a:rPr>
                        <a:t>SYS.1</a:t>
                      </a:r>
                      <a:r>
                        <a:rPr lang="ja-JP" altLang="en-US" sz="900" dirty="0">
                          <a:solidFill>
                            <a:schemeClr val="tx1"/>
                          </a:solidFill>
                          <a:latin typeface="Meiryo UI" panose="020B0604030504040204" pitchFamily="34" charset="-128"/>
                          <a:ea typeface="Meiryo UI" panose="020B0604030504040204" pitchFamily="34" charset="-128"/>
                        </a:rPr>
                        <a:t>　要求抽出</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ja-JP" altLang="en-US" sz="900" dirty="0">
                          <a:effectLst/>
                          <a:latin typeface="Meiryo UI" panose="020B0604030504040204" pitchFamily="34" charset="-128"/>
                          <a:ea typeface="Meiryo UI" panose="020B0604030504040204" pitchFamily="34" charset="-128"/>
                        </a:rPr>
                        <a:t>製品／サービスのライフサイクルを通じて変化する利害関係者のニーズ及び要求を収集、分析、及び追跡し、合意された要求の集合を確立</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159422">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34" charset="-128"/>
                          <a:ea typeface="Meiryo UI" panose="020B0604030504040204" pitchFamily="34" charset="-128"/>
                        </a:rPr>
                        <a:t>SYS.2</a:t>
                      </a:r>
                      <a:r>
                        <a:rPr lang="ja-JP" altLang="en-US" sz="900" dirty="0">
                          <a:solidFill>
                            <a:schemeClr val="tx1"/>
                          </a:solidFill>
                          <a:latin typeface="Meiryo UI" panose="020B0604030504040204" pitchFamily="34" charset="-128"/>
                          <a:ea typeface="Meiryo UI" panose="020B0604030504040204" pitchFamily="34" charset="-128"/>
                        </a:rPr>
                        <a:t>　システム要件分析</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利害関係者要求と一貫性があり、構造化及び分析されたシステム要求の集合を確立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34" charset="-128"/>
                          <a:ea typeface="Meiryo UI" panose="020B0604030504040204" pitchFamily="34" charset="-128"/>
                        </a:rPr>
                        <a:t>SYS.3</a:t>
                      </a:r>
                      <a:r>
                        <a:rPr lang="ja-JP" altLang="en-US" sz="900" dirty="0">
                          <a:solidFill>
                            <a:schemeClr val="tx1"/>
                          </a:solidFill>
                          <a:latin typeface="Meiryo UI" panose="020B0604030504040204" pitchFamily="34" charset="-128"/>
                          <a:ea typeface="Meiryo UI" panose="020B0604030504040204" pitchFamily="34" charset="-128"/>
                        </a:rPr>
                        <a:t>　システムアーキテクチャ設計</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システム要求と一貫性があり、静的及び動的な側面を包括している分析済のシステムアーキテクチャを確立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6917869"/>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34" charset="-128"/>
                          <a:ea typeface="Meiryo UI" panose="020B0604030504040204" pitchFamily="34" charset="-128"/>
                        </a:rPr>
                        <a:t>SYS.4</a:t>
                      </a:r>
                      <a:r>
                        <a:rPr lang="ja-JP" altLang="en-US" sz="900" dirty="0">
                          <a:solidFill>
                            <a:schemeClr val="tx1"/>
                          </a:solidFill>
                          <a:latin typeface="Meiryo UI" panose="020B0604030504040204" pitchFamily="34" charset="-128"/>
                          <a:ea typeface="Meiryo UI" panose="020B0604030504040204" pitchFamily="34" charset="-128"/>
                        </a:rPr>
                        <a:t>　</a:t>
                      </a:r>
                      <a:r>
                        <a:rPr lang="ja-JP" altLang="en-US" sz="900" kern="100" dirty="0">
                          <a:solidFill>
                            <a:schemeClr val="tx1"/>
                          </a:solidFill>
                          <a:latin typeface="Meiryo UI" panose="020B0604030504040204" pitchFamily="34" charset="-128"/>
                          <a:ea typeface="Meiryo UI" panose="020B0604030504040204" pitchFamily="34" charset="-128"/>
                          <a:cs typeface="Times New Roman" panose="02020603050405020304" pitchFamily="18" charset="0"/>
                        </a:rPr>
                        <a:t>システム統合及び統合テスト</a:t>
                      </a:r>
                      <a:endParaRPr kumimoji="1" lang="ja-JP" altLang="en-US" sz="900" b="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システムエレメントを統合し、統合されたシステムエレメントがシステムアーキテクチャと一貫性を持つことを検証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7795074"/>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34" charset="-128"/>
                          <a:ea typeface="Meiryo UI" panose="020B0604030504040204" pitchFamily="34" charset="-128"/>
                        </a:rPr>
                        <a:t>SYS.5</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34" charset="-128"/>
                          <a:ea typeface="Meiryo UI" panose="020B0604030504040204" pitchFamily="34" charset="-128"/>
                        </a:rPr>
                        <a:t>システム検証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システムが検証され、システム要求と一貫性を持つことを保証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368563"/>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 altLang="ja-JP" sz="900" dirty="0">
                          <a:solidFill>
                            <a:schemeClr val="tx1"/>
                          </a:solidFill>
                          <a:latin typeface="Meiryo UI" panose="020B0604030504040204" pitchFamily="34" charset="-128"/>
                          <a:ea typeface="Meiryo UI" panose="020B0604030504040204" pitchFamily="34" charset="-128"/>
                        </a:rPr>
                        <a:t>SW</a:t>
                      </a:r>
                      <a:r>
                        <a:rPr kumimoji="1" lang="ja-JP" altLang="en-US" sz="900" dirty="0">
                          <a:solidFill>
                            <a:schemeClr val="tx1"/>
                          </a:solidFill>
                          <a:latin typeface="Meiryo UI" panose="020B0604030504040204" pitchFamily="34" charset="-128"/>
                          <a:ea typeface="Meiryo UI" panose="020B0604030504040204" pitchFamily="34" charset="-128"/>
                        </a:rPr>
                        <a:t>エンジニア</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(SWE)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kumimoji="1" lang="en-US" altLang="ja-JP" sz="900" dirty="0">
                          <a:solidFill>
                            <a:schemeClr val="tx1"/>
                          </a:solidFill>
                          <a:latin typeface="Meiryo UI" panose="020B0604030504040204" pitchFamily="50" charset="-128"/>
                          <a:ea typeface="Meiryo UI" panose="020B0604030504040204" pitchFamily="50" charset="-128"/>
                        </a:rPr>
                        <a:t>SWE.1</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要求分析</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システム要求及びシステムアーキテクチャと一貫性があり、構造化及び分析されたソフトウェア要求の集合を確立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3642386"/>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900" dirty="0">
                          <a:solidFill>
                            <a:schemeClr val="tx1"/>
                          </a:solidFill>
                          <a:latin typeface="Meiryo UI" panose="020B0604030504040204" pitchFamily="34" charset="-128"/>
                          <a:ea typeface="Meiryo UI" panose="020B0604030504040204" pitchFamily="34" charset="-128"/>
                        </a:rPr>
                        <a:t>SW</a:t>
                      </a:r>
                      <a:r>
                        <a:rPr kumimoji="1" lang="ja-JP" altLang="en-US" sz="900" dirty="0">
                          <a:solidFill>
                            <a:schemeClr val="tx1"/>
                          </a:solidFill>
                          <a:latin typeface="Meiryo UI" panose="020B0604030504040204" pitchFamily="34" charset="-128"/>
                          <a:ea typeface="Meiryo UI" panose="020B0604030504040204" pitchFamily="34" charset="-128"/>
                        </a:rPr>
                        <a:t>エンジニア</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(SWE)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50" charset="-128"/>
                          <a:ea typeface="Meiryo UI" panose="020B0604030504040204" pitchFamily="50" charset="-128"/>
                        </a:rPr>
                        <a:t>SWE.2</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アーキテクチャ設計</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ソフトウェア要求と一貫性があり、静的及び動的な側面を包括している分析済のソフトウェアアーキテクチャを確立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5611388"/>
                  </a:ext>
                </a:extLst>
              </a:tr>
              <a:tr h="318842">
                <a:tc vMerge="1">
                  <a:txBody>
                    <a:bodyPr/>
                    <a:lstStyle/>
                    <a:p>
                      <a:endParaRPr kumimoji="1" lang="ja-JP" altLang="en-US"/>
                    </a:p>
                  </a:txBody>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50" charset="-128"/>
                          <a:ea typeface="Meiryo UI" panose="020B0604030504040204" pitchFamily="50" charset="-128"/>
                        </a:rPr>
                        <a:t>SWE.3</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詳細設計</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及びユニット構築</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ソフトウェアアーキテクチャと一貫性があり、静的及び動的な側面を包括しているソフトウェア詳細設計を確立し、ソフトウェア詳細設計と一貫性のあるソフトウェアユニットを構築</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5716670"/>
                  </a:ext>
                </a:extLst>
              </a:tr>
              <a:tr h="159422">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50" charset="-128"/>
                          <a:ea typeface="Meiryo UI" panose="020B0604030504040204" pitchFamily="50" charset="-128"/>
                        </a:rPr>
                        <a:t>SWE.4</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ユニット検証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ソフトウェアユニットがソフトウェア詳細設計と一貫性を持つことを検証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5116386"/>
                  </a:ext>
                </a:extLst>
              </a:tr>
              <a:tr h="31884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50" charset="-128"/>
                          <a:ea typeface="Meiryo UI" panose="020B0604030504040204" pitchFamily="50" charset="-128"/>
                        </a:rPr>
                        <a:t>SWE.5</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コンポーネント</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検証及び統合検証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ソフトウェアコンポーネントがソフトウェアアーキテクチャ設計と一貫性を持つことを検証し、ソフトウェアエレメントを統合し、統合されたソフトウェアエレメントがソフトウェアアーキテクチャ</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及びソフトウェア詳細設計と一貫性を持つことを検証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1483399"/>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900" dirty="0">
                          <a:solidFill>
                            <a:schemeClr val="tx1"/>
                          </a:solidFill>
                          <a:latin typeface="Meiryo UI" panose="020B0604030504040204" pitchFamily="50" charset="-128"/>
                          <a:ea typeface="Meiryo UI" panose="020B0604030504040204" pitchFamily="50" charset="-128"/>
                        </a:rPr>
                        <a:t>SWE.6</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検証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ソフトウェア検証プロセスの目的は、統合されたソフトウェアが検証され、ソフトウェア要求と一貫性を持つことを保証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6547443"/>
                  </a:ext>
                </a:extLst>
              </a:tr>
              <a:tr h="18599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 altLang="ja-JP" sz="900" dirty="0">
                          <a:solidFill>
                            <a:schemeClr val="tx1"/>
                          </a:solidFill>
                          <a:latin typeface="Meiryo UI" panose="020B0604030504040204" pitchFamily="34" charset="-128"/>
                          <a:ea typeface="Meiryo UI" panose="020B0604030504040204" pitchFamily="34" charset="-128"/>
                        </a:rPr>
                        <a:t>HW</a:t>
                      </a:r>
                      <a:r>
                        <a:rPr kumimoji="1" lang="ja-JP" altLang="en-US" sz="900" dirty="0">
                          <a:solidFill>
                            <a:schemeClr val="tx1"/>
                          </a:solidFill>
                          <a:latin typeface="Meiryo UI" panose="020B0604030504040204" pitchFamily="34" charset="-128"/>
                          <a:ea typeface="Meiryo UI" panose="020B0604030504040204" pitchFamily="34" charset="-128"/>
                        </a:rPr>
                        <a:t>エンジニア</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(HWE)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H</a:t>
                      </a:r>
                      <a:r>
                        <a:rPr kumimoji="1" lang="en-US" altLang="ja-JP" sz="900" dirty="0">
                          <a:solidFill>
                            <a:schemeClr val="tx1"/>
                          </a:solidFill>
                          <a:latin typeface="Meiryo UI" panose="020B0604030504040204" pitchFamily="50" charset="-128"/>
                          <a:ea typeface="Meiryo UI" panose="020B0604030504040204" pitchFamily="50" charset="-128"/>
                        </a:rPr>
                        <a:t>WE.1</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要求分析</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システム要求及びシステムアーキテクチャ設計と一貫性があり、構造化及び分析されたハードウェア要求の集合を確立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099594"/>
                  </a:ext>
                </a:extLst>
              </a:tr>
              <a:tr h="185992">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H</a:t>
                      </a:r>
                      <a:r>
                        <a:rPr kumimoji="1" lang="en-US" altLang="ja-JP" sz="900" dirty="0">
                          <a:solidFill>
                            <a:schemeClr val="tx1"/>
                          </a:solidFill>
                          <a:latin typeface="Meiryo UI" panose="020B0604030504040204" pitchFamily="50" charset="-128"/>
                          <a:ea typeface="Meiryo UI" panose="020B0604030504040204" pitchFamily="50" charset="-128"/>
                        </a:rPr>
                        <a:t>WE.2</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設計</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ハードウェア要求と一貫性があり、製造に適した、動的な側面を包括している分析済の設計を提供し、生産関連のデータを導き出す</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7062145"/>
                  </a:ext>
                </a:extLst>
              </a:tr>
              <a:tr h="18599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H</a:t>
                      </a:r>
                      <a:r>
                        <a:rPr kumimoji="1" lang="en-US" altLang="ja-JP" sz="900" dirty="0">
                          <a:solidFill>
                            <a:schemeClr val="tx1"/>
                          </a:solidFill>
                          <a:latin typeface="Meiryo UI" panose="020B0604030504040204" pitchFamily="50" charset="-128"/>
                          <a:ea typeface="Meiryo UI" panose="020B0604030504040204" pitchFamily="50" charset="-128"/>
                        </a:rPr>
                        <a:t>WE.3</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設計に対する検証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ハードウェア設計へ遵守しているという証拠を提供するために、生産データに適合したハードウェアが検証されることを保証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0850967"/>
                  </a:ext>
                </a:extLst>
              </a:tr>
              <a:tr h="159626">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H</a:t>
                      </a:r>
                      <a:r>
                        <a:rPr kumimoji="1" lang="en-US" altLang="ja-JP" sz="900" dirty="0">
                          <a:solidFill>
                            <a:schemeClr val="tx1"/>
                          </a:solidFill>
                          <a:latin typeface="Meiryo UI" panose="020B0604030504040204" pitchFamily="50" charset="-128"/>
                          <a:ea typeface="Meiryo UI" panose="020B0604030504040204" pitchFamily="50" charset="-128"/>
                        </a:rPr>
                        <a:t>WE.4</a:t>
                      </a:r>
                      <a:r>
                        <a:rPr lang="ja-JP" altLang="en-US" sz="900" dirty="0">
                          <a:solidFill>
                            <a:schemeClr val="tx1"/>
                          </a:solidFill>
                          <a:latin typeface="Meiryo UI" panose="020B0604030504040204" pitchFamily="34" charset="-128"/>
                          <a:ea typeface="Meiryo UI" panose="020B0604030504040204" pitchFamily="34" charset="-128"/>
                        </a:rPr>
                        <a:t>　</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要求に対する検証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ハードウェア全体が検証され、ハードウェア要求と一貫性を持つことを保証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5158068"/>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機械学習エンジニアリング</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プロセス群</a:t>
                      </a:r>
                      <a:r>
                        <a:rPr kumimoji="1" lang="en-US" altLang="ja-JP" sz="900" dirty="0">
                          <a:solidFill>
                            <a:schemeClr val="tx1"/>
                          </a:solidFill>
                          <a:latin typeface="Meiryo UI" panose="020B0604030504040204" pitchFamily="34" charset="-128"/>
                          <a:ea typeface="Meiryo UI" panose="020B0604030504040204" pitchFamily="34" charset="-128"/>
                        </a:rPr>
                        <a:t>(MLE)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MLE.1</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機械学習要求分析</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機械学習関連のソフトウェア要求を</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要求の集合に詳細化</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2213403"/>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機械学習エンジニアリングプロセス群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(MLE)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MLE.2</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機械学習アーキテクチャ</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トレーニング及びデプロイを支援し、</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要求と一貫性のある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アーキテクチャを確立し、定義された基準に対して</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アーキテクチャを評価</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7929297"/>
                  </a:ext>
                </a:extLst>
              </a:tr>
              <a:tr h="159422">
                <a:tc vMerge="1">
                  <a:txBody>
                    <a:bodyPr/>
                    <a:lstStyle/>
                    <a:p>
                      <a:endParaRPr kumimoji="1" lang="ja-JP" altLang="en-US"/>
                    </a:p>
                  </a:txBody>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MLE.3</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機械学習トレーニング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定義された</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要求を満足するように</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モデルを最適化</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2304266"/>
                  </a:ext>
                </a:extLst>
              </a:tr>
              <a:tr h="159422">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MLE.4</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機械学習モデルテスト</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トレーニング済の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モデル及びデプロイ用の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モデルが</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要求に遵守していることを保証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5956877"/>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妥当性確認プロセス群（</a:t>
                      </a:r>
                      <a:r>
                        <a:rPr kumimoji="1" lang="en-US" altLang="ja-JP" sz="900" dirty="0">
                          <a:solidFill>
                            <a:schemeClr val="tx1"/>
                          </a:solidFill>
                          <a:latin typeface="Meiryo UI" panose="020B0604030504040204" pitchFamily="34" charset="-128"/>
                          <a:ea typeface="Meiryo UI" panose="020B0604030504040204" pitchFamily="34" charset="-128"/>
                        </a:rPr>
                        <a:t>VAL</a:t>
                      </a:r>
                      <a:r>
                        <a:rPr kumimoji="1" lang="ja-JP" altLang="en-US" sz="900" dirty="0">
                          <a:solidFill>
                            <a:schemeClr val="tx1"/>
                          </a:solidFill>
                          <a:latin typeface="Meiryo UI" panose="020B0604030504040204" pitchFamily="34" charset="-128"/>
                          <a:ea typeface="Meiryo UI" panose="020B0604030504040204" pitchFamily="34" charset="-128"/>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VAL.1</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妥当性確認</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エンドユーザーとの直接のやりとりを可能にする最終製品が、その運用対象環境において意図された使用上の期待事項を満足しているという証拠を提供</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5152113"/>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取得プロセス群</a:t>
                      </a: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ACQ)</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ACQ.4</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サプライヤ監視</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dirty="0">
                          <a:effectLst/>
                          <a:latin typeface="Meiryo UI" panose="020B0604030504040204" pitchFamily="34" charset="-128"/>
                          <a:ea typeface="Meiryo UI" panose="020B0604030504040204" pitchFamily="34" charset="-128"/>
                        </a:rPr>
                        <a:t>契約に基づく外部のサプライヤー企業の実施状況を、合意されたコミットメントに照らして追跡、評価</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7020788"/>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供給プロセス群</a:t>
                      </a: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SPL)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SPL.2</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製品リリース</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対象顧客への製品のリリースを制御</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7417374"/>
                  </a:ext>
                </a:extLst>
              </a:tr>
              <a:tr h="159422">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組織ライフサイクルカテゴリ</a:t>
                      </a:r>
                    </a:p>
                  </a:txBody>
                  <a:tcPr marL="0" marR="0" marT="0"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支援プロセス群</a:t>
                      </a:r>
                      <a:r>
                        <a:rPr kumimoji="1" lang="en-US" altLang="ja-JP" sz="900" dirty="0">
                          <a:solidFill>
                            <a:schemeClr val="tx1"/>
                          </a:solidFill>
                          <a:latin typeface="Meiryo UI" panose="020B0604030504040204" pitchFamily="34" charset="-128"/>
                          <a:ea typeface="Meiryo UI" panose="020B0604030504040204" pitchFamily="34" charset="-128"/>
                        </a:rPr>
                        <a:t>(SUP)</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SUP.1</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品質保証</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作業成果物及びプロセスが定義された基準を遵守しており、不適合事項が解決され、さらに予防されていることを、独立的かつ客観的に保証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5725623"/>
                  </a:ext>
                </a:extLst>
              </a:tr>
              <a:tr h="159422">
                <a:tc vMerge="1">
                  <a:txBody>
                    <a:bodyPr/>
                    <a:lstStyle/>
                    <a:p>
                      <a:endParaRPr kumimoji="1" lang="ja-JP" altLang="en-US" sz="900" dirty="0"/>
                    </a:p>
                  </a:txBody>
                  <a:tcPr marL="0" marR="0" marT="0"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SUP.8</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構成管理</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関連する構成品目及びベースラインの完整性を確立し、維持し、影響を受ける関係者で利用可能にする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6656353"/>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SUP.9</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問題解決管理</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問題が識別され、記録され、分析され、かつ問題の解決が管理され、制御されることを保証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3456437"/>
                  </a:ext>
                </a:extLst>
              </a:tr>
              <a:tr h="159422">
                <a:tc vMerge="1">
                  <a:txBody>
                    <a:bodyPr/>
                    <a:lstStyle/>
                    <a:p>
                      <a:endParaRPr kumimoji="1" lang="ja-JP" altLang="en-US"/>
                    </a:p>
                  </a:txBody>
                  <a:tcPr/>
                </a:tc>
                <a:tc vMerge="1">
                  <a:txBody>
                    <a:bodyPr/>
                    <a:lstStyle/>
                    <a:p>
                      <a:endParaRPr kumimoji="1" lang="ja-JP"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SUP.10</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変更依頼管理</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変更依頼が記録され、分析され、追跡され、承認され、実装されることを保証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5896950"/>
                  </a:ext>
                </a:extLst>
              </a:tr>
              <a:tr h="15942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SUP.11</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機械学習データ管理</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機械学習（</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）データを定義し、それを</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データ要求と整合させ、</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ML </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データのインテグリティ及び品質を維持し、影響を受ける関係者で利用可能にする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8145957"/>
                  </a:ext>
                </a:extLst>
              </a:tr>
              <a:tr h="159422">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支援ライフサイクルカテゴリ</a:t>
                      </a:r>
                    </a:p>
                  </a:txBody>
                  <a:tcPr marL="0" marR="0" marT="0"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管理プロセス群</a:t>
                      </a:r>
                      <a:r>
                        <a:rPr kumimoji="1" lang="en-US" altLang="ja-JP" sz="900" dirty="0">
                          <a:solidFill>
                            <a:schemeClr val="tx1"/>
                          </a:solidFill>
                          <a:latin typeface="Meiryo UI" panose="020B0604030504040204" pitchFamily="34" charset="-128"/>
                          <a:ea typeface="Meiryo UI" panose="020B0604030504040204" pitchFamily="34" charset="-128"/>
                        </a:rPr>
                        <a:t>(MAN)</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MAN.3</a:t>
                      </a:r>
                      <a:r>
                        <a:rPr lang="ja-JP" altLang="en-US" sz="900" dirty="0">
                          <a:solidFill>
                            <a:schemeClr val="tx1"/>
                          </a:solidFill>
                          <a:latin typeface="Meiryo UI" panose="020B0604030504040204" pitchFamily="34" charset="-128"/>
                          <a:ea typeface="Meiryo UI" panose="020B0604030504040204" pitchFamily="34" charset="-128"/>
                        </a:rPr>
                        <a:t>　</a:t>
                      </a:r>
                      <a:r>
                        <a:rPr lang="ja-JP" altLang="en-US" sz="900" dirty="0">
                          <a:solidFill>
                            <a:schemeClr val="tx1"/>
                          </a:solidFill>
                          <a:latin typeface="Meiryo UI" panose="020B0604030504040204" pitchFamily="50" charset="-128"/>
                          <a:ea typeface="Meiryo UI" panose="020B0604030504040204" pitchFamily="50" charset="-128"/>
                        </a:rPr>
                        <a:t>プロジェクト管理</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プロジェクトの要求及び制約内で、プロジェクトが製品を開発するために必要な活動を識別し、制御し、リソースを確立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5169349"/>
                  </a:ext>
                </a:extLst>
              </a:tr>
              <a:tr h="159422">
                <a:tc vMerge="1">
                  <a:txBody>
                    <a:bodyPr/>
                    <a:lstStyle/>
                    <a:p>
                      <a:endParaRPr kumimoji="1" lang="ja-JP" altLang="en-US"/>
                    </a:p>
                  </a:txBody>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MAN.5</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リスク管理</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プロセス関連リスク及び製品関連リスクを定期的に識別し、分析し、対応し、監視する</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8152103"/>
                  </a:ext>
                </a:extLst>
              </a:tr>
              <a:tr h="159422">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ja-JP" sz="900" dirty="0">
                          <a:solidFill>
                            <a:schemeClr val="tx1"/>
                          </a:solidFill>
                          <a:latin typeface="Meiryo UI" panose="020B0604030504040204" pitchFamily="50" charset="-128"/>
                          <a:ea typeface="Meiryo UI" panose="020B0604030504040204" pitchFamily="50" charset="-128"/>
                        </a:rPr>
                        <a:t>MAN.6</a:t>
                      </a:r>
                      <a:r>
                        <a:rPr lang="ja-JP" altLang="en-US" sz="900" dirty="0">
                          <a:solidFill>
                            <a:schemeClr val="tx1"/>
                          </a:solidFill>
                          <a:latin typeface="Meiryo UI" panose="020B0604030504040204" pitchFamily="34" charset="-128"/>
                          <a:ea typeface="Meiryo UI" panose="020B0604030504040204" pitchFamily="34" charset="-128"/>
                        </a:rPr>
                        <a:t>　</a:t>
                      </a:r>
                      <a:r>
                        <a:rPr lang="ja-JP" altLang="en-US" sz="900" dirty="0">
                          <a:solidFill>
                            <a:schemeClr val="tx1"/>
                          </a:solidFill>
                          <a:latin typeface="Meiryo UI" panose="020B0604030504040204" pitchFamily="50" charset="-128"/>
                          <a:ea typeface="Meiryo UI" panose="020B0604030504040204" pitchFamily="50" charset="-128"/>
                        </a:rPr>
                        <a:t>測定</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組織及びプロジェクトにおける開発結果及び実装されたプロセスに関するデータを収集し、分析し、プロセスの効果的な管理を支援</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572667"/>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プロセス改善プロセス群</a:t>
                      </a: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PIM)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PIM.2</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プロセス改善</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プロセスの使用を通して組織の有効性及び効率性を継続的に改善し、プロセスと事業ニーズの整合性を保証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4312033"/>
                  </a:ext>
                </a:extLst>
              </a:tr>
              <a:tr h="15942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再利用プロセス群</a:t>
                      </a: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REU)</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en" altLang="ja-JP" sz="900" dirty="0">
                          <a:solidFill>
                            <a:schemeClr val="tx1"/>
                          </a:solidFill>
                          <a:latin typeface="Meiryo UI" panose="020B0604030504040204" pitchFamily="50" charset="-128"/>
                          <a:ea typeface="Meiryo UI" panose="020B0604030504040204" pitchFamily="50" charset="-128"/>
                        </a:rPr>
                        <a:t>REU.2</a:t>
                      </a:r>
                      <a:r>
                        <a:rPr lang="ja-JP" altLang="en-US" sz="900" dirty="0">
                          <a:solidFill>
                            <a:schemeClr val="tx1"/>
                          </a:solidFill>
                          <a:latin typeface="Meiryo UI" panose="020B0604030504040204" pitchFamily="34" charset="-128"/>
                          <a:ea typeface="Meiryo UI" panose="020B0604030504040204" pitchFamily="34" charset="-128"/>
                        </a:rPr>
                        <a:t>　</a:t>
                      </a:r>
                      <a:r>
                        <a:rPr kumimoji="1" lang="ja-JP" altLang="en-US" sz="900" dirty="0">
                          <a:solidFill>
                            <a:schemeClr val="tx1"/>
                          </a:solidFill>
                          <a:latin typeface="Meiryo UI" panose="020B0604030504040204" pitchFamily="50" charset="-128"/>
                          <a:ea typeface="Meiryo UI" panose="020B0604030504040204" pitchFamily="50" charset="-128"/>
                        </a:rPr>
                        <a:t>製品の再利用管理</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再利用される作業成果物が再利用対象となるコンテキストに対して分析され、検証され、承認されることを保証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123188"/>
                  </a:ext>
                </a:extLst>
              </a:tr>
            </a:tbl>
          </a:graphicData>
        </a:graphic>
      </p:graphicFrame>
      <p:sp>
        <p:nvSpPr>
          <p:cNvPr id="5" name="正方形/長方形 4">
            <a:extLst>
              <a:ext uri="{FF2B5EF4-FFF2-40B4-BE49-F238E27FC236}">
                <a16:creationId xmlns:a16="http://schemas.microsoft.com/office/drawing/2014/main" id="{A730B3BD-7EE4-0F24-9A5C-E79409454C10}"/>
              </a:ext>
            </a:extLst>
          </p:cNvPr>
          <p:cNvSpPr/>
          <p:nvPr/>
        </p:nvSpPr>
        <p:spPr>
          <a:xfrm>
            <a:off x="136240" y="-29450"/>
            <a:ext cx="1234800" cy="4723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Meiryo UI" panose="020B0604030504040204" pitchFamily="50" charset="-128"/>
                <a:ea typeface="Meiryo UI" panose="020B0604030504040204" pitchFamily="50" charset="-128"/>
              </a:rPr>
              <a:t>4.0</a:t>
            </a:r>
            <a:r>
              <a:rPr kumimoji="1" lang="ja-JP" altLang="en-US" sz="1100" b="1">
                <a:solidFill>
                  <a:schemeClr val="tx1"/>
                </a:solidFill>
                <a:latin typeface="Meiryo UI" panose="020B0604030504040204" pitchFamily="50" charset="-128"/>
                <a:ea typeface="Meiryo UI" panose="020B0604030504040204" pitchFamily="50" charset="-128"/>
              </a:rPr>
              <a:t>規格を</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a:solidFill>
                  <a:schemeClr val="tx1"/>
                </a:solidFill>
                <a:latin typeface="Meiryo UI" panose="020B0604030504040204" pitchFamily="50" charset="-128"/>
                <a:ea typeface="Meiryo UI" panose="020B0604030504040204" pitchFamily="50" charset="-128"/>
              </a:rPr>
              <a:t>基に記載</a:t>
            </a:r>
            <a:endParaRPr kumimoji="1" lang="ja-JP" altLang="en-US" sz="1100" b="1" dirty="0">
              <a:solidFill>
                <a:schemeClr val="tx1"/>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153C365-2DB3-115D-5E3C-7F0ECD268C49}"/>
              </a:ext>
            </a:extLst>
          </p:cNvPr>
          <p:cNvSpPr txBox="1"/>
          <p:nvPr/>
        </p:nvSpPr>
        <p:spPr>
          <a:xfrm>
            <a:off x="4592237" y="471250"/>
            <a:ext cx="2331899"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1200" dirty="0">
                <a:latin typeface="Meiryo UI" panose="020B0604030504040204" pitchFamily="50" charset="-128"/>
                <a:ea typeface="Meiryo UI" panose="020B0604030504040204" pitchFamily="50" charset="-128"/>
              </a:rPr>
              <a:t>表：</a:t>
            </a:r>
            <a:r>
              <a:rPr lang="en-US" altLang="ja-JP" sz="1200" dirty="0">
                <a:latin typeface="Meiryo UI" panose="020B0604030504040204" pitchFamily="50" charset="-128"/>
                <a:ea typeface="Meiryo UI" panose="020B0604030504040204" pitchFamily="50" charset="-128"/>
              </a:rPr>
              <a:t>A-SPICE</a:t>
            </a:r>
            <a:r>
              <a:rPr lang="ja-JP" altLang="en-US" sz="1200" dirty="0">
                <a:latin typeface="Meiryo UI" panose="020B0604030504040204" pitchFamily="50" charset="-128"/>
                <a:ea typeface="Meiryo UI" panose="020B0604030504040204" pitchFamily="50" charset="-128"/>
              </a:rPr>
              <a:t>のプロセス概要</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87992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83">
            <a:extLst>
              <a:ext uri="{FF2B5EF4-FFF2-40B4-BE49-F238E27FC236}">
                <a16:creationId xmlns:a16="http://schemas.microsoft.com/office/drawing/2014/main" id="{55987AC2-056F-9C5A-5E0E-7FB4AAAEE811}"/>
              </a:ext>
            </a:extLst>
          </p:cNvPr>
          <p:cNvGraphicFramePr>
            <a:graphicFrameLocks noGrp="1"/>
          </p:cNvGraphicFramePr>
          <p:nvPr>
            <p:extLst>
              <p:ext uri="{D42A27DB-BD31-4B8C-83A1-F6EECF244321}">
                <p14:modId xmlns:p14="http://schemas.microsoft.com/office/powerpoint/2010/main" val="2310748311"/>
              </p:ext>
            </p:extLst>
          </p:nvPr>
        </p:nvGraphicFramePr>
        <p:xfrm>
          <a:off x="-3097" y="797783"/>
          <a:ext cx="6650065" cy="5656118"/>
        </p:xfrm>
        <a:graphic>
          <a:graphicData uri="http://schemas.openxmlformats.org/drawingml/2006/table">
            <a:tbl>
              <a:tblPr firstRow="1" bandRow="1">
                <a:tableStyleId>{5C22544A-7EE6-4342-B048-85BDC9FD1C3A}</a:tableStyleId>
              </a:tblPr>
              <a:tblGrid>
                <a:gridCol w="264870">
                  <a:extLst>
                    <a:ext uri="{9D8B030D-6E8A-4147-A177-3AD203B41FA5}">
                      <a16:colId xmlns:a16="http://schemas.microsoft.com/office/drawing/2014/main" val="2389818181"/>
                    </a:ext>
                  </a:extLst>
                </a:gridCol>
                <a:gridCol w="618760">
                  <a:extLst>
                    <a:ext uri="{9D8B030D-6E8A-4147-A177-3AD203B41FA5}">
                      <a16:colId xmlns:a16="http://schemas.microsoft.com/office/drawing/2014/main" val="2221838303"/>
                    </a:ext>
                  </a:extLst>
                </a:gridCol>
                <a:gridCol w="1570355">
                  <a:extLst>
                    <a:ext uri="{9D8B030D-6E8A-4147-A177-3AD203B41FA5}">
                      <a16:colId xmlns:a16="http://schemas.microsoft.com/office/drawing/2014/main" val="4030122092"/>
                    </a:ext>
                  </a:extLst>
                </a:gridCol>
                <a:gridCol w="4196080">
                  <a:extLst>
                    <a:ext uri="{9D8B030D-6E8A-4147-A177-3AD203B41FA5}">
                      <a16:colId xmlns:a16="http://schemas.microsoft.com/office/drawing/2014/main" val="3675465498"/>
                    </a:ext>
                  </a:extLst>
                </a:gridCol>
              </a:tblGrid>
              <a:tr h="241714">
                <a:tc gridSpan="2">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a:solidFill>
                            <a:schemeClr val="tx1"/>
                          </a:solidFill>
                          <a:latin typeface="Meiryo UI" panose="020B0604030504040204" pitchFamily="34" charset="-128"/>
                          <a:ea typeface="Meiryo UI" panose="020B0604030504040204" pitchFamily="34" charset="-128"/>
                        </a:rPr>
                        <a:t>プロセス</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W/P</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580115">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主要ライフサイクルプロセスカテゴリ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システムエンジニアリング</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プロセス群</a:t>
                      </a:r>
                      <a:r>
                        <a:rPr kumimoji="1" lang="en-US" altLang="ja-JP" sz="900" dirty="0">
                          <a:solidFill>
                            <a:schemeClr val="tx1"/>
                          </a:solidFill>
                          <a:latin typeface="Meiryo UI" panose="020B0604030504040204" pitchFamily="34" charset="-128"/>
                          <a:ea typeface="Meiryo UI" panose="020B0604030504040204" pitchFamily="34" charset="-128"/>
                        </a:rPr>
                        <a:t>(SYS)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lang="en-US" altLang="ja-JP" sz="900" dirty="0">
                          <a:solidFill>
                            <a:schemeClr val="tx1"/>
                          </a:solidFill>
                          <a:latin typeface="Meiryo UI" panose="020B0604030504040204" pitchFamily="34" charset="-128"/>
                          <a:ea typeface="Meiryo UI" panose="020B0604030504040204" pitchFamily="34" charset="-128"/>
                        </a:rPr>
                        <a:t>SYS.1</a:t>
                      </a:r>
                    </a:p>
                    <a:p>
                      <a:pPr algn="l"/>
                      <a:r>
                        <a:rPr lang="ja-JP" altLang="en-US" sz="900" dirty="0">
                          <a:solidFill>
                            <a:schemeClr val="tx1"/>
                          </a:solidFill>
                          <a:latin typeface="Meiryo UI" panose="020B0604030504040204" pitchFamily="34" charset="-128"/>
                          <a:ea typeface="Meiryo UI" panose="020B0604030504040204" pitchFamily="34" charset="-128"/>
                        </a:rPr>
                        <a:t>要求抽出</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r>
                        <a:rPr lang="ja-JP" altLang="en-US" sz="900" dirty="0">
                          <a:effectLst/>
                          <a:latin typeface="Meiryo UI" panose="020B0604030504040204" pitchFamily="34" charset="-128"/>
                          <a:ea typeface="Meiryo UI" panose="020B0604030504040204" pitchFamily="34" charset="-128"/>
                        </a:rPr>
                        <a:t>・</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利害関係者要求の変更の</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分析結果</a:t>
                      </a:r>
                      <a:endParaRPr lang="en-US" altLang="ja-JP" sz="900" dirty="0">
                        <a:effectLst/>
                        <a:latin typeface="Meiryo UI" panose="020B0604030504040204" pitchFamily="34" charset="-128"/>
                        <a:ea typeface="Meiryo UI" panose="020B0604030504040204" pitchFamily="34" charset="-128"/>
                      </a:endParaRPr>
                    </a:p>
                    <a:p>
                      <a:r>
                        <a:rPr lang="ja-JP" altLang="en-US" sz="900" dirty="0">
                          <a:effectLst/>
                          <a:latin typeface="Meiryo UI" panose="020B0604030504040204" pitchFamily="34" charset="-128"/>
                          <a:ea typeface="Meiryo UI" panose="020B0604030504040204" pitchFamily="34" charset="-128"/>
                        </a:rPr>
                        <a:t>・</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利害関係者との</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情報伝達の証拠</a:t>
                      </a:r>
                      <a:endParaRPr lang="en-US" altLang="ja-JP" sz="900" dirty="0">
                        <a:effectLst/>
                        <a:latin typeface="Meiryo UI" panose="020B0604030504040204" pitchFamily="34" charset="-128"/>
                        <a:ea typeface="Meiryo UI" panose="020B0604030504040204" pitchFamily="34" charset="-128"/>
                      </a:endParaRPr>
                    </a:p>
                    <a:p>
                      <a:r>
                        <a:rPr lang="ja-JP" altLang="en-US" sz="900" dirty="0">
                          <a:effectLst/>
                          <a:latin typeface="Meiryo UI" panose="020B0604030504040204" pitchFamily="34" charset="-128"/>
                          <a:ea typeface="Meiryo UI" panose="020B0604030504040204" pitchFamily="34" charset="-128"/>
                        </a:rPr>
                        <a:t>・要求</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定義</a:t>
                      </a:r>
                      <a:r>
                        <a:rPr lang="en-US" altLang="ja-JP" sz="900" dirty="0">
                          <a:effectLst/>
                          <a:latin typeface="Meiryo UI" panose="020B0604030504040204" pitchFamily="34" charset="-128"/>
                          <a:ea typeface="Meiryo UI" panose="020B0604030504040204" pitchFamily="34" charset="-128"/>
                        </a:rPr>
                        <a:t>)</a:t>
                      </a:r>
                    </a:p>
                    <a:p>
                      <a:r>
                        <a:rPr lang="ja-JP" altLang="en-US" sz="900" dirty="0">
                          <a:effectLst/>
                          <a:latin typeface="Meiryo UI" panose="020B0604030504040204" pitchFamily="34" charset="-128"/>
                          <a:ea typeface="Meiryo UI" panose="020B0604030504040204" pitchFamily="34" charset="-128"/>
                        </a:rPr>
                        <a:t>・要求の属性</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要求の構造化及びリリース範囲の定義</a:t>
                      </a:r>
                      <a:r>
                        <a:rPr lang="en-US" altLang="ja-JP" sz="900" dirty="0">
                          <a:effectLst/>
                          <a:latin typeface="Meiryo UI" panose="020B0604030504040204" pitchFamily="34" charset="-128"/>
                          <a:ea typeface="Meiryo UI" panose="020B0604030504040204" pitchFamily="34" charset="-128"/>
                        </a:rPr>
                        <a:t>)</a:t>
                      </a:r>
                      <a:endParaRPr lang="ja-JP" altLang="en-US" sz="900" dirty="0">
                        <a:effectLst/>
                        <a:latin typeface="Meiryo UI" panose="020B0604030504040204" pitchFamily="34" charset="-128"/>
                        <a:ea typeface="Meiryo UI" panose="020B0604030504040204" pitchFamily="34" charset="-128"/>
                      </a:endParaRP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821829">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dirty="0">
                          <a:solidFill>
                            <a:schemeClr val="tx1"/>
                          </a:solidFill>
                          <a:latin typeface="Meiryo UI" panose="020B0604030504040204" pitchFamily="34" charset="-128"/>
                          <a:ea typeface="Meiryo UI" panose="020B0604030504040204" pitchFamily="34" charset="-128"/>
                        </a:rPr>
                        <a:t>SYS.2</a:t>
                      </a:r>
                    </a:p>
                    <a:p>
                      <a:pPr algn="l"/>
                      <a:r>
                        <a:rPr lang="ja-JP" altLang="en-US" sz="900" dirty="0">
                          <a:solidFill>
                            <a:schemeClr val="tx1"/>
                          </a:solidFill>
                          <a:latin typeface="Meiryo UI" panose="020B0604030504040204" pitchFamily="34" charset="-128"/>
                          <a:ea typeface="Meiryo UI" panose="020B0604030504040204" pitchFamily="34" charset="-128"/>
                        </a:rPr>
                        <a:t>システム要件分析</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a:t>
                      </a:r>
                      <a:r>
                        <a:rPr lang="ja-JP" altLang="en-US" sz="900" dirty="0">
                          <a:effectLst/>
                          <a:latin typeface="Meiryo UI" panose="020B0604030504040204" pitchFamily="34" charset="-128"/>
                          <a:ea typeface="Meiryo UI" panose="020B0604030504040204" pitchFamily="34" charset="-128"/>
                        </a:rPr>
                        <a:t>属性</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要求の構造化及びリリース範囲の定義</a:t>
                      </a:r>
                      <a:r>
                        <a:rPr lang="en-US" altLang="ja-JP" sz="900" dirty="0">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運用環境におけるシステム要求の正確性及び技術的実現可能性の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966858">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dirty="0">
                          <a:solidFill>
                            <a:schemeClr val="tx1"/>
                          </a:solidFill>
                          <a:latin typeface="Meiryo UI" panose="020B0604030504040204" pitchFamily="34" charset="-128"/>
                          <a:ea typeface="Meiryo UI" panose="020B0604030504040204" pitchFamily="34" charset="-128"/>
                        </a:rPr>
                        <a:t>SYS.3</a:t>
                      </a:r>
                    </a:p>
                    <a:p>
                      <a:pPr algn="l"/>
                      <a:r>
                        <a:rPr lang="ja-JP" altLang="en-US" sz="900" dirty="0">
                          <a:solidFill>
                            <a:schemeClr val="tx1"/>
                          </a:solidFill>
                          <a:latin typeface="Meiryo UI" panose="020B0604030504040204" pitchFamily="34" charset="-128"/>
                          <a:ea typeface="Meiryo UI" panose="020B0604030504040204" pitchFamily="34" charset="-128"/>
                        </a:rPr>
                        <a:t>システムアーキテクチャ設計</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・システムアーキテクチャ</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algn="l"/>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システムアーキテクチャ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algn="l"/>
                      <a:r>
                        <a:rPr lang="ja-JP" altLang="en-US" sz="900" b="0" i="0" u="none" strike="noStrike" dirty="0">
                          <a:solidFill>
                            <a:schemeClr val="tx1"/>
                          </a:solidFill>
                          <a:effectLst/>
                          <a:latin typeface="Meiryo UI" panose="020B0604030504040204" pitchFamily="34" charset="-128"/>
                          <a:ea typeface="Meiryo UI" panose="020B0604030504040204" pitchFamily="34" charset="-128"/>
                        </a:rPr>
                        <a:t>・特殊特性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安全性、または製品の公的規則への遵守性、適合性、機能、性能</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algn="l"/>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もしくはさらなる加工に影響を与える可能性のある製品特性または生産工程パラメーター</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6917869"/>
                  </a:ext>
                </a:extLst>
              </a:tr>
              <a:tr h="1256915">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SYS.4</a:t>
                      </a:r>
                    </a:p>
                    <a:p>
                      <a:pPr algn="l"/>
                      <a:r>
                        <a:rPr lang="ja-JP" altLang="en-US" sz="900" kern="100" dirty="0">
                          <a:solidFill>
                            <a:schemeClr val="tx1"/>
                          </a:solidFill>
                          <a:latin typeface="Meiryo UI" panose="020B0604030504040204" pitchFamily="34" charset="-128"/>
                          <a:ea typeface="Meiryo UI" panose="020B0604030504040204" pitchFamily="34" charset="-128"/>
                          <a:cs typeface="Times New Roman" panose="02020603050405020304" pitchFamily="18" charset="0"/>
                        </a:rPr>
                        <a:t>システム統合及び統合テスト</a:t>
                      </a:r>
                      <a:endParaRPr kumimoji="1" lang="ja-JP" altLang="en-US" sz="900" b="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・統合順序の指示</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・統合されたシステム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7795074"/>
                  </a:ext>
                </a:extLst>
              </a:tr>
              <a:tr h="966858">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SYS.5</a:t>
                      </a:r>
                    </a:p>
                    <a:p>
                      <a:pPr algn="l"/>
                      <a:r>
                        <a:rPr kumimoji="1" lang="ja-JP" altLang="en-US" sz="900" dirty="0">
                          <a:solidFill>
                            <a:schemeClr val="tx1"/>
                          </a:solidFill>
                          <a:latin typeface="Meiryo UI" panose="020B0604030504040204" pitchFamily="34" charset="-128"/>
                          <a:ea typeface="Meiryo UI" panose="020B0604030504040204" pitchFamily="34" charset="-128"/>
                        </a:rPr>
                        <a:t>システム検証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368563"/>
                  </a:ext>
                </a:extLst>
              </a:tr>
              <a:tr h="82182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900" dirty="0">
                          <a:solidFill>
                            <a:schemeClr val="tx1"/>
                          </a:solidFill>
                          <a:latin typeface="Meiryo UI" panose="020B0604030504040204" pitchFamily="34" charset="-128"/>
                          <a:ea typeface="Meiryo UI" panose="020B0604030504040204" pitchFamily="34" charset="-128"/>
                        </a:rPr>
                        <a:t>SW</a:t>
                      </a:r>
                      <a:r>
                        <a:rPr kumimoji="1" lang="ja-JP" altLang="en-US" sz="900" dirty="0">
                          <a:solidFill>
                            <a:schemeClr val="tx1"/>
                          </a:solidFill>
                          <a:latin typeface="Meiryo UI" panose="020B0604030504040204" pitchFamily="34" charset="-128"/>
                          <a:ea typeface="Meiryo UI" panose="020B0604030504040204" pitchFamily="34" charset="-128"/>
                        </a:rPr>
                        <a:t>エンジニア</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(SWE)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SWE.1</a:t>
                      </a:r>
                    </a:p>
                    <a:p>
                      <a:pPr algn="l"/>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要求分析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SW</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・要求の属性</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要求の構造化と優先順位の付与</a:t>
                      </a:r>
                      <a:r>
                        <a:rPr lang="en-US" altLang="ja-JP" sz="900" dirty="0">
                          <a:effectLst/>
                          <a:latin typeface="Meiryo UI" panose="020B0604030504040204" pitchFamily="34" charset="-128"/>
                          <a:ea typeface="Meiryo UI" panose="020B0604030504040204" pitchFamily="34" charset="-128"/>
                        </a:rPr>
                        <a:t>)</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運用環境における</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SW</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要求の影響の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3642386"/>
                  </a:ext>
                </a:extLst>
              </a:tr>
            </a:tbl>
          </a:graphicData>
        </a:graphic>
      </p:graphicFrame>
      <p:graphicFrame>
        <p:nvGraphicFramePr>
          <p:cNvPr id="50" name="表 183">
            <a:extLst>
              <a:ext uri="{FF2B5EF4-FFF2-40B4-BE49-F238E27FC236}">
                <a16:creationId xmlns:a16="http://schemas.microsoft.com/office/drawing/2014/main" id="{E4943B89-54F6-032F-1F68-0FA4377BD74C}"/>
              </a:ext>
            </a:extLst>
          </p:cNvPr>
          <p:cNvGraphicFramePr>
            <a:graphicFrameLocks noGrp="1"/>
          </p:cNvGraphicFramePr>
          <p:nvPr>
            <p:extLst>
              <p:ext uri="{D42A27DB-BD31-4B8C-83A1-F6EECF244321}">
                <p14:modId xmlns:p14="http://schemas.microsoft.com/office/powerpoint/2010/main" val="897663975"/>
              </p:ext>
            </p:extLst>
          </p:nvPr>
        </p:nvGraphicFramePr>
        <p:xfrm>
          <a:off x="6710654" y="797783"/>
          <a:ext cx="4956413" cy="5656118"/>
        </p:xfrm>
        <a:graphic>
          <a:graphicData uri="http://schemas.openxmlformats.org/drawingml/2006/table">
            <a:tbl>
              <a:tblPr firstRow="1" bandRow="1">
                <a:tableStyleId>{5C22544A-7EE6-4342-B048-85BDC9FD1C3A}</a:tableStyleId>
              </a:tblPr>
              <a:tblGrid>
                <a:gridCol w="356698">
                  <a:extLst>
                    <a:ext uri="{9D8B030D-6E8A-4147-A177-3AD203B41FA5}">
                      <a16:colId xmlns:a16="http://schemas.microsoft.com/office/drawing/2014/main" val="2905715127"/>
                    </a:ext>
                  </a:extLst>
                </a:gridCol>
                <a:gridCol w="1128393">
                  <a:extLst>
                    <a:ext uri="{9D8B030D-6E8A-4147-A177-3AD203B41FA5}">
                      <a16:colId xmlns:a16="http://schemas.microsoft.com/office/drawing/2014/main" val="2221838303"/>
                    </a:ext>
                  </a:extLst>
                </a:gridCol>
                <a:gridCol w="1178120">
                  <a:extLst>
                    <a:ext uri="{9D8B030D-6E8A-4147-A177-3AD203B41FA5}">
                      <a16:colId xmlns:a16="http://schemas.microsoft.com/office/drawing/2014/main" val="4030122092"/>
                    </a:ext>
                  </a:extLst>
                </a:gridCol>
                <a:gridCol w="2293202">
                  <a:extLst>
                    <a:ext uri="{9D8B030D-6E8A-4147-A177-3AD203B41FA5}">
                      <a16:colId xmlns:a16="http://schemas.microsoft.com/office/drawing/2014/main" val="3675465498"/>
                    </a:ext>
                  </a:extLst>
                </a:gridCol>
              </a:tblGrid>
              <a:tr h="237652">
                <a:tc gridSpan="2">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a:solidFill>
                            <a:schemeClr val="tx1"/>
                          </a:solidFill>
                          <a:latin typeface="Meiryo UI" panose="020B0604030504040204" pitchFamily="34" charset="-128"/>
                          <a:ea typeface="Meiryo UI" panose="020B0604030504040204" pitchFamily="34" charset="-128"/>
                        </a:rPr>
                        <a:t>プロセス</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W/P</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808017">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主要ライフサイクルプロセスカテゴリ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900" dirty="0">
                          <a:solidFill>
                            <a:schemeClr val="tx1"/>
                          </a:solidFill>
                          <a:latin typeface="Meiryo UI" panose="020B0604030504040204" pitchFamily="34" charset="-128"/>
                          <a:ea typeface="Meiryo UI" panose="020B0604030504040204" pitchFamily="34" charset="-128"/>
                        </a:rPr>
                        <a:t>SW</a:t>
                      </a:r>
                      <a:r>
                        <a:rPr kumimoji="1" lang="ja-JP" altLang="en-US" sz="900" dirty="0">
                          <a:solidFill>
                            <a:schemeClr val="tx1"/>
                          </a:solidFill>
                          <a:latin typeface="Meiryo UI" panose="020B0604030504040204" pitchFamily="34" charset="-128"/>
                          <a:ea typeface="Meiryo UI" panose="020B0604030504040204" pitchFamily="34" charset="-128"/>
                        </a:rPr>
                        <a:t>エンジニア</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(SWE)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SWE.2</a:t>
                      </a:r>
                    </a:p>
                    <a:p>
                      <a:pPr algn="l"/>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アーキテクチャ設計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a:solidFill>
                            <a:schemeClr val="tx1"/>
                          </a:solidFill>
                          <a:latin typeface="Meiryo UI" panose="020B0604030504040204" pitchFamily="50" charset="-128"/>
                          <a:ea typeface="Meiryo UI" panose="020B0604030504040204" pitchFamily="50" charset="-128"/>
                        </a:rPr>
                        <a:t>アーキテクチャ</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定義された基準に対する</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a:solidFill>
                            <a:schemeClr val="tx1"/>
                          </a:solidFill>
                          <a:latin typeface="Meiryo UI" panose="020B0604030504040204" pitchFamily="50" charset="-128"/>
                          <a:ea typeface="Meiryo UI" panose="020B0604030504040204" pitchFamily="50" charset="-128"/>
                        </a:rPr>
                        <a:t>アーキテクチャの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分析結果</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の証拠</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756618"/>
                  </a:ext>
                </a:extLst>
              </a:tr>
              <a:tr h="665426">
                <a:tc vMerge="1">
                  <a:txBody>
                    <a:bodyPr/>
                    <a:lstStyle/>
                    <a:p>
                      <a:endParaRPr kumimoji="1" lang="ja-JP" altLang="en-US"/>
                    </a:p>
                  </a:txBody>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SWE.3</a:t>
                      </a:r>
                    </a:p>
                    <a:p>
                      <a:pPr algn="l"/>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詳細設計</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l"/>
                      <a:r>
                        <a:rPr kumimoji="1" lang="ja-JP" altLang="en-US" sz="900" dirty="0">
                          <a:solidFill>
                            <a:schemeClr val="tx1"/>
                          </a:solidFill>
                          <a:latin typeface="Meiryo UI" panose="020B0604030504040204" pitchFamily="50" charset="-128"/>
                          <a:ea typeface="Meiryo UI" panose="020B0604030504040204" pitchFamily="50" charset="-128"/>
                        </a:rPr>
                        <a:t>及びユニット構築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詳細設計</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ユニット</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950608">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SWE.4</a:t>
                      </a:r>
                    </a:p>
                    <a:p>
                      <a:pPr algn="l"/>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ユニット検証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1235790">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SWE.5</a:t>
                      </a:r>
                    </a:p>
                    <a:p>
                      <a:pPr algn="l"/>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コンポーネント</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l"/>
                      <a:r>
                        <a:rPr kumimoji="1" lang="ja-JP" altLang="en-US" sz="900" dirty="0">
                          <a:solidFill>
                            <a:schemeClr val="tx1"/>
                          </a:solidFill>
                          <a:latin typeface="Meiryo UI" panose="020B0604030504040204" pitchFamily="50" charset="-128"/>
                          <a:ea typeface="Meiryo UI" panose="020B0604030504040204" pitchFamily="50" charset="-128"/>
                        </a:rPr>
                        <a:t>検証及び統合検証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コンポーネント</a:t>
                      </a:r>
                      <a:endParaRPr kumimoji="1"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dirty="0">
                          <a:solidFill>
                            <a:schemeClr val="tx1"/>
                          </a:solidFill>
                          <a:effectLst/>
                          <a:latin typeface="Meiryo UI" panose="020B0604030504040204" pitchFamily="34" charset="-128"/>
                          <a:ea typeface="Meiryo UI" panose="020B0604030504040204" pitchFamily="34" charset="-128"/>
                        </a:rPr>
                        <a:t>・統合された</a:t>
                      </a:r>
                      <a:r>
                        <a:rPr kumimoji="1" lang="en" altLang="ja-JP" sz="900" b="0" i="0" u="none" strike="noStrike" dirty="0">
                          <a:solidFill>
                            <a:schemeClr val="tx1"/>
                          </a:solidFill>
                          <a:effectLst/>
                          <a:latin typeface="Meiryo UI" panose="020B0604030504040204" pitchFamily="34" charset="-128"/>
                          <a:ea typeface="Meiryo UI" panose="020B0604030504040204" pitchFamily="34" charset="-128"/>
                        </a:rPr>
                        <a:t>SW</a:t>
                      </a: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6917869"/>
                  </a:ext>
                </a:extLst>
              </a:tr>
              <a:tr h="950608">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SWE.6</a:t>
                      </a:r>
                    </a:p>
                    <a:p>
                      <a:pPr algn="l"/>
                      <a:r>
                        <a:rPr kumimoji="1" lang="en" altLang="ja-JP" sz="900" dirty="0">
                          <a:solidFill>
                            <a:schemeClr val="tx1"/>
                          </a:solidFill>
                          <a:latin typeface="Meiryo UI" panose="020B0604030504040204" pitchFamily="50" charset="-128"/>
                          <a:ea typeface="Meiryo UI" panose="020B0604030504040204" pitchFamily="50" charset="-128"/>
                        </a:rPr>
                        <a:t>SW</a:t>
                      </a:r>
                      <a:r>
                        <a:rPr kumimoji="1" lang="ja-JP" altLang="en-US" sz="900" dirty="0">
                          <a:solidFill>
                            <a:schemeClr val="tx1"/>
                          </a:solidFill>
                          <a:latin typeface="Meiryo UI" panose="020B0604030504040204" pitchFamily="50" charset="-128"/>
                          <a:ea typeface="Meiryo UI" panose="020B0604030504040204" pitchFamily="50" charset="-128"/>
                        </a:rPr>
                        <a:t>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7795074"/>
                  </a:ext>
                </a:extLst>
              </a:tr>
              <a:tr h="8080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00" dirty="0">
                        <a:solidFill>
                          <a:schemeClr val="tx1"/>
                        </a:solidFill>
                        <a:latin typeface="Meiryo UI" panose="020B0604030504040204" pitchFamily="34" charset="-128"/>
                        <a:ea typeface="Meiryo UI" panose="020B0604030504040204" pitchFamily="34" charset="-128"/>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34" charset="-128"/>
                          <a:ea typeface="Meiryo UI" panose="020B0604030504040204" pitchFamily="34" charset="-128"/>
                        </a:rPr>
                        <a:t>妥当性確認プロセス群</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34" charset="-128"/>
                          <a:ea typeface="Meiryo UI" panose="020B0604030504040204" pitchFamily="34" charset="-128"/>
                        </a:rPr>
                        <a:t>（</a:t>
                      </a:r>
                      <a:r>
                        <a:rPr kumimoji="1" lang="en-US" altLang="ja-JP" sz="900" dirty="0">
                          <a:solidFill>
                            <a:schemeClr val="tx1"/>
                          </a:solidFill>
                          <a:latin typeface="Meiryo UI" panose="020B0604030504040204" pitchFamily="34" charset="-128"/>
                          <a:ea typeface="Meiryo UI" panose="020B0604030504040204" pitchFamily="34" charset="-128"/>
                        </a:rPr>
                        <a:t>VAL</a:t>
                      </a:r>
                      <a:r>
                        <a:rPr kumimoji="1" lang="ja-JP" altLang="en-US" sz="900">
                          <a:solidFill>
                            <a:schemeClr val="tx1"/>
                          </a:solidFill>
                          <a:latin typeface="Meiryo UI" panose="020B0604030504040204" pitchFamily="34" charset="-128"/>
                          <a:ea typeface="Meiryo UI" panose="020B0604030504040204" pitchFamily="34"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VAL.1</a:t>
                      </a:r>
                    </a:p>
                    <a:p>
                      <a:pPr algn="l"/>
                      <a:r>
                        <a:rPr kumimoji="1" lang="ja-JP" altLang="en-US" sz="900" dirty="0">
                          <a:solidFill>
                            <a:schemeClr val="tx1"/>
                          </a:solidFill>
                          <a:latin typeface="Meiryo UI" panose="020B0604030504040204" pitchFamily="50" charset="-128"/>
                          <a:ea typeface="Meiryo UI" panose="020B0604030504040204" pitchFamily="50" charset="-128"/>
                        </a:rPr>
                        <a:t>妥当性確認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・妥当性手段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・妥当性手段選定一式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・妥当性結果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3642386"/>
                  </a:ext>
                </a:extLst>
              </a:tr>
            </a:tbl>
          </a:graphicData>
        </a:graphic>
      </p:graphicFrame>
      <p:sp>
        <p:nvSpPr>
          <p:cNvPr id="51" name="テキスト ボックス 50">
            <a:extLst>
              <a:ext uri="{FF2B5EF4-FFF2-40B4-BE49-F238E27FC236}">
                <a16:creationId xmlns:a16="http://schemas.microsoft.com/office/drawing/2014/main" id="{DD5E4485-1988-C38F-780B-5D46DF0B7BAD}"/>
              </a:ext>
            </a:extLst>
          </p:cNvPr>
          <p:cNvSpPr txBox="1"/>
          <p:nvPr/>
        </p:nvSpPr>
        <p:spPr>
          <a:xfrm>
            <a:off x="-19820" y="448447"/>
            <a:ext cx="2454518" cy="369332"/>
          </a:xfrm>
          <a:prstGeom prst="rect">
            <a:avLst/>
          </a:prstGeom>
          <a:noFill/>
        </p:spPr>
        <p:txBody>
          <a:bodyPr wrap="none" rtlCol="0">
            <a:spAutoFit/>
          </a:bodyPr>
          <a:lstStyle/>
          <a:p>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rPr>
              <a:t>A-SPICE</a:t>
            </a:r>
            <a:r>
              <a:rPr kumimoji="1" lang="ja-JP" altLang="en-US" dirty="0">
                <a:latin typeface="Meiryo UI" panose="020B0604030504040204" pitchFamily="50" charset="-128"/>
                <a:ea typeface="Meiryo UI" panose="020B0604030504040204" pitchFamily="50" charset="-128"/>
              </a:rPr>
              <a:t>とは</a:t>
            </a:r>
            <a:r>
              <a:rPr kumimoji="1" lang="en-US" altLang="ja-JP" sz="1800" dirty="0">
                <a:latin typeface="Meiryo UI" panose="020B0604030504040204" pitchFamily="50" charset="-128"/>
                <a:ea typeface="Meiryo UI" panose="020B0604030504040204" pitchFamily="50" charset="-128"/>
              </a:rPr>
              <a:t>【</a:t>
            </a:r>
            <a:r>
              <a:rPr kumimoji="1" lang="ja-JP" altLang="en-US" sz="1800" dirty="0">
                <a:latin typeface="Meiryo UI" panose="020B0604030504040204" pitchFamily="50" charset="-128"/>
                <a:ea typeface="Meiryo UI" panose="020B0604030504040204" pitchFamily="50" charset="-128"/>
              </a:rPr>
              <a:t>参考</a:t>
            </a:r>
            <a:r>
              <a:rPr kumimoji="1" lang="en-US" altLang="ja-JP" sz="1800" dirty="0">
                <a:latin typeface="Meiryo UI" panose="020B0604030504040204" pitchFamily="50" charset="-128"/>
                <a:ea typeface="Meiryo UI" panose="020B0604030504040204" pitchFamily="50" charset="-128"/>
              </a:rPr>
              <a:t>】</a:t>
            </a:r>
          </a:p>
        </p:txBody>
      </p:sp>
      <p:sp>
        <p:nvSpPr>
          <p:cNvPr id="3" name="正方形/長方形 2">
            <a:extLst>
              <a:ext uri="{FF2B5EF4-FFF2-40B4-BE49-F238E27FC236}">
                <a16:creationId xmlns:a16="http://schemas.microsoft.com/office/drawing/2014/main" id="{86F8CCBA-1D8E-F9E1-0F2B-C2D51630B01B}"/>
              </a:ext>
            </a:extLst>
          </p:cNvPr>
          <p:cNvSpPr/>
          <p:nvPr/>
        </p:nvSpPr>
        <p:spPr>
          <a:xfrm>
            <a:off x="136240" y="-29450"/>
            <a:ext cx="1234800" cy="4723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Meiryo UI" panose="020B0604030504040204" pitchFamily="50" charset="-128"/>
                <a:ea typeface="Meiryo UI" panose="020B0604030504040204" pitchFamily="50" charset="-128"/>
              </a:rPr>
              <a:t>4.0</a:t>
            </a:r>
            <a:r>
              <a:rPr kumimoji="1" lang="ja-JP" altLang="en-US" sz="1100" b="1">
                <a:solidFill>
                  <a:schemeClr val="tx1"/>
                </a:solidFill>
                <a:latin typeface="Meiryo UI" panose="020B0604030504040204" pitchFamily="50" charset="-128"/>
                <a:ea typeface="Meiryo UI" panose="020B0604030504040204" pitchFamily="50" charset="-128"/>
              </a:rPr>
              <a:t>規格を</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a:solidFill>
                  <a:schemeClr val="tx1"/>
                </a:solidFill>
                <a:latin typeface="Meiryo UI" panose="020B0604030504040204" pitchFamily="50" charset="-128"/>
                <a:ea typeface="Meiryo UI" panose="020B0604030504040204" pitchFamily="50" charset="-128"/>
              </a:rPr>
              <a:t>基に記載</a:t>
            </a:r>
            <a:endParaRPr kumimoji="1" lang="ja-JP" altLang="en-US" sz="1100" b="1" dirty="0">
              <a:solidFill>
                <a:schemeClr val="tx1"/>
              </a:solidFill>
              <a:latin typeface="Meiryo UI" panose="020B0604030504040204" pitchFamily="50" charset="-128"/>
              <a:ea typeface="Meiryo UI" panose="020B0604030504040204" pitchFamily="50" charset="-128"/>
            </a:endParaRPr>
          </a:p>
        </p:txBody>
      </p:sp>
      <p:sp>
        <p:nvSpPr>
          <p:cNvPr id="4" name="テキスト ボックス 13">
            <a:extLst>
              <a:ext uri="{FF2B5EF4-FFF2-40B4-BE49-F238E27FC236}">
                <a16:creationId xmlns:a16="http://schemas.microsoft.com/office/drawing/2014/main" id="{C5FFA088-1292-D727-D3BE-BC31F8150C0A}"/>
              </a:ext>
            </a:extLst>
          </p:cNvPr>
          <p:cNvSpPr txBox="1"/>
          <p:nvPr/>
        </p:nvSpPr>
        <p:spPr>
          <a:xfrm>
            <a:off x="385774" y="16934"/>
            <a:ext cx="11528188"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dirty="0" err="1">
                <a:solidFill>
                  <a:schemeClr val="bg1"/>
                </a:solidFill>
                <a:latin typeface="Meiryo UI" panose="020B0604030504040204" pitchFamily="50" charset="-128"/>
                <a:ea typeface="Meiryo UI" panose="020B0604030504040204" pitchFamily="50" charset="-128"/>
              </a:rPr>
              <a:t>SmartAP</a:t>
            </a:r>
            <a:r>
              <a:rPr lang="ja-JP" altLang="en-US" dirty="0">
                <a:solidFill>
                  <a:schemeClr val="bg1"/>
                </a:solidFill>
                <a:latin typeface="Meiryo UI" panose="020B0604030504040204" pitchFamily="50" charset="-128"/>
                <a:ea typeface="Meiryo UI" panose="020B0604030504040204" pitchFamily="50" charset="-128"/>
              </a:rPr>
              <a:t>の安全性評価 </a:t>
            </a:r>
            <a:r>
              <a:rPr lang="en-US" altLang="ja-JP" dirty="0">
                <a:solidFill>
                  <a:schemeClr val="bg1"/>
                </a:solidFill>
                <a:latin typeface="Meiryo UI" panose="020B0604030504040204" pitchFamily="50" charset="-128"/>
                <a:ea typeface="Meiryo UI" panose="020B0604030504040204" pitchFamily="50" charset="-128"/>
              </a:rPr>
              <a:t>- ADS</a:t>
            </a:r>
            <a:r>
              <a:rPr lang="ja-JP" altLang="en-US" dirty="0">
                <a:solidFill>
                  <a:schemeClr val="bg1"/>
                </a:solidFill>
                <a:latin typeface="Meiryo UI" panose="020B0604030504040204" pitchFamily="50" charset="-128"/>
                <a:ea typeface="Meiryo UI" panose="020B0604030504040204" pitchFamily="50" charset="-128"/>
              </a:rPr>
              <a:t>ガイドラインの推奨フレームワーク上での位置付け </a:t>
            </a:r>
            <a:r>
              <a:rPr lang="en-US" altLang="ja-JP" dirty="0">
                <a:solidFill>
                  <a:schemeClr val="bg1"/>
                </a:solidFill>
                <a:latin typeface="Meiryo UI" panose="020B0604030504040204" pitchFamily="50" charset="-128"/>
                <a:ea typeface="Meiryo UI" panose="020B0604030504040204" pitchFamily="50" charset="-128"/>
              </a:rPr>
              <a:t>-</a:t>
            </a:r>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5F6B8651-B6B3-6547-A51E-AB23F10C171A}"/>
              </a:ext>
            </a:extLst>
          </p:cNvPr>
          <p:cNvSpPr txBox="1"/>
          <p:nvPr/>
        </p:nvSpPr>
        <p:spPr>
          <a:xfrm>
            <a:off x="2842593" y="494613"/>
            <a:ext cx="2331899"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1200">
                <a:latin typeface="Meiryo UI" panose="020B0604030504040204" pitchFamily="50" charset="-128"/>
                <a:ea typeface="Meiryo UI" panose="020B0604030504040204" pitchFamily="50" charset="-128"/>
              </a:rPr>
              <a:t>表：</a:t>
            </a:r>
            <a:r>
              <a:rPr lang="en-US" altLang="ja-JP" sz="1200">
                <a:latin typeface="Meiryo UI" panose="020B0604030504040204" pitchFamily="50" charset="-128"/>
                <a:ea typeface="Meiryo UI" panose="020B0604030504040204" pitchFamily="50" charset="-128"/>
              </a:rPr>
              <a:t>A-SPICE</a:t>
            </a:r>
            <a:r>
              <a:rPr lang="ja-JP" altLang="en-US" sz="1200">
                <a:latin typeface="Meiryo UI" panose="020B0604030504040204" pitchFamily="50" charset="-128"/>
                <a:ea typeface="Meiryo UI" panose="020B0604030504040204" pitchFamily="50" charset="-128"/>
              </a:rPr>
              <a:t>の成果物</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53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83">
            <a:extLst>
              <a:ext uri="{FF2B5EF4-FFF2-40B4-BE49-F238E27FC236}">
                <a16:creationId xmlns:a16="http://schemas.microsoft.com/office/drawing/2014/main" id="{55987AC2-056F-9C5A-5E0E-7FB4AAAEE811}"/>
              </a:ext>
            </a:extLst>
          </p:cNvPr>
          <p:cNvGraphicFramePr>
            <a:graphicFrameLocks noGrp="1"/>
          </p:cNvGraphicFramePr>
          <p:nvPr>
            <p:extLst>
              <p:ext uri="{D42A27DB-BD31-4B8C-83A1-F6EECF244321}">
                <p14:modId xmlns:p14="http://schemas.microsoft.com/office/powerpoint/2010/main" val="23108111"/>
              </p:ext>
            </p:extLst>
          </p:nvPr>
        </p:nvGraphicFramePr>
        <p:xfrm>
          <a:off x="-3097" y="797783"/>
          <a:ext cx="6916587" cy="5611771"/>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3612944916"/>
                    </a:ext>
                  </a:extLst>
                </a:gridCol>
                <a:gridCol w="1068998">
                  <a:extLst>
                    <a:ext uri="{9D8B030D-6E8A-4147-A177-3AD203B41FA5}">
                      <a16:colId xmlns:a16="http://schemas.microsoft.com/office/drawing/2014/main" val="2221838303"/>
                    </a:ext>
                  </a:extLst>
                </a:gridCol>
                <a:gridCol w="1331469">
                  <a:extLst>
                    <a:ext uri="{9D8B030D-6E8A-4147-A177-3AD203B41FA5}">
                      <a16:colId xmlns:a16="http://schemas.microsoft.com/office/drawing/2014/main" val="4030122092"/>
                    </a:ext>
                  </a:extLst>
                </a:gridCol>
                <a:gridCol w="4196080">
                  <a:extLst>
                    <a:ext uri="{9D8B030D-6E8A-4147-A177-3AD203B41FA5}">
                      <a16:colId xmlns:a16="http://schemas.microsoft.com/office/drawing/2014/main" val="3675465498"/>
                    </a:ext>
                  </a:extLst>
                </a:gridCol>
              </a:tblGrid>
              <a:tr h="241466">
                <a:tc gridSpan="2">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a:solidFill>
                            <a:schemeClr val="tx1"/>
                          </a:solidFill>
                          <a:latin typeface="Meiryo UI" panose="020B0604030504040204" pitchFamily="34" charset="-128"/>
                          <a:ea typeface="Meiryo UI" panose="020B0604030504040204" pitchFamily="34" charset="-128"/>
                        </a:rPr>
                        <a:t>プロセス</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W/P</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724398">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主要ライフサイクルプロセスカテゴリ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900" dirty="0">
                          <a:solidFill>
                            <a:schemeClr val="tx1"/>
                          </a:solidFill>
                          <a:latin typeface="Meiryo UI" panose="020B0604030504040204" pitchFamily="34" charset="-128"/>
                          <a:ea typeface="Meiryo UI" panose="020B0604030504040204" pitchFamily="34" charset="-128"/>
                        </a:rPr>
                        <a:t>HW</a:t>
                      </a:r>
                      <a:r>
                        <a:rPr kumimoji="1" lang="ja-JP" altLang="en-US" sz="900" dirty="0">
                          <a:solidFill>
                            <a:schemeClr val="tx1"/>
                          </a:solidFill>
                          <a:latin typeface="Meiryo UI" panose="020B0604030504040204" pitchFamily="34" charset="-128"/>
                          <a:ea typeface="Meiryo UI" panose="020B0604030504040204" pitchFamily="34" charset="-128"/>
                        </a:rPr>
                        <a:t>エンジニア</a:t>
                      </a:r>
                      <a:endParaRPr kumimoji="1" lang="en-US" altLang="ja-JP" sz="900" dirty="0">
                        <a:solidFill>
                          <a:schemeClr val="tx1"/>
                        </a:solidFill>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(HWE)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lang="en-US" altLang="ja-JP" sz="1050" dirty="0">
                          <a:solidFill>
                            <a:schemeClr val="tx1"/>
                          </a:solidFill>
                          <a:latin typeface="Meiryo UI" panose="020B0604030504040204" pitchFamily="50" charset="-128"/>
                          <a:ea typeface="Meiryo UI" panose="020B0604030504040204" pitchFamily="50" charset="-128"/>
                        </a:rPr>
                        <a:t>H</a:t>
                      </a:r>
                      <a:r>
                        <a:rPr kumimoji="1" lang="en-US" altLang="ja-JP" sz="1050" dirty="0">
                          <a:solidFill>
                            <a:schemeClr val="tx1"/>
                          </a:solidFill>
                          <a:latin typeface="Meiryo UI" panose="020B0604030504040204" pitchFamily="50" charset="-128"/>
                          <a:ea typeface="Meiryo UI" panose="020B0604030504040204" pitchFamily="50" charset="-128"/>
                        </a:rPr>
                        <a:t>WE.1</a:t>
                      </a:r>
                    </a:p>
                    <a:p>
                      <a:pPr algn="l"/>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要求分析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・要求の属性</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要求の構造化と優先順位の付与</a:t>
                      </a:r>
                      <a:r>
                        <a:rPr lang="en-US" altLang="ja-JP" sz="900" dirty="0">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運用環境における</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要求の正確性及び技術的実現可能性の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1835141">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1050" dirty="0">
                          <a:solidFill>
                            <a:schemeClr val="tx1"/>
                          </a:solidFill>
                          <a:latin typeface="Meiryo UI" panose="020B0604030504040204" pitchFamily="50" charset="-128"/>
                          <a:ea typeface="Meiryo UI" panose="020B0604030504040204" pitchFamily="50" charset="-128"/>
                        </a:rPr>
                        <a:t>H</a:t>
                      </a:r>
                      <a:r>
                        <a:rPr kumimoji="1" lang="en-US" altLang="ja-JP" sz="1050" dirty="0">
                          <a:solidFill>
                            <a:schemeClr val="tx1"/>
                          </a:solidFill>
                          <a:latin typeface="Meiryo UI" panose="020B0604030504040204" pitchFamily="50" charset="-128"/>
                          <a:ea typeface="Meiryo UI" panose="020B0604030504040204" pitchFamily="50" charset="-128"/>
                        </a:rPr>
                        <a:t>WE.2</a:t>
                      </a:r>
                    </a:p>
                    <a:p>
                      <a:pPr algn="l"/>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設計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a:solidFill>
                            <a:schemeClr val="tx1"/>
                          </a:solidFill>
                          <a:latin typeface="Meiryo UI" panose="020B0604030504040204" pitchFamily="50" charset="-128"/>
                          <a:ea typeface="Meiryo UI" panose="020B0604030504040204" pitchFamily="50" charset="-128"/>
                        </a:rPr>
                        <a:t>アーキテクチャ</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50" charset="-128"/>
                          <a:ea typeface="Meiryo UI" panose="020B0604030504040204" pitchFamily="50" charset="-128"/>
                        </a:rPr>
                        <a:t>・</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a:solidFill>
                            <a:schemeClr val="tx1"/>
                          </a:solidFill>
                          <a:latin typeface="Meiryo UI" panose="020B0604030504040204" pitchFamily="50" charset="-128"/>
                          <a:ea typeface="Meiryo UI" panose="020B0604030504040204" pitchFamily="50" charset="-128"/>
                        </a:rPr>
                        <a:t>詳細設計</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a:solidFill>
                            <a:schemeClr val="tx1"/>
                          </a:solidFill>
                          <a:latin typeface="Meiryo UI" panose="020B0604030504040204" pitchFamily="50" charset="-128"/>
                          <a:ea typeface="Meiryo UI" panose="020B0604030504040204" pitchFamily="50" charset="-128"/>
                        </a:rPr>
                        <a:t>アーキテクチャ及び</a:t>
                      </a:r>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a:solidFill>
                            <a:schemeClr val="tx1"/>
                          </a:solidFill>
                          <a:latin typeface="Meiryo UI" panose="020B0604030504040204" pitchFamily="50" charset="-128"/>
                          <a:ea typeface="Meiryo UI" panose="020B0604030504040204" pitchFamily="50" charset="-128"/>
                        </a:rPr>
                        <a:t>詳細設計の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分析結果</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algn="l"/>
                      <a:r>
                        <a:rPr lang="ja-JP" altLang="en-US" sz="900" b="0" i="0" u="none" strike="noStrike">
                          <a:solidFill>
                            <a:schemeClr val="tx1"/>
                          </a:solidFill>
                          <a:effectLst/>
                          <a:latin typeface="Meiryo UI" panose="020B0604030504040204" pitchFamily="34" charset="-128"/>
                          <a:ea typeface="Meiryo UI" panose="020B0604030504040204" pitchFamily="34" charset="-128"/>
                        </a:rPr>
                        <a:t>・特殊特性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安全性、または製品の公的規則への遵守性、適合性、機能、性能</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algn="l"/>
                      <a:r>
                        <a:rPr lang="ja-JP" altLang="en-US" sz="900" b="0" i="0" u="none" strike="noStrike">
                          <a:solidFill>
                            <a:schemeClr val="tx1"/>
                          </a:solidFill>
                          <a:effectLst/>
                          <a:latin typeface="Meiryo UI" panose="020B0604030504040204" pitchFamily="34" charset="-128"/>
                          <a:ea typeface="Meiryo UI" panose="020B0604030504040204" pitchFamily="34" charset="-128"/>
                        </a:rPr>
                        <a:t>もしくはさらなる加工に影響を与える可能性のある製品特性または生産工程パラメーター</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endParaRPr lang="ja-JP" altLang="en-US" sz="900" b="0" i="0" u="none" strike="noStrike">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a:solidFill>
                            <a:schemeClr val="tx1"/>
                          </a:solidFill>
                          <a:effectLst/>
                          <a:latin typeface="Meiryo UI" panose="020B0604030504040204" pitchFamily="34" charset="-128"/>
                          <a:ea typeface="Meiryo UI" panose="020B0604030504040204" pitchFamily="34" charset="-128"/>
                        </a:rPr>
                        <a:t>回路図</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a:solidFill>
                            <a:schemeClr val="tx1"/>
                          </a:solidFill>
                          <a:effectLst/>
                          <a:latin typeface="Meiryo UI" panose="020B0604030504040204" pitchFamily="34" charset="-128"/>
                          <a:ea typeface="Meiryo UI" panose="020B0604030504040204" pitchFamily="34" charset="-128"/>
                        </a:rPr>
                        <a:t>部品表</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a:solidFill>
                            <a:schemeClr val="tx1"/>
                          </a:solidFill>
                          <a:effectLst/>
                          <a:latin typeface="Meiryo UI" panose="020B0604030504040204" pitchFamily="34" charset="-128"/>
                          <a:ea typeface="Meiryo UI" panose="020B0604030504040204" pitchFamily="34" charset="-128"/>
                        </a:rPr>
                        <a:t>レイアウト</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a:solidFill>
                            <a:schemeClr val="tx1"/>
                          </a:solidFill>
                          <a:effectLst/>
                          <a:latin typeface="Meiryo UI" panose="020B0604030504040204" pitchFamily="34" charset="-128"/>
                          <a:ea typeface="Meiryo UI" panose="020B0604030504040204" pitchFamily="34" charset="-128"/>
                        </a:rPr>
                        <a:t>生産データ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 altLang="ja-JP" sz="900" b="0" i="0" u="none" strike="noStrike" dirty="0">
                          <a:solidFill>
                            <a:schemeClr val="tx1"/>
                          </a:solidFill>
                          <a:effectLst/>
                          <a:latin typeface="Meiryo UI" panose="020B0604030504040204" pitchFamily="34" charset="-128"/>
                          <a:ea typeface="Meiryo UI" panose="020B0604030504040204" pitchFamily="34" charset="-128"/>
                        </a:rPr>
                        <a:t>HW</a:t>
                      </a:r>
                      <a:r>
                        <a:rPr lang="ja-JP" altLang="en-US" sz="900" b="0" i="0" u="none" strike="noStrike">
                          <a:solidFill>
                            <a:schemeClr val="tx1"/>
                          </a:solidFill>
                          <a:effectLst/>
                          <a:latin typeface="Meiryo UI" panose="020B0604030504040204" pitchFamily="34" charset="-128"/>
                          <a:ea typeface="Meiryo UI" panose="020B0604030504040204" pitchFamily="34" charset="-128"/>
                        </a:rPr>
                        <a:t>エレメントインタフェース</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965864">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1050" dirty="0">
                          <a:solidFill>
                            <a:schemeClr val="tx1"/>
                          </a:solidFill>
                          <a:latin typeface="Meiryo UI" panose="020B0604030504040204" pitchFamily="50" charset="-128"/>
                          <a:ea typeface="Meiryo UI" panose="020B0604030504040204" pitchFamily="50" charset="-128"/>
                        </a:rPr>
                        <a:t>H</a:t>
                      </a:r>
                      <a:r>
                        <a:rPr kumimoji="1" lang="en-US" altLang="ja-JP" sz="1050" dirty="0">
                          <a:solidFill>
                            <a:schemeClr val="tx1"/>
                          </a:solidFill>
                          <a:latin typeface="Meiryo UI" panose="020B0604030504040204" pitchFamily="50" charset="-128"/>
                          <a:ea typeface="Meiryo UI" panose="020B0604030504040204" pitchFamily="50" charset="-128"/>
                        </a:rPr>
                        <a:t>WE.3</a:t>
                      </a:r>
                    </a:p>
                    <a:p>
                      <a:pPr algn="l"/>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設計に対する検証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6917869"/>
                  </a:ext>
                </a:extLst>
              </a:tr>
              <a:tr h="1023918">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1050" dirty="0">
                          <a:solidFill>
                            <a:schemeClr val="tx1"/>
                          </a:solidFill>
                          <a:latin typeface="Meiryo UI" panose="020B0604030504040204" pitchFamily="50" charset="-128"/>
                          <a:ea typeface="Meiryo UI" panose="020B0604030504040204" pitchFamily="50" charset="-128"/>
                        </a:rPr>
                        <a:t>H</a:t>
                      </a:r>
                      <a:r>
                        <a:rPr kumimoji="1" lang="en-US" altLang="ja-JP" sz="1050" dirty="0">
                          <a:solidFill>
                            <a:schemeClr val="tx1"/>
                          </a:solidFill>
                          <a:latin typeface="Meiryo UI" panose="020B0604030504040204" pitchFamily="50" charset="-128"/>
                          <a:ea typeface="Meiryo UI" panose="020B0604030504040204" pitchFamily="50" charset="-128"/>
                        </a:rPr>
                        <a:t>WE.4</a:t>
                      </a:r>
                    </a:p>
                    <a:p>
                      <a:pPr algn="l"/>
                      <a:r>
                        <a:rPr kumimoji="1" lang="en" altLang="ja-JP" sz="900" dirty="0">
                          <a:solidFill>
                            <a:schemeClr val="tx1"/>
                          </a:solidFill>
                          <a:latin typeface="Meiryo UI" panose="020B0604030504040204" pitchFamily="50" charset="-128"/>
                          <a:ea typeface="Meiryo UI" panose="020B0604030504040204" pitchFamily="50" charset="-128"/>
                        </a:rPr>
                        <a:t>HW</a:t>
                      </a:r>
                      <a:r>
                        <a:rPr kumimoji="1" lang="ja-JP" altLang="en-US" sz="900" dirty="0">
                          <a:solidFill>
                            <a:schemeClr val="tx1"/>
                          </a:solidFill>
                          <a:latin typeface="Meiryo UI" panose="020B0604030504040204" pitchFamily="50" charset="-128"/>
                          <a:ea typeface="Meiryo UI" panose="020B0604030504040204" pitchFamily="50" charset="-128"/>
                        </a:rPr>
                        <a:t>要求に対する検証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・検証手段</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・検証測定データ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・検証手段選定一式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・検証結果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7795074"/>
                  </a:ext>
                </a:extLst>
              </a:tr>
              <a:tr h="82098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34" charset="-128"/>
                          <a:ea typeface="Meiryo UI" panose="020B0604030504040204" pitchFamily="34" charset="-128"/>
                        </a:rPr>
                        <a:t>機械学習エンジニアリングプロセス群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(MLE)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MLE.1</a:t>
                      </a:r>
                    </a:p>
                    <a:p>
                      <a:pPr algn="l"/>
                      <a:r>
                        <a:rPr kumimoji="1" lang="ja-JP" altLang="en-US" sz="900" dirty="0">
                          <a:solidFill>
                            <a:schemeClr val="tx1"/>
                          </a:solidFill>
                          <a:latin typeface="Meiryo UI" panose="020B0604030504040204" pitchFamily="50" charset="-128"/>
                          <a:ea typeface="Meiryo UI" panose="020B0604030504040204" pitchFamily="50" charset="-128"/>
                        </a:rPr>
                        <a:t>機械学習要求分析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機械学習</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・要求の属性</a:t>
                      </a:r>
                      <a:r>
                        <a:rPr lang="en-US" altLang="ja-JP" sz="900" dirty="0">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要求の構造化と優先順位の付与</a:t>
                      </a:r>
                      <a:r>
                        <a:rPr lang="en-US" altLang="ja-JP" sz="900" dirty="0">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運用環境における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ki</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機械学習要求の正確性及び技術的実現可能性の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3642386"/>
                  </a:ext>
                </a:extLst>
              </a:tr>
            </a:tbl>
          </a:graphicData>
        </a:graphic>
      </p:graphicFrame>
      <p:graphicFrame>
        <p:nvGraphicFramePr>
          <p:cNvPr id="54" name="表 183">
            <a:extLst>
              <a:ext uri="{FF2B5EF4-FFF2-40B4-BE49-F238E27FC236}">
                <a16:creationId xmlns:a16="http://schemas.microsoft.com/office/drawing/2014/main" id="{DC522B19-6EC1-3CA2-2D37-A3B46574336B}"/>
              </a:ext>
            </a:extLst>
          </p:cNvPr>
          <p:cNvGraphicFramePr>
            <a:graphicFrameLocks noGrp="1"/>
          </p:cNvGraphicFramePr>
          <p:nvPr>
            <p:extLst>
              <p:ext uri="{D42A27DB-BD31-4B8C-83A1-F6EECF244321}">
                <p14:modId xmlns:p14="http://schemas.microsoft.com/office/powerpoint/2010/main" val="2939571987"/>
              </p:ext>
            </p:extLst>
          </p:nvPr>
        </p:nvGraphicFramePr>
        <p:xfrm>
          <a:off x="7040854" y="797783"/>
          <a:ext cx="4447037" cy="5288117"/>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3799902152"/>
                    </a:ext>
                  </a:extLst>
                </a:gridCol>
                <a:gridCol w="1012427">
                  <a:extLst>
                    <a:ext uri="{9D8B030D-6E8A-4147-A177-3AD203B41FA5}">
                      <a16:colId xmlns:a16="http://schemas.microsoft.com/office/drawing/2014/main" val="2221838303"/>
                    </a:ext>
                  </a:extLst>
                </a:gridCol>
                <a:gridCol w="1057043">
                  <a:extLst>
                    <a:ext uri="{9D8B030D-6E8A-4147-A177-3AD203B41FA5}">
                      <a16:colId xmlns:a16="http://schemas.microsoft.com/office/drawing/2014/main" val="4030122092"/>
                    </a:ext>
                  </a:extLst>
                </a:gridCol>
                <a:gridCol w="2057527">
                  <a:extLst>
                    <a:ext uri="{9D8B030D-6E8A-4147-A177-3AD203B41FA5}">
                      <a16:colId xmlns:a16="http://schemas.microsoft.com/office/drawing/2014/main" val="3675465498"/>
                    </a:ext>
                  </a:extLst>
                </a:gridCol>
              </a:tblGrid>
              <a:tr h="237652">
                <a:tc gridSpan="2">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a:solidFill>
                            <a:schemeClr val="tx1"/>
                          </a:solidFill>
                          <a:latin typeface="Meiryo UI" panose="020B0604030504040204" pitchFamily="34" charset="-128"/>
                          <a:ea typeface="Meiryo UI" panose="020B0604030504040204" pitchFamily="34" charset="-128"/>
                        </a:rPr>
                        <a:t>プロセス</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W/P</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808017">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主要ライフサイクルプロセスカテゴリ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機械学習エンジニアリングプロセス群</a:t>
                      </a:r>
                      <a:r>
                        <a:rPr kumimoji="1" lang="en-US" altLang="ja-JP" sz="900" dirty="0">
                          <a:solidFill>
                            <a:schemeClr val="tx1"/>
                          </a:solidFill>
                          <a:latin typeface="Meiryo UI" panose="020B0604030504040204" pitchFamily="34" charset="-128"/>
                          <a:ea typeface="Meiryo UI" panose="020B0604030504040204" pitchFamily="34" charset="-128"/>
                        </a:rPr>
                        <a:t>(MLE)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MLE.2</a:t>
                      </a:r>
                    </a:p>
                    <a:p>
                      <a:pPr algn="l"/>
                      <a:r>
                        <a:rPr kumimoji="1" lang="ja-JP" altLang="en-US" sz="900" dirty="0">
                          <a:solidFill>
                            <a:schemeClr val="tx1"/>
                          </a:solidFill>
                          <a:latin typeface="Meiryo UI" panose="020B0604030504040204" pitchFamily="50" charset="-128"/>
                          <a:ea typeface="Meiryo UI" panose="020B0604030504040204" pitchFamily="50" charset="-128"/>
                        </a:rPr>
                        <a:t>機械学習アーキテクチャ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kumimoji="1" lang="ja-JP" altLang="en-US" sz="900">
                          <a:solidFill>
                            <a:schemeClr val="tx1"/>
                          </a:solidFill>
                          <a:latin typeface="Meiryo UI" panose="020B0604030504040204" pitchFamily="50" charset="-128"/>
                          <a:ea typeface="Meiryo UI" panose="020B0604030504040204" pitchFamily="50" charset="-128"/>
                        </a:rPr>
                        <a:t>機械学習アーキテクチャ</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・パイパーパラメータ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・分析結果</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アーキテクチャエレメント評価の実施</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756618"/>
                  </a:ext>
                </a:extLst>
              </a:tr>
              <a:tr h="665426">
                <a:tc vMerge="1">
                  <a:txBody>
                    <a:bodyPr/>
                    <a:lstStyle/>
                    <a:p>
                      <a:endParaRPr kumimoji="1" lang="ja-JP" altLang="en-US"/>
                    </a:p>
                  </a:txBody>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MLE.3</a:t>
                      </a:r>
                    </a:p>
                    <a:p>
                      <a:pPr algn="l"/>
                      <a:r>
                        <a:rPr kumimoji="1" lang="ja-JP" altLang="en-US" sz="900" dirty="0">
                          <a:solidFill>
                            <a:schemeClr val="tx1"/>
                          </a:solidFill>
                          <a:latin typeface="Meiryo UI" panose="020B0604030504040204" pitchFamily="50" charset="-128"/>
                          <a:ea typeface="Meiryo UI" panose="020B0604030504040204" pitchFamily="50" charset="-128"/>
                        </a:rPr>
                        <a:t>機械学習トレーニング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kumimoji="1" lang="ja-JP" altLang="en-US" sz="900" dirty="0">
                          <a:solidFill>
                            <a:schemeClr val="tx1"/>
                          </a:solidFill>
                          <a:latin typeface="Meiryo UI" panose="020B0604030504040204" pitchFamily="50" charset="-128"/>
                          <a:ea typeface="Meiryo UI" panose="020B0604030504040204" pitchFamily="50" charset="-128"/>
                        </a:rPr>
                        <a:t>機械学習</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トレーニング及びバリデーションのアプローチ</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・機械学習データセット</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・トレーニング済みの機械学習モデル</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・パイパーパラメータ</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950608">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MLE.4</a:t>
                      </a:r>
                    </a:p>
                    <a:p>
                      <a:pPr algn="l"/>
                      <a:r>
                        <a:rPr kumimoji="1" lang="ja-JP" altLang="en-US" sz="900" dirty="0">
                          <a:solidFill>
                            <a:schemeClr val="tx1"/>
                          </a:solidFill>
                          <a:latin typeface="Meiryo UI" panose="020B0604030504040204" pitchFamily="50" charset="-128"/>
                          <a:ea typeface="Meiryo UI" panose="020B0604030504040204" pitchFamily="50" charset="-128"/>
                        </a:rPr>
                        <a:t>機械学習モデルテスト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kumimoji="1" lang="ja-JP" altLang="en-US" sz="900">
                          <a:solidFill>
                            <a:schemeClr val="tx1"/>
                          </a:solidFill>
                          <a:latin typeface="Meiryo UI" panose="020B0604030504040204" pitchFamily="50" charset="-128"/>
                          <a:ea typeface="Meiryo UI" panose="020B0604030504040204" pitchFamily="50" charset="-128"/>
                        </a:rPr>
                        <a:t>機械学習テストのアプローチ</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a:solidFill>
                            <a:schemeClr val="tx1"/>
                          </a:solidFill>
                          <a:effectLst/>
                          <a:latin typeface="Meiryo UI" panose="020B0604030504040204" pitchFamily="50" charset="-128"/>
                          <a:ea typeface="Meiryo UI" panose="020B0604030504040204" pitchFamily="50" charset="-128"/>
                        </a:rPr>
                        <a:t>・</a:t>
                      </a:r>
                      <a:r>
                        <a:rPr kumimoji="1" lang="ja-JP" altLang="en-US" sz="900">
                          <a:solidFill>
                            <a:schemeClr val="tx1"/>
                          </a:solidFill>
                          <a:latin typeface="Meiryo UI" panose="020B0604030504040204" pitchFamily="50" charset="-128"/>
                          <a:ea typeface="Meiryo UI" panose="020B0604030504040204" pitchFamily="50" charset="-128"/>
                        </a:rPr>
                        <a:t>機械学習データセット</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a:solidFill>
                            <a:schemeClr val="tx1"/>
                          </a:solidFill>
                          <a:effectLst/>
                          <a:latin typeface="Meiryo UI" panose="020B0604030504040204" pitchFamily="50" charset="-128"/>
                          <a:ea typeface="Meiryo UI" panose="020B0604030504040204" pitchFamily="50" charset="-128"/>
                        </a:rPr>
                        <a:t>・</a:t>
                      </a:r>
                      <a:r>
                        <a:rPr kumimoji="1" lang="ja-JP" altLang="en-US" sz="900">
                          <a:solidFill>
                            <a:schemeClr val="tx1"/>
                          </a:solidFill>
                          <a:latin typeface="Meiryo UI" panose="020B0604030504040204" pitchFamily="50" charset="-128"/>
                          <a:ea typeface="Meiryo UI" panose="020B0604030504040204" pitchFamily="50" charset="-128"/>
                        </a:rPr>
                        <a:t>機械学習テスト結果</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a:solidFill>
                            <a:schemeClr val="tx1"/>
                          </a:solidFill>
                          <a:effectLst/>
                          <a:latin typeface="Meiryo UI" panose="020B0604030504040204" pitchFamily="50" charset="-128"/>
                          <a:ea typeface="Meiryo UI" panose="020B0604030504040204" pitchFamily="50" charset="-128"/>
                        </a:rPr>
                        <a:t>・デプロイ用の</a:t>
                      </a:r>
                      <a:r>
                        <a:rPr kumimoji="1" lang="ja-JP" altLang="en-US" sz="900">
                          <a:solidFill>
                            <a:schemeClr val="tx1"/>
                          </a:solidFill>
                          <a:latin typeface="Meiryo UI" panose="020B0604030504040204" pitchFamily="50" charset="-128"/>
                          <a:ea typeface="Meiryo UI" panose="020B0604030504040204" pitchFamily="50" charset="-128"/>
                        </a:rPr>
                        <a:t>機械学習モデル</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8080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34" charset="-128"/>
                          <a:ea typeface="Meiryo UI" panose="020B0604030504040204" pitchFamily="34" charset="-128"/>
                        </a:rPr>
                        <a:t>取得プロセス群</a:t>
                      </a: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ACQ)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ACQ.4</a:t>
                      </a:r>
                    </a:p>
                    <a:p>
                      <a:pPr algn="l"/>
                      <a:r>
                        <a:rPr kumimoji="1" lang="ja-JP" altLang="en-US" sz="900" dirty="0">
                          <a:solidFill>
                            <a:schemeClr val="tx1"/>
                          </a:solidFill>
                          <a:latin typeface="Meiryo UI" panose="020B0604030504040204" pitchFamily="50" charset="-128"/>
                          <a:ea typeface="Meiryo UI" panose="020B0604030504040204" pitchFamily="50" charset="-128"/>
                        </a:rPr>
                        <a:t>サプライヤ監視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・コミットメント</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合意</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・会議支援の証拠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・変更依頼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・進捗ステータス</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・レビューの証拠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・是正措置</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サプライヤの実施状況の監視に関わる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3642386"/>
                  </a:ext>
                </a:extLst>
              </a:tr>
              <a:tr h="8080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34" charset="-128"/>
                          <a:ea typeface="Meiryo UI" panose="020B0604030504040204" pitchFamily="34" charset="-128"/>
                        </a:rPr>
                        <a:t>供給プロセス群</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SPL)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SPL.2</a:t>
                      </a:r>
                    </a:p>
                    <a:p>
                      <a:pPr algn="l"/>
                      <a:r>
                        <a:rPr kumimoji="1" lang="ja-JP" altLang="en-US" sz="900" dirty="0">
                          <a:solidFill>
                            <a:schemeClr val="tx1"/>
                          </a:solidFill>
                          <a:latin typeface="Meiryo UI" panose="020B0604030504040204" pitchFamily="50" charset="-128"/>
                          <a:ea typeface="Meiryo UI" panose="020B0604030504040204" pitchFamily="50" charset="-128"/>
                        </a:rPr>
                        <a:t>製品リリース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・リリースノート</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・製品リリースパッケージ</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・納入の証拠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・製品リリースの承認</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・製品リリース基準</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3178966"/>
                  </a:ext>
                </a:extLst>
              </a:tr>
            </a:tbl>
          </a:graphicData>
        </a:graphic>
      </p:graphicFrame>
      <p:sp>
        <p:nvSpPr>
          <p:cNvPr id="3" name="正方形/長方形 2">
            <a:extLst>
              <a:ext uri="{FF2B5EF4-FFF2-40B4-BE49-F238E27FC236}">
                <a16:creationId xmlns:a16="http://schemas.microsoft.com/office/drawing/2014/main" id="{C56C5F44-2B9E-B5FF-218B-881F9EC23038}"/>
              </a:ext>
            </a:extLst>
          </p:cNvPr>
          <p:cNvSpPr/>
          <p:nvPr/>
        </p:nvSpPr>
        <p:spPr>
          <a:xfrm>
            <a:off x="136240" y="-29450"/>
            <a:ext cx="1234800" cy="4723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Meiryo UI" panose="020B0604030504040204" pitchFamily="50" charset="-128"/>
                <a:ea typeface="Meiryo UI" panose="020B0604030504040204" pitchFamily="50" charset="-128"/>
              </a:rPr>
              <a:t>4.0</a:t>
            </a:r>
            <a:r>
              <a:rPr kumimoji="1" lang="ja-JP" altLang="en-US" sz="1100" b="1">
                <a:solidFill>
                  <a:schemeClr val="tx1"/>
                </a:solidFill>
                <a:latin typeface="Meiryo UI" panose="020B0604030504040204" pitchFamily="50" charset="-128"/>
                <a:ea typeface="Meiryo UI" panose="020B0604030504040204" pitchFamily="50" charset="-128"/>
              </a:rPr>
              <a:t>規格を</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a:solidFill>
                  <a:schemeClr val="tx1"/>
                </a:solidFill>
                <a:latin typeface="Meiryo UI" panose="020B0604030504040204" pitchFamily="50" charset="-128"/>
                <a:ea typeface="Meiryo UI" panose="020B0604030504040204" pitchFamily="50" charset="-128"/>
              </a:rPr>
              <a:t>基に記載</a:t>
            </a:r>
            <a:endParaRPr kumimoji="1" lang="ja-JP" altLang="en-US" sz="1100" b="1" dirty="0">
              <a:solidFill>
                <a:schemeClr val="tx1"/>
              </a:solidFill>
              <a:latin typeface="Meiryo UI" panose="020B0604030504040204" pitchFamily="50" charset="-128"/>
              <a:ea typeface="Meiryo UI" panose="020B0604030504040204" pitchFamily="50" charset="-128"/>
            </a:endParaRPr>
          </a:p>
        </p:txBody>
      </p:sp>
      <p:sp>
        <p:nvSpPr>
          <p:cNvPr id="6" name="テキスト ボックス 13">
            <a:extLst>
              <a:ext uri="{FF2B5EF4-FFF2-40B4-BE49-F238E27FC236}">
                <a16:creationId xmlns:a16="http://schemas.microsoft.com/office/drawing/2014/main" id="{FCE006E0-EC3A-3C78-E21C-FE9FF31030BF}"/>
              </a:ext>
            </a:extLst>
          </p:cNvPr>
          <p:cNvSpPr txBox="1"/>
          <p:nvPr/>
        </p:nvSpPr>
        <p:spPr>
          <a:xfrm>
            <a:off x="385774" y="0"/>
            <a:ext cx="11528188"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dirty="0" err="1">
                <a:solidFill>
                  <a:schemeClr val="bg1"/>
                </a:solidFill>
                <a:latin typeface="Meiryo UI" panose="020B0604030504040204" pitchFamily="50" charset="-128"/>
                <a:ea typeface="Meiryo UI" panose="020B0604030504040204" pitchFamily="50" charset="-128"/>
              </a:rPr>
              <a:t>SmartAP</a:t>
            </a:r>
            <a:r>
              <a:rPr lang="ja-JP" altLang="en-US" dirty="0">
                <a:solidFill>
                  <a:schemeClr val="bg1"/>
                </a:solidFill>
                <a:latin typeface="Meiryo UI" panose="020B0604030504040204" pitchFamily="50" charset="-128"/>
                <a:ea typeface="Meiryo UI" panose="020B0604030504040204" pitchFamily="50" charset="-128"/>
              </a:rPr>
              <a:t>の安全性評価 </a:t>
            </a:r>
            <a:r>
              <a:rPr lang="en-US" altLang="ja-JP" dirty="0">
                <a:solidFill>
                  <a:schemeClr val="bg1"/>
                </a:solidFill>
                <a:latin typeface="Meiryo UI" panose="020B0604030504040204" pitchFamily="50" charset="-128"/>
                <a:ea typeface="Meiryo UI" panose="020B0604030504040204" pitchFamily="50" charset="-128"/>
              </a:rPr>
              <a:t>- ADS</a:t>
            </a:r>
            <a:r>
              <a:rPr lang="ja-JP" altLang="en-US" dirty="0">
                <a:solidFill>
                  <a:schemeClr val="bg1"/>
                </a:solidFill>
                <a:latin typeface="Meiryo UI" panose="020B0604030504040204" pitchFamily="50" charset="-128"/>
                <a:ea typeface="Meiryo UI" panose="020B0604030504040204" pitchFamily="50" charset="-128"/>
              </a:rPr>
              <a:t>ガイドラインの推奨フレームワーク上での位置付け </a:t>
            </a:r>
            <a:r>
              <a:rPr lang="en-US" altLang="ja-JP" dirty="0">
                <a:solidFill>
                  <a:schemeClr val="bg1"/>
                </a:solidFill>
                <a:latin typeface="Meiryo UI" panose="020B0604030504040204" pitchFamily="50" charset="-128"/>
                <a:ea typeface="Meiryo UI" panose="020B0604030504040204" pitchFamily="50" charset="-128"/>
              </a:rPr>
              <a:t>-</a:t>
            </a:r>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0AEF9146-5BFA-0066-B9AD-8ECC312BF894}"/>
              </a:ext>
            </a:extLst>
          </p:cNvPr>
          <p:cNvSpPr txBox="1"/>
          <p:nvPr/>
        </p:nvSpPr>
        <p:spPr>
          <a:xfrm>
            <a:off x="-19820" y="448447"/>
            <a:ext cx="2454518" cy="369332"/>
          </a:xfrm>
          <a:prstGeom prst="rect">
            <a:avLst/>
          </a:prstGeom>
          <a:noFill/>
        </p:spPr>
        <p:txBody>
          <a:bodyPr wrap="none" rtlCol="0">
            <a:spAutoFit/>
          </a:bodyPr>
          <a:lstStyle/>
          <a:p>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rPr>
              <a:t>A-SPICE</a:t>
            </a:r>
            <a:r>
              <a:rPr kumimoji="1" lang="ja-JP" altLang="en-US" dirty="0">
                <a:latin typeface="Meiryo UI" panose="020B0604030504040204" pitchFamily="50" charset="-128"/>
                <a:ea typeface="Meiryo UI" panose="020B0604030504040204" pitchFamily="50" charset="-128"/>
              </a:rPr>
              <a:t>とは</a:t>
            </a:r>
            <a:r>
              <a:rPr kumimoji="1" lang="en-US" altLang="ja-JP" sz="1800" dirty="0">
                <a:latin typeface="Meiryo UI" panose="020B0604030504040204" pitchFamily="50" charset="-128"/>
                <a:ea typeface="Meiryo UI" panose="020B0604030504040204" pitchFamily="50" charset="-128"/>
              </a:rPr>
              <a:t>【</a:t>
            </a:r>
            <a:r>
              <a:rPr kumimoji="1" lang="ja-JP" altLang="en-US" sz="1800" dirty="0">
                <a:latin typeface="Meiryo UI" panose="020B0604030504040204" pitchFamily="50" charset="-128"/>
                <a:ea typeface="Meiryo UI" panose="020B0604030504040204" pitchFamily="50" charset="-128"/>
              </a:rPr>
              <a:t>参考</a:t>
            </a:r>
            <a:r>
              <a:rPr kumimoji="1" lang="en-US" altLang="ja-JP" sz="1800" dirty="0">
                <a:latin typeface="Meiryo UI" panose="020B0604030504040204" pitchFamily="50" charset="-128"/>
                <a:ea typeface="Meiryo UI" panose="020B0604030504040204" pitchFamily="50" charset="-128"/>
              </a:rPr>
              <a:t>】</a:t>
            </a:r>
          </a:p>
        </p:txBody>
      </p:sp>
      <p:sp>
        <p:nvSpPr>
          <p:cNvPr id="8" name="テキスト ボックス 7">
            <a:extLst>
              <a:ext uri="{FF2B5EF4-FFF2-40B4-BE49-F238E27FC236}">
                <a16:creationId xmlns:a16="http://schemas.microsoft.com/office/drawing/2014/main" id="{E5E20BB4-9AB2-BD9E-0EE5-E99CAB80E0A3}"/>
              </a:ext>
            </a:extLst>
          </p:cNvPr>
          <p:cNvSpPr txBox="1"/>
          <p:nvPr/>
        </p:nvSpPr>
        <p:spPr>
          <a:xfrm>
            <a:off x="2842593" y="494613"/>
            <a:ext cx="2331899"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1200">
                <a:latin typeface="Meiryo UI" panose="020B0604030504040204" pitchFamily="50" charset="-128"/>
                <a:ea typeface="Meiryo UI" panose="020B0604030504040204" pitchFamily="50" charset="-128"/>
              </a:rPr>
              <a:t>表：</a:t>
            </a:r>
            <a:r>
              <a:rPr lang="en-US" altLang="ja-JP" sz="1200">
                <a:latin typeface="Meiryo UI" panose="020B0604030504040204" pitchFamily="50" charset="-128"/>
                <a:ea typeface="Meiryo UI" panose="020B0604030504040204" pitchFamily="50" charset="-128"/>
              </a:rPr>
              <a:t>A-SPICE</a:t>
            </a:r>
            <a:r>
              <a:rPr lang="ja-JP" altLang="en-US" sz="1200">
                <a:latin typeface="Meiryo UI" panose="020B0604030504040204" pitchFamily="50" charset="-128"/>
                <a:ea typeface="Meiryo UI" panose="020B0604030504040204" pitchFamily="50" charset="-128"/>
              </a:rPr>
              <a:t>の成果物</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13162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83">
            <a:extLst>
              <a:ext uri="{FF2B5EF4-FFF2-40B4-BE49-F238E27FC236}">
                <a16:creationId xmlns:a16="http://schemas.microsoft.com/office/drawing/2014/main" id="{55987AC2-056F-9C5A-5E0E-7FB4AAAEE811}"/>
              </a:ext>
            </a:extLst>
          </p:cNvPr>
          <p:cNvGraphicFramePr>
            <a:graphicFrameLocks noGrp="1"/>
          </p:cNvGraphicFramePr>
          <p:nvPr>
            <p:extLst>
              <p:ext uri="{D42A27DB-BD31-4B8C-83A1-F6EECF244321}">
                <p14:modId xmlns:p14="http://schemas.microsoft.com/office/powerpoint/2010/main" val="2925622677"/>
              </p:ext>
            </p:extLst>
          </p:nvPr>
        </p:nvGraphicFramePr>
        <p:xfrm>
          <a:off x="66414" y="797783"/>
          <a:ext cx="5766813" cy="5597143"/>
        </p:xfrm>
        <a:graphic>
          <a:graphicData uri="http://schemas.openxmlformats.org/drawingml/2006/table">
            <a:tbl>
              <a:tblPr firstRow="1" bandRow="1">
                <a:tableStyleId>{5C22544A-7EE6-4342-B048-85BDC9FD1C3A}</a:tableStyleId>
              </a:tblPr>
              <a:tblGrid>
                <a:gridCol w="594360">
                  <a:extLst>
                    <a:ext uri="{9D8B030D-6E8A-4147-A177-3AD203B41FA5}">
                      <a16:colId xmlns:a16="http://schemas.microsoft.com/office/drawing/2014/main" val="1218514854"/>
                    </a:ext>
                  </a:extLst>
                </a:gridCol>
                <a:gridCol w="1048324">
                  <a:extLst>
                    <a:ext uri="{9D8B030D-6E8A-4147-A177-3AD203B41FA5}">
                      <a16:colId xmlns:a16="http://schemas.microsoft.com/office/drawing/2014/main" val="2221838303"/>
                    </a:ext>
                  </a:extLst>
                </a:gridCol>
                <a:gridCol w="1305719">
                  <a:extLst>
                    <a:ext uri="{9D8B030D-6E8A-4147-A177-3AD203B41FA5}">
                      <a16:colId xmlns:a16="http://schemas.microsoft.com/office/drawing/2014/main" val="4030122092"/>
                    </a:ext>
                  </a:extLst>
                </a:gridCol>
                <a:gridCol w="2818410">
                  <a:extLst>
                    <a:ext uri="{9D8B030D-6E8A-4147-A177-3AD203B41FA5}">
                      <a16:colId xmlns:a16="http://schemas.microsoft.com/office/drawing/2014/main" val="3675465498"/>
                    </a:ext>
                  </a:extLst>
                </a:gridCol>
              </a:tblGrid>
              <a:tr h="233824">
                <a:tc gridSpan="2">
                  <a:txBody>
                    <a:bodyPr/>
                    <a:lstStyle/>
                    <a:p>
                      <a:pPr algn="l"/>
                      <a:r>
                        <a:rPr kumimoji="1" lang="ja-JP" altLang="en-US" sz="900" dirty="0">
                          <a:solidFill>
                            <a:schemeClr val="tx1"/>
                          </a:solidFill>
                          <a:latin typeface="Meiryo UI" panose="020B0604030504040204" pitchFamily="50" charset="-128"/>
                          <a:ea typeface="Meiryo UI" panose="020B0604030504040204" pitchFamily="50" charset="-128"/>
                        </a:rPr>
                        <a:t>カテゴリ</a:t>
                      </a: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a:solidFill>
                            <a:schemeClr val="tx1"/>
                          </a:solidFill>
                          <a:latin typeface="Meiryo UI" panose="020B0604030504040204" pitchFamily="50" charset="-128"/>
                          <a:ea typeface="Meiryo UI" panose="020B0604030504040204" pitchFamily="50" charset="-128"/>
                        </a:rPr>
                        <a:t>プロセス</a:t>
                      </a: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en-US" altLang="ja-JP" sz="900" dirty="0">
                          <a:solidFill>
                            <a:schemeClr val="tx1"/>
                          </a:solidFill>
                          <a:latin typeface="Meiryo UI" panose="020B0604030504040204" pitchFamily="50" charset="-128"/>
                          <a:ea typeface="Meiryo UI" panose="020B0604030504040204" pitchFamily="50" charset="-128"/>
                        </a:rPr>
                        <a:t>W/</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1122354">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支援ライフサイクルカテゴリ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支援プロセス群</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dirty="0">
                          <a:solidFill>
                            <a:schemeClr val="tx1"/>
                          </a:solidFill>
                          <a:latin typeface="Meiryo UI" panose="020B0604030504040204" pitchFamily="50" charset="-128"/>
                          <a:ea typeface="Meiryo UI" panose="020B0604030504040204" pitchFamily="50" charset="-128"/>
                        </a:rPr>
                        <a:t>(SUP)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SUP.1</a:t>
                      </a:r>
                    </a:p>
                    <a:p>
                      <a:pPr algn="l"/>
                      <a:r>
                        <a:rPr kumimoji="1" lang="ja-JP" altLang="en-US" sz="900" dirty="0">
                          <a:solidFill>
                            <a:schemeClr val="tx1"/>
                          </a:solidFill>
                          <a:latin typeface="Meiryo UI" panose="020B0604030504040204" pitchFamily="50" charset="-128"/>
                          <a:ea typeface="Meiryo UI" panose="020B0604030504040204" pitchFamily="50" charset="-128"/>
                        </a:rPr>
                        <a:t>品質保証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・組織体制</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適切なレベルの管理層への不適合事項の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エスカレーション経路</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・品質基準</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dirty="0">
                          <a:effectLst/>
                          <a:latin typeface="Meiryo UI" panose="020B0604030504040204" pitchFamily="50" charset="-128"/>
                          <a:ea typeface="Meiryo UI" panose="020B0604030504040204" pitchFamily="50" charset="-128"/>
                        </a:rPr>
                        <a:t>関係者への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情報伝達の証拠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・品質適合性の証拠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・レビューの証拠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・是正措置</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marL="47625" marR="476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1636766">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SUP.8</a:t>
                      </a:r>
                    </a:p>
                    <a:p>
                      <a:pPr algn="l"/>
                      <a:r>
                        <a:rPr kumimoji="1" lang="ja-JP" altLang="en-US" sz="900" dirty="0">
                          <a:solidFill>
                            <a:schemeClr val="tx1"/>
                          </a:solidFill>
                          <a:latin typeface="Meiryo UI" panose="020B0604030504040204" pitchFamily="50" charset="-128"/>
                          <a:ea typeface="Meiryo UI" panose="020B0604030504040204" pitchFamily="50" charset="-128"/>
                        </a:rPr>
                        <a:t>構成管理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・構成品目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作業成果物</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選定基準</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・構成品目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作業成果物</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一覧</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・構成管理システム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・ベースライン</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定義され、かつ整合された読み取り専用の情報の集合で</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あり、影響を受ける関係者のためのインプット情報としての役目を持つ</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・変更履歴</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・構成ステータス</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・一貫性の証拠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・バックアップ及び復旧の仕組みの情報</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514412">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SUP.9</a:t>
                      </a:r>
                    </a:p>
                    <a:p>
                      <a:pPr algn="l"/>
                      <a:r>
                        <a:rPr kumimoji="1" lang="ja-JP" altLang="en-US" sz="900" dirty="0">
                          <a:solidFill>
                            <a:schemeClr val="tx1"/>
                          </a:solidFill>
                          <a:latin typeface="Meiryo UI" panose="020B0604030504040204" pitchFamily="50" charset="-128"/>
                          <a:ea typeface="Meiryo UI" panose="020B0604030504040204" pitchFamily="50" charset="-128"/>
                        </a:rPr>
                        <a:t>問題解決管理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・問題</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・問題分析の証拠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・問題のステータス</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6917869"/>
                  </a:ext>
                </a:extLst>
              </a:tr>
              <a:tr h="514412">
                <a:tc vMerge="1">
                  <a:txBody>
                    <a:bodyPr/>
                    <a:lstStyle/>
                    <a:p>
                      <a:endParaRPr kumimoji="1" lang="ja-JP" altLang="en-US"/>
                    </a:p>
                  </a:txBody>
                  <a:tcPr/>
                </a:tc>
                <a:tc vMerge="1">
                  <a:txBody>
                    <a:bodyPr/>
                    <a:lstStyle/>
                    <a:p>
                      <a:endParaRPr kumimoji="1" lang="ja-JP" altLang="en-US"/>
                    </a:p>
                  </a:txBody>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SUP.10</a:t>
                      </a:r>
                    </a:p>
                    <a:p>
                      <a:pPr algn="l"/>
                      <a:r>
                        <a:rPr kumimoji="1" lang="ja-JP" altLang="en-US" sz="900" dirty="0">
                          <a:solidFill>
                            <a:schemeClr val="tx1"/>
                          </a:solidFill>
                          <a:latin typeface="Meiryo UI" panose="020B0604030504040204" pitchFamily="50" charset="-128"/>
                          <a:ea typeface="Meiryo UI" panose="020B0604030504040204" pitchFamily="50" charset="-128"/>
                        </a:rPr>
                        <a:t>変更依頼管理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・変更分析基準</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・変更依頼</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・一貫性</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トレーサビリティ</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858391"/>
                  </a:ext>
                </a:extLst>
              </a:tr>
              <a:tr h="158849">
                <a:tc vMerge="1">
                  <a:txBody>
                    <a:bodyPr/>
                    <a:lstStyle/>
                    <a:p>
                      <a:endParaRPr kumimoji="1" lang="ja-JP" alt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SUP.11</a:t>
                      </a:r>
                    </a:p>
                    <a:p>
                      <a:pPr algn="l"/>
                      <a:r>
                        <a:rPr kumimoji="1" lang="ja-JP" altLang="en-US" sz="900" dirty="0">
                          <a:solidFill>
                            <a:schemeClr val="tx1"/>
                          </a:solidFill>
                          <a:latin typeface="Meiryo UI" panose="020B0604030504040204" pitchFamily="50" charset="-128"/>
                          <a:ea typeface="Meiryo UI" panose="020B0604030504040204" pitchFamily="50" charset="-128"/>
                        </a:rPr>
                        <a:t>機械学習データ管理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dirty="0">
                          <a:solidFill>
                            <a:schemeClr val="tx1"/>
                          </a:solidFill>
                          <a:latin typeface="Meiryo UI" panose="020B0604030504040204" pitchFamily="50" charset="-128"/>
                          <a:ea typeface="Meiryo UI" panose="020B0604030504040204" pitchFamily="50" charset="-128"/>
                        </a:rPr>
                        <a:t>機械学習データ管理システム</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dirty="0">
                          <a:solidFill>
                            <a:schemeClr val="tx1"/>
                          </a:solidFill>
                          <a:latin typeface="Meiryo UI" panose="020B0604030504040204" pitchFamily="50" charset="-128"/>
                          <a:ea typeface="Meiryo UI" panose="020B0604030504040204" pitchFamily="50" charset="-128"/>
                        </a:rPr>
                        <a:t>機械学習データの品質アプローチ</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dirty="0">
                          <a:solidFill>
                            <a:schemeClr val="tx1"/>
                          </a:solidFill>
                          <a:latin typeface="Meiryo UI" panose="020B0604030504040204" pitchFamily="50" charset="-128"/>
                          <a:ea typeface="Meiryo UI" panose="020B0604030504040204" pitchFamily="50" charset="-128"/>
                        </a:rPr>
                        <a:t>機械学習データ</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dirty="0">
                          <a:effectLst/>
                          <a:latin typeface="Meiryo UI" panose="020B0604030504040204" pitchFamily="50" charset="-128"/>
                          <a:ea typeface="Meiryo UI" panose="020B0604030504040204" pitchFamily="50" charset="-128"/>
                        </a:rPr>
                        <a:t>関係者への</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情報伝達の証拠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7795074"/>
                  </a:ext>
                </a:extLst>
              </a:tr>
              <a:tr h="9352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組織ライフ</a:t>
                      </a:r>
                      <a:endParaRPr kumimoji="1" lang="en-US" altLang="ja-JP" sz="900" dirty="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サイクルカテゴリ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50" charset="-128"/>
                          <a:ea typeface="Meiryo UI" panose="020B0604030504040204" pitchFamily="50" charset="-128"/>
                        </a:rPr>
                        <a:t>再利用プロセス群</a:t>
                      </a:r>
                      <a:r>
                        <a:rPr kumimoji="1" lang="en-US" altLang="ja-JP" sz="900" dirty="0">
                          <a:solidFill>
                            <a:schemeClr val="tx1"/>
                          </a:solidFill>
                          <a:latin typeface="Meiryo UI" panose="020B0604030504040204" pitchFamily="50" charset="-128"/>
                          <a:ea typeface="Meiryo UI" panose="020B0604030504040204" pitchFamily="50" charset="-128"/>
                        </a:rPr>
                        <a:t>(</a:t>
                      </a:r>
                      <a:r>
                        <a:rPr kumimoji="1" lang="en" altLang="ja-JP" sz="900" dirty="0">
                          <a:solidFill>
                            <a:schemeClr val="tx1"/>
                          </a:solidFill>
                          <a:latin typeface="Meiryo UI" panose="020B0604030504040204" pitchFamily="50" charset="-128"/>
                          <a:ea typeface="Meiryo UI" panose="020B0604030504040204" pitchFamily="50" charset="-128"/>
                        </a:rPr>
                        <a:t>REU)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REU.2</a:t>
                      </a:r>
                    </a:p>
                    <a:p>
                      <a:pPr algn="l"/>
                      <a:r>
                        <a:rPr kumimoji="1" lang="ja-JP" altLang="en-US" sz="900" dirty="0">
                          <a:solidFill>
                            <a:schemeClr val="tx1"/>
                          </a:solidFill>
                          <a:latin typeface="Meiryo UI" panose="020B0604030504040204" pitchFamily="50" charset="-128"/>
                          <a:ea typeface="Meiryo UI" panose="020B0604030504040204" pitchFamily="50" charset="-128"/>
                        </a:rPr>
                        <a:t>製品の再利用管理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・ドメインアーキテクチャ</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移植性</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相互運用性</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 制限の定義</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・再利用候補</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・情報伝達の証拠</a:t>
                      </a:r>
                      <a:endParaRPr lang="en-US" altLang="ja-JP" sz="9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・再利用分析の証拠</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移植性</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相互運用性</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 制限の定義</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・認定の証拠</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lang="ja-JP" altLang="en-US" sz="900" b="0" i="0" u="none" strike="noStrike" dirty="0">
                          <a:solidFill>
                            <a:schemeClr val="tx1"/>
                          </a:solidFill>
                          <a:effectLst/>
                          <a:latin typeface="Meiryo UI" panose="020B0604030504040204" pitchFamily="50" charset="-128"/>
                          <a:ea typeface="Meiryo UI" panose="020B0604030504040204" pitchFamily="50" charset="-128"/>
                        </a:rPr>
                        <a:t>検証されていること</a:t>
                      </a: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0890277"/>
                  </a:ext>
                </a:extLst>
              </a:tr>
            </a:tbl>
          </a:graphicData>
        </a:graphic>
      </p:graphicFrame>
      <p:graphicFrame>
        <p:nvGraphicFramePr>
          <p:cNvPr id="54" name="表 183">
            <a:extLst>
              <a:ext uri="{FF2B5EF4-FFF2-40B4-BE49-F238E27FC236}">
                <a16:creationId xmlns:a16="http://schemas.microsoft.com/office/drawing/2014/main" id="{DC522B19-6EC1-3CA2-2D37-A3B46574336B}"/>
              </a:ext>
            </a:extLst>
          </p:cNvPr>
          <p:cNvGraphicFramePr>
            <a:graphicFrameLocks noGrp="1"/>
          </p:cNvGraphicFramePr>
          <p:nvPr>
            <p:extLst>
              <p:ext uri="{D42A27DB-BD31-4B8C-83A1-F6EECF244321}">
                <p14:modId xmlns:p14="http://schemas.microsoft.com/office/powerpoint/2010/main" val="3662276589"/>
              </p:ext>
            </p:extLst>
          </p:nvPr>
        </p:nvGraphicFramePr>
        <p:xfrm>
          <a:off x="6335772" y="797783"/>
          <a:ext cx="5577162" cy="5328406"/>
        </p:xfrm>
        <a:graphic>
          <a:graphicData uri="http://schemas.openxmlformats.org/drawingml/2006/table">
            <a:tbl>
              <a:tblPr firstRow="1" bandRow="1">
                <a:tableStyleId>{5C22544A-7EE6-4342-B048-85BDC9FD1C3A}</a:tableStyleId>
              </a:tblPr>
              <a:tblGrid>
                <a:gridCol w="320040">
                  <a:extLst>
                    <a:ext uri="{9D8B030D-6E8A-4147-A177-3AD203B41FA5}">
                      <a16:colId xmlns:a16="http://schemas.microsoft.com/office/drawing/2014/main" val="1145586118"/>
                    </a:ext>
                  </a:extLst>
                </a:gridCol>
                <a:gridCol w="995680">
                  <a:extLst>
                    <a:ext uri="{9D8B030D-6E8A-4147-A177-3AD203B41FA5}">
                      <a16:colId xmlns:a16="http://schemas.microsoft.com/office/drawing/2014/main" val="2221838303"/>
                    </a:ext>
                  </a:extLst>
                </a:gridCol>
                <a:gridCol w="814662">
                  <a:extLst>
                    <a:ext uri="{9D8B030D-6E8A-4147-A177-3AD203B41FA5}">
                      <a16:colId xmlns:a16="http://schemas.microsoft.com/office/drawing/2014/main" val="4030122092"/>
                    </a:ext>
                  </a:extLst>
                </a:gridCol>
                <a:gridCol w="3446780">
                  <a:extLst>
                    <a:ext uri="{9D8B030D-6E8A-4147-A177-3AD203B41FA5}">
                      <a16:colId xmlns:a16="http://schemas.microsoft.com/office/drawing/2014/main" val="3675465498"/>
                    </a:ext>
                  </a:extLst>
                </a:gridCol>
              </a:tblGrid>
              <a:tr h="237652">
                <a:tc gridSpan="2">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pPr algn="l"/>
                      <a:r>
                        <a:rPr kumimoji="1" lang="ja-JP" altLang="en-US" sz="900" dirty="0">
                          <a:solidFill>
                            <a:schemeClr val="tx1"/>
                          </a:solidFill>
                          <a:latin typeface="Meiryo UI" panose="020B0604030504040204" pitchFamily="34" charset="-128"/>
                          <a:ea typeface="Meiryo UI" panose="020B0604030504040204" pitchFamily="34" charset="-128"/>
                        </a:rPr>
                        <a:t>カテゴリ</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ja-JP" altLang="en-US" sz="900">
                          <a:solidFill>
                            <a:schemeClr val="tx1"/>
                          </a:solidFill>
                          <a:latin typeface="Meiryo UI" panose="020B0604030504040204" pitchFamily="34" charset="-128"/>
                          <a:ea typeface="Meiryo UI" panose="020B0604030504040204" pitchFamily="34" charset="-128"/>
                        </a:rPr>
                        <a:t>プロセス</a:t>
                      </a:r>
                      <a:endParaRPr kumimoji="1" lang="en-US"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r>
                        <a:rPr kumimoji="1" lang="en-US" altLang="ja-JP" sz="900" dirty="0">
                          <a:solidFill>
                            <a:schemeClr val="tx1"/>
                          </a:solidFill>
                          <a:latin typeface="Meiryo UI" panose="020B0604030504040204" pitchFamily="34" charset="-128"/>
                          <a:ea typeface="Meiryo UI" panose="020B0604030504040204" pitchFamily="34" charset="-128"/>
                        </a:rPr>
                        <a:t>W/P</a:t>
                      </a:r>
                      <a:endParaRPr kumimoji="1" lang="ja-JP" altLang="en-US"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92130046"/>
                  </a:ext>
                </a:extLst>
              </a:tr>
              <a:tr h="808017">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組織ライフサイクルカテゴリ</a:t>
                      </a: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管理プロセス群</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dirty="0">
                          <a:solidFill>
                            <a:schemeClr val="tx1"/>
                          </a:solidFill>
                          <a:latin typeface="Meiryo UI" panose="020B0604030504040204" pitchFamily="34" charset="-128"/>
                          <a:ea typeface="Meiryo UI" panose="020B0604030504040204" pitchFamily="34" charset="-128"/>
                        </a:rPr>
                        <a:t>(MAN)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lang="en-US" altLang="ja-JP" sz="900" dirty="0">
                          <a:solidFill>
                            <a:schemeClr val="tx1"/>
                          </a:solidFill>
                          <a:latin typeface="Meiryo UI" panose="020B0604030504040204" pitchFamily="50" charset="-128"/>
                          <a:ea typeface="Meiryo UI" panose="020B0604030504040204" pitchFamily="50" charset="-128"/>
                        </a:rPr>
                        <a:t>MAN.3</a:t>
                      </a:r>
                    </a:p>
                    <a:p>
                      <a:pPr algn="l"/>
                      <a:r>
                        <a:rPr lang="ja-JP" altLang="en-US" sz="900" dirty="0">
                          <a:solidFill>
                            <a:schemeClr val="tx1"/>
                          </a:solidFill>
                          <a:latin typeface="Meiryo UI" panose="020B0604030504040204" pitchFamily="50" charset="-128"/>
                          <a:ea typeface="Meiryo UI" panose="020B0604030504040204" pitchFamily="50" charset="-128"/>
                        </a:rPr>
                        <a:t>プロジェクト管理</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・作業範囲</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・実現可能性分析</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・作業パッケージ</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dirty="0">
                          <a:effectLst/>
                          <a:latin typeface="Meiryo UI" panose="020B0604030504040204" pitchFamily="34" charset="-128"/>
                          <a:ea typeface="Meiryo UI" panose="020B0604030504040204" pitchFamily="34" charset="-128"/>
                        </a:rPr>
                        <a:t>関係者への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・変更依頼</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・一貫性</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トレーサビリティ</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・是正措置</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プロジェクト内の窓口、ならびに他のプロジェクト及び</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　組織部門との窓口への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エスカレーション経路</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・スケジュール</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・利害関係車グループ一覧</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・プロジェクトのステータス</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756618"/>
                  </a:ext>
                </a:extLst>
              </a:tr>
              <a:tr h="665426">
                <a:tc vMerge="1">
                  <a:txBody>
                    <a:bodyPr/>
                    <a:lstStyle/>
                    <a:p>
                      <a:endParaRPr kumimoji="1" lang="ja-JP" altLang="en-US"/>
                    </a:p>
                  </a:txBody>
                  <a:tcPr/>
                </a:tc>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dirty="0">
                          <a:solidFill>
                            <a:schemeClr val="tx1"/>
                          </a:solidFill>
                          <a:latin typeface="Meiryo UI" panose="020B0604030504040204" pitchFamily="50" charset="-128"/>
                          <a:ea typeface="Meiryo UI" panose="020B0604030504040204" pitchFamily="50" charset="-128"/>
                        </a:rPr>
                        <a:t>MAN.5</a:t>
                      </a:r>
                    </a:p>
                    <a:p>
                      <a:pPr algn="l"/>
                      <a:r>
                        <a:rPr kumimoji="1" lang="ja-JP" altLang="en-US" sz="900" dirty="0">
                          <a:solidFill>
                            <a:schemeClr val="tx1"/>
                          </a:solidFill>
                          <a:latin typeface="Meiryo UI" panose="020B0604030504040204" pitchFamily="50" charset="-128"/>
                          <a:ea typeface="Meiryo UI" panose="020B0604030504040204" pitchFamily="50" charset="-128"/>
                        </a:rPr>
                        <a:t>リスク管理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リスクの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・リスクのステータス</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・リスク対策</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・是正措置</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315613"/>
                  </a:ext>
                </a:extLst>
              </a:tr>
              <a:tr h="950608">
                <a:tc vMerge="1">
                  <a:txBody>
                    <a:bodyPr/>
                    <a:lstStyle/>
                    <a:p>
                      <a:endParaRPr kumimoji="1" lang="ja-JP" altLang="en-US"/>
                    </a:p>
                  </a:txBody>
                  <a:tcPr/>
                </a:tc>
                <a:tc vMerge="1">
                  <a:txBody>
                    <a:bodyPr/>
                    <a:lstStyle/>
                    <a:p>
                      <a:pPr algn="l"/>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ja-JP" sz="900" dirty="0">
                          <a:solidFill>
                            <a:schemeClr val="tx1"/>
                          </a:solidFill>
                          <a:latin typeface="Meiryo UI" panose="020B0604030504040204" pitchFamily="50" charset="-128"/>
                          <a:ea typeface="Meiryo UI" panose="020B0604030504040204" pitchFamily="50" charset="-128"/>
                        </a:rPr>
                        <a:t>MAN.6</a:t>
                      </a:r>
                    </a:p>
                    <a:p>
                      <a:pPr algn="l"/>
                      <a:r>
                        <a:rPr lang="ja-JP" altLang="en-US" sz="900" dirty="0">
                          <a:solidFill>
                            <a:schemeClr val="tx1"/>
                          </a:solidFill>
                          <a:latin typeface="Meiryo UI" panose="020B0604030504040204" pitchFamily="50" charset="-128"/>
                          <a:ea typeface="Meiryo UI" panose="020B0604030504040204" pitchFamily="50" charset="-128"/>
                        </a:rPr>
                        <a:t>測定</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・ベンチマークデータ</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メトリクス</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定義された情報ニーズに合致する定量的</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または定性的な測定可能な指標</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が客観的根拠のため使用されている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・顧客満足度データ</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メトリクスが客観的根拠のため使用されている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・プロセス実施情報</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・測定結果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達成状況を評価するための情報ニーズの</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072343"/>
                  </a:ext>
                </a:extLst>
              </a:tr>
              <a:tr h="8080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 altLang="ja-JP" sz="900" dirty="0">
                        <a:solidFill>
                          <a:schemeClr val="tx1"/>
                        </a:solidFill>
                        <a:latin typeface="Meiryo UI" panose="020B0604030504040204" pitchFamily="34" charset="-128"/>
                        <a:ea typeface="Meiryo UI" panose="020B0604030504040204" pitchFamily="3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プロセス改善</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dirty="0">
                          <a:solidFill>
                            <a:schemeClr val="tx1"/>
                          </a:solidFill>
                          <a:latin typeface="Meiryo UI" panose="020B0604030504040204" pitchFamily="34" charset="-128"/>
                          <a:ea typeface="Meiryo UI" panose="020B0604030504040204" pitchFamily="34" charset="-128"/>
                        </a:rPr>
                        <a:t>プロセス群</a:t>
                      </a:r>
                      <a:r>
                        <a:rPr kumimoji="1" lang="en-US" altLang="ja-JP" sz="900" dirty="0">
                          <a:solidFill>
                            <a:schemeClr val="tx1"/>
                          </a:solidFill>
                          <a:latin typeface="Meiryo UI" panose="020B0604030504040204" pitchFamily="34" charset="-128"/>
                          <a:ea typeface="Meiryo UI" panose="020B0604030504040204" pitchFamily="34" charset="-128"/>
                        </a:rPr>
                        <a:t>(</a:t>
                      </a:r>
                      <a:r>
                        <a:rPr kumimoji="1" lang="en" altLang="ja-JP" sz="900" dirty="0">
                          <a:solidFill>
                            <a:schemeClr val="tx1"/>
                          </a:solidFill>
                          <a:latin typeface="Meiryo UI" panose="020B0604030504040204" pitchFamily="34" charset="-128"/>
                          <a:ea typeface="Meiryo UI" panose="020B0604030504040204" pitchFamily="34" charset="-128"/>
                        </a:rPr>
                        <a:t>PIM)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r>
                        <a:rPr kumimoji="1" lang="en" altLang="ja-JP" sz="900" dirty="0">
                          <a:solidFill>
                            <a:schemeClr val="tx1"/>
                          </a:solidFill>
                          <a:latin typeface="Meiryo UI" panose="020B0604030504040204" pitchFamily="50" charset="-128"/>
                          <a:ea typeface="Meiryo UI" panose="020B0604030504040204" pitchFamily="50" charset="-128"/>
                        </a:rPr>
                        <a:t>PIM.2</a:t>
                      </a:r>
                    </a:p>
                    <a:p>
                      <a:pPr algn="l"/>
                      <a:r>
                        <a:rPr kumimoji="1" lang="ja-JP" altLang="en-US" sz="900" dirty="0">
                          <a:solidFill>
                            <a:schemeClr val="tx1"/>
                          </a:solidFill>
                          <a:latin typeface="Meiryo UI" panose="020B0604030504040204" pitchFamily="50" charset="-128"/>
                          <a:ea typeface="Meiryo UI" panose="020B0604030504040204" pitchFamily="50" charset="-128"/>
                        </a:rPr>
                        <a:t>プロセス改善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・コミットメント</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合意</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リソースを提供し改善策を持続するための合意</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・トレーニング資料</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改善目標が識別され、結果として生じるプロセスへの</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　変更が定義され知識が伝達される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・プロセスメトリクス</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プロセス実装の効果の監視</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・プロセス記述</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・情報伝達の証拠</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・変更依頼</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組織の内部または外部環境から生じる課題が、</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　改善の機会として識別され、変革の理由として正当化されている</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分析結果</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・アセスメント／監査報告書</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・改善の機会</a:t>
                      </a:r>
                      <a:endParaRPr lang="en-US" altLang="ja-JP" sz="900" b="0" i="0" u="none" strike="noStrike" dirty="0">
                        <a:solidFill>
                          <a:schemeClr val="tx1"/>
                        </a:solidFill>
                        <a:effectLst/>
                        <a:latin typeface="Meiryo UI" panose="020B0604030504040204" pitchFamily="34" charset="-128"/>
                        <a:ea typeface="Meiryo UI" panose="020B060403050404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・プロセスリポジトリ</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r>
                        <a:rPr lang="ja-JP" altLang="en-US" sz="900" b="0" i="0" u="none" strike="noStrike" dirty="0">
                          <a:solidFill>
                            <a:schemeClr val="tx1"/>
                          </a:solidFill>
                          <a:effectLst/>
                          <a:latin typeface="Meiryo UI" panose="020B0604030504040204" pitchFamily="34" charset="-128"/>
                          <a:ea typeface="Meiryo UI" panose="020B0604030504040204" pitchFamily="34" charset="-128"/>
                        </a:rPr>
                        <a:t>プロセス記述と改善目標を含む</a:t>
                      </a:r>
                      <a:r>
                        <a:rPr lang="en-US" altLang="ja-JP" sz="900" b="0" i="0" u="none" strike="noStrike" dirty="0">
                          <a:solidFill>
                            <a:schemeClr val="tx1"/>
                          </a:solidFill>
                          <a:effectLst/>
                          <a:latin typeface="Meiryo UI" panose="020B0604030504040204" pitchFamily="34" charset="-128"/>
                          <a:ea typeface="Meiryo UI" panose="020B0604030504040204" pitchFamily="34" charset="-12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3642386"/>
                  </a:ext>
                </a:extLst>
              </a:tr>
            </a:tbl>
          </a:graphicData>
        </a:graphic>
      </p:graphicFrame>
      <p:sp>
        <p:nvSpPr>
          <p:cNvPr id="3" name="正方形/長方形 2">
            <a:extLst>
              <a:ext uri="{FF2B5EF4-FFF2-40B4-BE49-F238E27FC236}">
                <a16:creationId xmlns:a16="http://schemas.microsoft.com/office/drawing/2014/main" id="{6DE40A4D-EDB9-0B9E-045F-12FDA5DFD38C}"/>
              </a:ext>
            </a:extLst>
          </p:cNvPr>
          <p:cNvSpPr/>
          <p:nvPr/>
        </p:nvSpPr>
        <p:spPr>
          <a:xfrm>
            <a:off x="136240" y="-29450"/>
            <a:ext cx="1234800" cy="4723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Meiryo UI" panose="020B0604030504040204" pitchFamily="50" charset="-128"/>
                <a:ea typeface="Meiryo UI" panose="020B0604030504040204" pitchFamily="50" charset="-128"/>
              </a:rPr>
              <a:t>4.0</a:t>
            </a:r>
            <a:r>
              <a:rPr kumimoji="1" lang="ja-JP" altLang="en-US" sz="1100" b="1">
                <a:solidFill>
                  <a:schemeClr val="tx1"/>
                </a:solidFill>
                <a:latin typeface="Meiryo UI" panose="020B0604030504040204" pitchFamily="50" charset="-128"/>
                <a:ea typeface="Meiryo UI" panose="020B0604030504040204" pitchFamily="50" charset="-128"/>
              </a:rPr>
              <a:t>規格を</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a:solidFill>
                  <a:schemeClr val="tx1"/>
                </a:solidFill>
                <a:latin typeface="Meiryo UI" panose="020B0604030504040204" pitchFamily="50" charset="-128"/>
                <a:ea typeface="Meiryo UI" panose="020B0604030504040204" pitchFamily="50" charset="-128"/>
              </a:rPr>
              <a:t>基に記載</a:t>
            </a:r>
            <a:endParaRPr kumimoji="1" lang="ja-JP" altLang="en-US" sz="1100" b="1" dirty="0">
              <a:solidFill>
                <a:schemeClr val="tx1"/>
              </a:solidFill>
              <a:latin typeface="Meiryo UI" panose="020B0604030504040204" pitchFamily="50" charset="-128"/>
              <a:ea typeface="Meiryo UI" panose="020B0604030504040204" pitchFamily="50" charset="-128"/>
            </a:endParaRPr>
          </a:p>
        </p:txBody>
      </p:sp>
      <p:sp>
        <p:nvSpPr>
          <p:cNvPr id="6" name="テキスト ボックス 13">
            <a:extLst>
              <a:ext uri="{FF2B5EF4-FFF2-40B4-BE49-F238E27FC236}">
                <a16:creationId xmlns:a16="http://schemas.microsoft.com/office/drawing/2014/main" id="{8171A574-48AD-CAD3-E524-974376D7D374}"/>
              </a:ext>
            </a:extLst>
          </p:cNvPr>
          <p:cNvSpPr txBox="1"/>
          <p:nvPr/>
        </p:nvSpPr>
        <p:spPr>
          <a:xfrm>
            <a:off x="385774" y="0"/>
            <a:ext cx="11528188"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dirty="0" err="1">
                <a:solidFill>
                  <a:schemeClr val="bg1"/>
                </a:solidFill>
                <a:latin typeface="Meiryo UI" panose="020B0604030504040204" pitchFamily="50" charset="-128"/>
                <a:ea typeface="Meiryo UI" panose="020B0604030504040204" pitchFamily="50" charset="-128"/>
              </a:rPr>
              <a:t>SmartAP</a:t>
            </a:r>
            <a:r>
              <a:rPr lang="ja-JP" altLang="en-US" dirty="0">
                <a:solidFill>
                  <a:schemeClr val="bg1"/>
                </a:solidFill>
                <a:latin typeface="Meiryo UI" panose="020B0604030504040204" pitchFamily="50" charset="-128"/>
                <a:ea typeface="Meiryo UI" panose="020B0604030504040204" pitchFamily="50" charset="-128"/>
              </a:rPr>
              <a:t>の安全性評価 </a:t>
            </a:r>
            <a:r>
              <a:rPr lang="en-US" altLang="ja-JP" dirty="0">
                <a:solidFill>
                  <a:schemeClr val="bg1"/>
                </a:solidFill>
                <a:latin typeface="Meiryo UI" panose="020B0604030504040204" pitchFamily="50" charset="-128"/>
                <a:ea typeface="Meiryo UI" panose="020B0604030504040204" pitchFamily="50" charset="-128"/>
              </a:rPr>
              <a:t>- ADS</a:t>
            </a:r>
            <a:r>
              <a:rPr lang="ja-JP" altLang="en-US" dirty="0">
                <a:solidFill>
                  <a:schemeClr val="bg1"/>
                </a:solidFill>
                <a:latin typeface="Meiryo UI" panose="020B0604030504040204" pitchFamily="50" charset="-128"/>
                <a:ea typeface="Meiryo UI" panose="020B0604030504040204" pitchFamily="50" charset="-128"/>
              </a:rPr>
              <a:t>ガイドラインの推奨フレームワーク上での位置付け </a:t>
            </a:r>
            <a:r>
              <a:rPr lang="en-US" altLang="ja-JP" dirty="0">
                <a:solidFill>
                  <a:schemeClr val="bg1"/>
                </a:solidFill>
                <a:latin typeface="Meiryo UI" panose="020B0604030504040204" pitchFamily="50" charset="-128"/>
                <a:ea typeface="Meiryo UI" panose="020B0604030504040204" pitchFamily="50" charset="-128"/>
              </a:rPr>
              <a:t>-</a:t>
            </a:r>
            <a:endParaRPr lang="ja-JP" altLang="en-US" dirty="0">
              <a:solidFill>
                <a:schemeClr val="bg1"/>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472FD803-A86B-6681-E278-9015849DF353}"/>
              </a:ext>
            </a:extLst>
          </p:cNvPr>
          <p:cNvSpPr txBox="1"/>
          <p:nvPr/>
        </p:nvSpPr>
        <p:spPr>
          <a:xfrm>
            <a:off x="-19820" y="448447"/>
            <a:ext cx="2454518" cy="369332"/>
          </a:xfrm>
          <a:prstGeom prst="rect">
            <a:avLst/>
          </a:prstGeom>
          <a:noFill/>
        </p:spPr>
        <p:txBody>
          <a:bodyPr wrap="none" rtlCol="0">
            <a:spAutoFit/>
          </a:bodyPr>
          <a:lstStyle/>
          <a:p>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 </a:t>
            </a:r>
            <a:r>
              <a:rPr kumimoji="1" lang="en-US" altLang="ja-JP" dirty="0">
                <a:latin typeface="Meiryo UI" panose="020B0604030504040204" pitchFamily="50" charset="-128"/>
                <a:ea typeface="Meiryo UI" panose="020B0604030504040204" pitchFamily="50" charset="-128"/>
              </a:rPr>
              <a:t>A-SPICE</a:t>
            </a:r>
            <a:r>
              <a:rPr kumimoji="1" lang="ja-JP" altLang="en-US" dirty="0">
                <a:latin typeface="Meiryo UI" panose="020B0604030504040204" pitchFamily="50" charset="-128"/>
                <a:ea typeface="Meiryo UI" panose="020B0604030504040204" pitchFamily="50" charset="-128"/>
              </a:rPr>
              <a:t>とは</a:t>
            </a:r>
            <a:r>
              <a:rPr kumimoji="1" lang="en-US" altLang="ja-JP" sz="1800" dirty="0">
                <a:latin typeface="Meiryo UI" panose="020B0604030504040204" pitchFamily="50" charset="-128"/>
                <a:ea typeface="Meiryo UI" panose="020B0604030504040204" pitchFamily="50" charset="-128"/>
              </a:rPr>
              <a:t>【</a:t>
            </a:r>
            <a:r>
              <a:rPr kumimoji="1" lang="ja-JP" altLang="en-US" sz="1800" dirty="0">
                <a:latin typeface="Meiryo UI" panose="020B0604030504040204" pitchFamily="50" charset="-128"/>
                <a:ea typeface="Meiryo UI" panose="020B0604030504040204" pitchFamily="50" charset="-128"/>
              </a:rPr>
              <a:t>参考</a:t>
            </a:r>
            <a:r>
              <a:rPr kumimoji="1" lang="en-US" altLang="ja-JP" sz="1800" dirty="0">
                <a:latin typeface="Meiryo UI" panose="020B0604030504040204" pitchFamily="50" charset="-128"/>
                <a:ea typeface="Meiryo UI" panose="020B0604030504040204" pitchFamily="50" charset="-128"/>
              </a:rPr>
              <a:t>】</a:t>
            </a:r>
          </a:p>
        </p:txBody>
      </p:sp>
      <p:sp>
        <p:nvSpPr>
          <p:cNvPr id="8" name="テキスト ボックス 7">
            <a:extLst>
              <a:ext uri="{FF2B5EF4-FFF2-40B4-BE49-F238E27FC236}">
                <a16:creationId xmlns:a16="http://schemas.microsoft.com/office/drawing/2014/main" id="{E75C47F4-1D17-D386-0B30-57750A1219F4}"/>
              </a:ext>
            </a:extLst>
          </p:cNvPr>
          <p:cNvSpPr txBox="1"/>
          <p:nvPr/>
        </p:nvSpPr>
        <p:spPr>
          <a:xfrm>
            <a:off x="2842593" y="494613"/>
            <a:ext cx="2331899"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1200">
                <a:latin typeface="Meiryo UI" panose="020B0604030504040204" pitchFamily="50" charset="-128"/>
                <a:ea typeface="Meiryo UI" panose="020B0604030504040204" pitchFamily="50" charset="-128"/>
              </a:rPr>
              <a:t>表：</a:t>
            </a:r>
            <a:r>
              <a:rPr lang="en-US" altLang="ja-JP" sz="1200">
                <a:latin typeface="Meiryo UI" panose="020B0604030504040204" pitchFamily="50" charset="-128"/>
                <a:ea typeface="Meiryo UI" panose="020B0604030504040204" pitchFamily="50" charset="-128"/>
              </a:rPr>
              <a:t>A-SPICE</a:t>
            </a:r>
            <a:r>
              <a:rPr lang="ja-JP" altLang="en-US" sz="1200">
                <a:latin typeface="Meiryo UI" panose="020B0604030504040204" pitchFamily="50" charset="-128"/>
                <a:ea typeface="Meiryo UI" panose="020B0604030504040204" pitchFamily="50" charset="-128"/>
              </a:rPr>
              <a:t>の成果物</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29992762"/>
      </p:ext>
    </p:extLst>
  </p:cSld>
  <p:clrMapOvr>
    <a:masterClrMapping/>
  </p:clrMapOvr>
</p:sld>
</file>

<file path=ppt/theme/theme1.xml><?xml version="1.0" encoding="utf-8"?>
<a:theme xmlns:a="http://schemas.openxmlformats.org/drawingml/2006/main" name="Office テーマ">
  <a:themeElements>
    <a:clrScheme name="スリップストリーム">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vert="eaVert" wrap="square" rtlCol="0">
        <a:spAutoFit/>
      </a:bodyPr>
      <a:lstStyle>
        <a:defPPr algn="l">
          <a:defRPr sz="1100" b="1" dirty="0" smtClean="0">
            <a:solidFill>
              <a:srgbClr val="0070C0"/>
            </a:solidFill>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2648FC33C91F34419F242CD2AC6E397B" ma:contentTypeVersion="18" ma:contentTypeDescription="新しいドキュメントを作成します。" ma:contentTypeScope="" ma:versionID="e50e1282e27c7d3821b5e45e5c91d3ce">
  <xsd:schema xmlns:xsd="http://www.w3.org/2001/XMLSchema" xmlns:xs="http://www.w3.org/2001/XMLSchema" xmlns:p="http://schemas.microsoft.com/office/2006/metadata/properties" xmlns:ns1="http://schemas.microsoft.com/sharepoint/v3" xmlns:ns2="f9156674-105d-4217-b51e-a4776c30cb98" xmlns:ns3="c5b92a7e-4c5f-41e9-a960-68f7f510b4ab" targetNamespace="http://schemas.microsoft.com/office/2006/metadata/properties" ma:root="true" ma:fieldsID="dc88911ae73e35f8b99507aa76aaef46" ns1:_="" ns2:_="" ns3:_="">
    <xsd:import namespace="http://schemas.microsoft.com/sharepoint/v3"/>
    <xsd:import namespace="f9156674-105d-4217-b51e-a4776c30cb98"/>
    <xsd:import namespace="c5b92a7e-4c5f-41e9-a960-68f7f510b4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統合コンプライアンス ポリシーのプロパティ" ma:hidden="true" ma:internalName="_ip_UnifiedCompliancePolicyProperties">
      <xsd:simpleType>
        <xsd:restriction base="dms:Note"/>
      </xsd:simpleType>
    </xsd:element>
    <xsd:element name="_ip_UnifiedCompliancePolicyUIAction" ma:index="22" nillable="true" ma:displayName="統合コンプライアンス ポリシーの UI アクション"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156674-105d-4217-b51e-a4776c30cb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画像タグ" ma:readOnly="false" ma:fieldId="{5cf76f15-5ced-4ddc-b409-7134ff3c332f}" ma:taxonomyMulti="true" ma:sspId="8776f33e-360e-4421-95ec-db1b42831c8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5b92a7e-4c5f-41e9-a960-68f7f510b4a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c9776970-f051-44c2-a6fd-34674947b550}" ma:internalName="TaxCatchAll" ma:showField="CatchAllData" ma:web="c5b92a7e-4c5f-41e9-a960-68f7f510b4ab">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f9156674-105d-4217-b51e-a4776c30cb98">
      <Terms xmlns="http://schemas.microsoft.com/office/infopath/2007/PartnerControls"/>
    </lcf76f155ced4ddcb4097134ff3c332f>
    <TaxCatchAll xmlns="c5b92a7e-4c5f-41e9-a960-68f7f510b4ab" xsi:nil="true"/>
  </documentManagement>
</p:properties>
</file>

<file path=customXml/itemProps1.xml><?xml version="1.0" encoding="utf-8"?>
<ds:datastoreItem xmlns:ds="http://schemas.openxmlformats.org/officeDocument/2006/customXml" ds:itemID="{EDEB6F69-59F2-4775-9CA2-FBB6F7409E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9156674-105d-4217-b51e-a4776c30cb98"/>
    <ds:schemaRef ds:uri="c5b92a7e-4c5f-41e9-a960-68f7f510b4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B031D9-D065-426C-89FF-90194664A50A}">
  <ds:schemaRefs>
    <ds:schemaRef ds:uri="http://schemas.microsoft.com/sharepoint/v3/contenttype/forms"/>
  </ds:schemaRefs>
</ds:datastoreItem>
</file>

<file path=customXml/itemProps3.xml><?xml version="1.0" encoding="utf-8"?>
<ds:datastoreItem xmlns:ds="http://schemas.openxmlformats.org/officeDocument/2006/customXml" ds:itemID="{7B783C9B-9B34-4BA7-BB01-4CEF0B0519B7}">
  <ds:schemaRefs>
    <ds:schemaRef ds:uri="http://www.w3.org/XML/1998/namespace"/>
    <ds:schemaRef ds:uri="http://purl.org/dc/terms/"/>
    <ds:schemaRef ds:uri="http://purl.org/dc/dcmitype/"/>
    <ds:schemaRef ds:uri="http://schemas.microsoft.com/office/2006/documentManagement/types"/>
    <ds:schemaRef ds:uri="http://schemas.openxmlformats.org/package/2006/metadata/core-properties"/>
    <ds:schemaRef ds:uri="http://schemas.microsoft.com/sharepoint/v3"/>
    <ds:schemaRef ds:uri="f9156674-105d-4217-b51e-a4776c30cb98"/>
    <ds:schemaRef ds:uri="c5b92a7e-4c5f-41e9-a960-68f7f510b4ab"/>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22339</TotalTime>
  <Words>3112</Words>
  <Application>Microsoft Macintosh PowerPoint</Application>
  <PresentationFormat>ワイド画面</PresentationFormat>
  <Paragraphs>508</Paragraphs>
  <Slides>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Meiryo UI</vt:lpstr>
      <vt:lpstr>游ゴシック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Guidelines and recommendations for ADS safety requirements, assessments and test methods to inform regulatory development</dc:title>
  <dc:creator>Mayu Ninagawa</dc:creator>
  <cp:keywords>SecrecyB; A.01.0010; HM</cp:keywords>
  <cp:lastModifiedBy>Mayu Ninagawa</cp:lastModifiedBy>
  <cp:revision>49</cp:revision>
  <dcterms:created xsi:type="dcterms:W3CDTF">2025-05-05T08:30:15Z</dcterms:created>
  <dcterms:modified xsi:type="dcterms:W3CDTF">2026-03-01T09:14:32Z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0x0101002648FC33C91F34419F242CD2AC6E397B</vt:lpwstr>
  </property>
  <property fmtid="{D5CDD505-2E9C-101B-9397-08002B2CF9AE}" pid="3" name="MediaServiceImageTags">
    <vt:lpwstr/>
  </property>
</Properties>
</file>